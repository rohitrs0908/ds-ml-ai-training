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7" r:id="rId5"/>
    <p:sldId id="258" r:id="rId6"/>
    <p:sldId id="264" r:id="rId7"/>
    <p:sldId id="265" r:id="rId8"/>
    <p:sldId id="271" r:id="rId9"/>
    <p:sldId id="266" r:id="rId10"/>
    <p:sldId id="272" r:id="rId11"/>
    <p:sldId id="273" r:id="rId12"/>
    <p:sldId id="267" r:id="rId13"/>
    <p:sldId id="269" r:id="rId14"/>
    <p:sldId id="268" r:id="rId15"/>
    <p:sldId id="270" r:id="rId16"/>
    <p:sldId id="25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2:33.892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F3E18BC7-86E3-4414-9E57-0090991388D1}" emma:medium="tactile" emma:mode="ink">
          <msink:context xmlns:msink="http://schemas.microsoft.com/ink/2010/main" type="writingRegion" rotatedBoundingBox="8010,538 15925,122 15990,1367 8076,1783"/>
        </emma:interpretation>
      </emma:emma>
    </inkml:annotationXML>
    <inkml:traceGroup>
      <inkml:annotationXML>
        <emma:emma xmlns:emma="http://www.w3.org/2003/04/emma" version="1.0">
          <emma:interpretation id="{0620F97E-DC00-43A0-9029-BE1D934A4A52}" emma:medium="tactile" emma:mode="ink">
            <msink:context xmlns:msink="http://schemas.microsoft.com/ink/2010/main" type="paragraph" rotatedBoundingBox="8010,538 15925,122 15990,1367 8076,17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9676828-13DD-4C89-B709-81616E84D3E6}" emma:medium="tactile" emma:mode="ink">
              <msink:context xmlns:msink="http://schemas.microsoft.com/ink/2010/main" type="line" rotatedBoundingBox="8010,538 15925,122 15990,1367 8076,1783"/>
            </emma:interpretation>
          </emma:emma>
        </inkml:annotationXML>
        <inkml:traceGroup>
          <inkml:annotationXML>
            <emma:emma xmlns:emma="http://www.w3.org/2003/04/emma" version="1.0">
              <emma:interpretation id="{3283CD82-28E6-4547-8A16-2C220F0185AF}" emma:medium="tactile" emma:mode="ink">
                <msink:context xmlns:msink="http://schemas.microsoft.com/ink/2010/main" type="inkWord" rotatedBoundingBox="8010,538 13022,275 13087,1520 8076,1783"/>
              </emma:interpretation>
              <emma:one-of disjunction-type="recognition" id="oneOf0">
                <emma:interpretation id="interp0" emma:lang="en-US" emma:confidence="0.5">
                  <emma:literal>scatter</emma:literal>
                </emma:interpretation>
                <emma:interpretation id="interp1" emma:lang="en-US" emma:confidence="0">
                  <emma:literal>Scatter</emma:literal>
                </emma:interpretation>
                <emma:interpretation id="interp2" emma:lang="en-US" emma:confidence="0">
                  <emma:literal>swatter</emma:literal>
                </emma:interpretation>
                <emma:interpretation id="interp3" emma:lang="en-US" emma:confidence="0">
                  <emma:literal>cater</emma:literal>
                </emma:interpretation>
                <emma:interpretation id="interp4" emma:lang="en-US" emma:confidence="0">
                  <emma:literal>Scatted</emma:literal>
                </emma:interpretation>
              </emma:one-of>
            </emma:emma>
          </inkml:annotationXML>
          <inkml:trace contextRef="#ctx0" brushRef="#br0">1625 482,'0'0,"0"-25,0 0,0-1,-25 26,-1 0,1 0,0-25,-1 25,1 0,-1 0,1 0,0 0,-1 0,1 0,25 51,-26-51,1 50,25-24,0-1,0 1,0-1,0 0,0 1,0-1,0 1,0-1,0 0,25 1,-25-1,26-25,-26 26,25-1,1-25,-1 0,0 25,1-25,-1 0,26 0,-26 0,26 0,-25 0,-1 0,26 0,-26 0,1 0,-1 0,0-25,1 25,-1-25,1 25,-26-26,25 26,-25-25,25-1,-25 1,26 25,-26-25</inkml:trace>
          <inkml:trace contextRef="#ctx0" brushRef="#br0" timeOffset="832.2907">2362 609,'0'0,"0"-50,0 24,0 1,-26 25,26-26,-25 26,0 0,-1 0,1 0,-1 0,1 0,0 26,-1-26,1 25,-1-25,1 26,0-1,25 0,-26-25,26 26,0-1,0 1,0-1,0 0,0 1,0-1,0 1,26-26,-26 25,50 0,-24 1,-1-26,1 0,-1 0,0 0,1-26,-1 26,1-25,-1 0,0-26,-25 25,26 1,-26 0,25 25,-25-26,0 1,26 25,-26 25,0 1,0-1,25-25,-25 25,0 1,25-26,-25 25,26 1,-1-1,1-25,-1 25,0-25,1 0,-26 26,25-26,1 0,-1 0,-25-26,25 26,1-25,-1 0,1-1,-26 1,25-1,0 1,-25 0,0-1,26-25</inkml:trace>
          <inkml:trace contextRef="#ctx0" brushRef="#br0" timeOffset="1673.1537">2768 406,'0'-25,"51"25,-51-26,25 1,1 25,-1-25,1 25,-1-26,0 26,1 0,-1-25</inkml:trace>
          <inkml:trace contextRef="#ctx0" brushRef="#br0" timeOffset="1406.311">2870 25,'0'0,"0"-51,0 26,0 50,0 26,0-25,0-1,0 26,0-26,0 26,-26 0,26 0,0-26,0 26,0 0,0-26,0 26,0 0,26-26,-26 26,0-26,25 1,-25 24,0-24,26-1,-26 1,0-1,25 0,-25 1,0-1,0 1,25-26,-25 25,26-25,-1 0,1 0,-1-25,0 25,-25-26,26 26,-1-25,-25-1,26 1,-26 0</inkml:trace>
          <inkml:trace contextRef="#ctx0" brushRef="#br0" timeOffset="2423.2583">3251 381,'51'-26,"-26"26,26 0,-26 0,1 0,-1-25,0 25,26 0,-25 0,-1 0,0 0,1 0,-1-25</inkml:trace>
          <inkml:trace contextRef="#ctx0" brushRef="#br0" timeOffset="2207.1985">3454-178,'0'0,"0"-102,0 77,0 50,0 26,0 0,0-26,0 1,0-1,0 1,0-1,0 0,0 1,0-1,-25 1,25-1,0 0,0 1,0 25,0-26,0 26,25-26,-25 26,0-26,25 26,-25-25,0 24,26-24,-26 25,0-26,0 0,0 1,0-1,0 1,0-1,25 0,-25 1,26-1,-1-25,0 0,1 0,-1 0,1 0,-1 0,0 0,1-25,-1 25,1 0,-1-26,0-24</inkml:trace>
          <inkml:trace contextRef="#ctx0" brushRef="#br0" timeOffset="3460.2942">4114 584,'0'0,"77"25,-52-25,0 0,1 0,-26-25,0 0,0-1,0 1,0-1,-26 26,26-25,-25 25,25-25,-25 25,-1 0,1 25,25 26,-26-51,26 25,-25 1,25-1,-25 0,25 1,-26-1,26 1,-25-1,25 0,0 1,0-1,0 1,51-26,-51 25,25-25,26 0,-51 25,25-25,1 0,-1 0,0 0,1 0,-1 0,1-50,-1 50,-25-26,25 26,1-25,-26-1,25 1,-25 0,26-1,-26 1,0-1,0 1,0 0,25-1,-25-25,0 26,0 0,0-1,0 1,0-1,25 26,-25 26,26-26,-1 0,1 0,-1 0,0 0,1 25,-1-25,-25 26,26-26,-26 25,0 0,0 1,0-1,0 1,0-1,-26-25,26 25,0 1,0-1,0 1,0-1,26 0,-26 1,25-1,-25 1,25-26,1 0,-1 0,1 0,-1 0,0 0,1 0,-26-26,25 26,1 0,-1-25,0 25,1-26</inkml:trace>
          <inkml:trace contextRef="#ctx0" brushRef="#br0" timeOffset="-867.4243">990 0,'-25'0,"-1"0,1 0,0 0,-1 0,1 0,-1 0,-24 0,24 25,1-25,-1 0,1 26,0-26,25 25,-26-25,1 25,-1-25,26 26,-25-26,25 25,-25 1,25-1,0 0,0 1,25-1,26-25,-51 26,51-26,-26 25,0-25,26 25,-25-25,24 26,-24-26,25 25,-26-25,26 26,-51-1,25 0,-25 1,26-26,-26 51,0-26,0 0,-51 1,51-1,-51 1,51-1,-51 0,0 1,26-1,-26-25,26 26,-1-26,1 25,0-25,-1 0,1 25,-1-25,1 0,0 0,-1 0,1-25,-1 25,26-51,-25 51,0-25,-1 25,26-26,-25 26,-1-25,-24 25,24-25,1 25,-1 0,1 0,0 0,-1-26,1 26,-1 0,1 0,0 0,25-25</inkml:trace>
        </inkml:traceGroup>
        <inkml:traceGroup>
          <inkml:annotationXML>
            <emma:emma xmlns:emma="http://www.w3.org/2003/04/emma" version="1.0">
              <emma:interpretation id="{14D64C3C-F18D-4D27-B376-8FEB6CBB6E87}" emma:medium="tactile" emma:mode="ink">
                <msink:context xmlns:msink="http://schemas.microsoft.com/ink/2010/main" type="inkWord" rotatedBoundingBox="13888,370 15932,262 15990,1363 13946,1471"/>
              </emma:interpretation>
              <emma:one-of disjunction-type="recognition" id="oneOf1">
                <emma:interpretation id="interp5" emma:lang="en-US" emma:confidence="0.5">
                  <emma:literal>Plot</emma:literal>
                </emma:interpretation>
                <emma:interpretation id="interp6" emma:lang="en-US" emma:confidence="0">
                  <emma:literal>Pot</emma:literal>
                </emma:interpretation>
                <emma:interpretation id="interp7" emma:lang="en-US" emma:confidence="0">
                  <emma:literal>plot</emma:literal>
                </emma:interpretation>
                <emma:interpretation id="interp8" emma:lang="en-US" emma:confidence="0">
                  <emma:literal>Piot</emma:literal>
                </emma:interpretation>
                <emma:interpretation id="interp9" emma:lang="en-US" emma:confidence="0">
                  <emma:literal>Phot</emma:literal>
                </emma:interpretation>
              </emma:one-of>
            </emma:emma>
          </inkml:annotationXML>
          <inkml:trace contextRef="#ctx0" brushRef="#br0" timeOffset="4188.467">5918-102,'0'0,"-26"-25,26 50,0 1,51-26,-51 50,0-24,0-1,0 1,0-1,0 26,0-26,0 26,0 0,0 0,0-1,-25 1,25 0,0 0,0-26,-26 26,26-26,0 1,0 25,0-26,0 0,0 1,26-52,-26-24</inkml:trace>
          <inkml:trace contextRef="#ctx0" brushRef="#br0" timeOffset="4526.6168">5994-153,'0'0,"102"-101,-77 75,26 26,-26 0,1 0,-1 0,0 0,1 0,-26 26,25-26,1 25,-26 26,25-26,-25 26,0-25,0-1,0 0,0 26,0-25,0-1,-51 0,51 1,-25-1,25 1,-51-1,26 0,-26 26,25-25,1-1,-26 0,26 1,-1-1,26 1,-25-26,0 25,-1-25,1 0,25-25</inkml:trace>
          <inkml:trace contextRef="#ctx0" brushRef="#br0" timeOffset="5159.6431">6705-127,'-51'-76,"51"50,0 1,0-1,0 1,0 76,0 0,0-1,0-24,0 25,0-1,-25 1,25 25,0-25,0 0,0 0,0 0,0-1,0 1,-25-25,25 24,0-24,0 25,0-26,0 0,0 1,0-1,50-25</inkml:trace>
          <inkml:trace contextRef="#ctx0" brushRef="#br0" timeOffset="5609.5372">7162 381,'0'0,"0"-26,-25 26,-26 0,26 0,-1 0,1 26,0-26,25 51,-26-51,26 25,0 0,0 1,0-1,0 1,0-1,0 0,0 1,0-1,26 1,-26-1,50-25,-24 25,-1-25,1 0,-1 0,0 0,1 0,-26-25,25 25,1-51,-1 26,-25-1,25 1,-25 0,0-26,0 25,0 1,0-26,0 26,-25-1,25 1,-51-26,51 26,-25-1,-26 1,51 0,-25 25,-1-26,1 26,-1-25</inkml:trace>
          <inkml:trace contextRef="#ctx0" brushRef="#br0" timeOffset="6179.6201">7569-356,'0'-25,"25"25,-25 25,0 1,0-1,26 0,-26 1,0-1,0 1,0-1,0 26,0-26,0 1,0 24,0-24,0 25,0-1,0-24,0 25,-26-1,26-24,0 25,0-1,-25-24,25 25,0-26,0 0,0 1,0 25,0-26,25 0,-25 1,51-1,-51 1,25-26,-25 25,26-25,-1 0,1 0,-1 0,0 0,-25-51,26 51,-1 0,1 0,-26-25,25 25,-25-26,0 1,0 0</inkml:trace>
          <inkml:trace contextRef="#ctx0" brushRef="#br0" timeOffset="6461.7931">7264 152,'25'-76,"26"76,-25-25,24 25,-24 0,-1-26,1 26,-1 0,0 0,1 0,-1 0,1-25,-1 25,0 0,1 0,-1 0,1 0,-1-26,0 26,1 0,-1 0,1-25,-1 25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2:53.393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CD5A9562-C9F3-48CA-99CD-CBCAF1C605CA}" emma:medium="tactile" emma:mode="ink">
          <msink:context xmlns:msink="http://schemas.microsoft.com/ink/2010/main" type="inkDrawing" rotatedBoundingBox="4540,2943 4724,15312 4211,15320 4027,2950" semanticType="callout" shapeName="Other">
            <msink:sourceLink direction="with" ref="{0FD20C09-30BF-4116-8E52-805E92EEB04A}"/>
            <msink:sourceLink direction="with" ref="{E326A377-67D1-4BCC-A14E-3DA893C889E4}"/>
            <msink:destinationLink direction="with" ref="{EDF2A016-674D-4256-A671-1134AFE9F257}"/>
          </msink:context>
        </emma:interpretation>
      </emma:emma>
    </inkml:annotationXML>
    <inkml:trace contextRef="#ctx0" brushRef="#br0">204 25,'0'0,"25"0,-25-25,0 50,0 1,0-1,0 0,0 1,0-1,26 1,-26-1,25-25,-25 25,0 1,25-26,-25 25,0 1,0-1,0 0,0 1,0-1,0 1,0-1,0 0,-25 1,25-1,0 1,0-1,0 0,25-25,-25 26,0-1,0 1,0-1,0 0,26 1,-26-1,0 1,25-1,-25 0,0 1,0-1,0 1,0-1,0 0,0 1,0-1,26 1,-26-1,0 0,0 1,0-1,0 1,0-1,0 0,0 1,0-1,0 1,0-1,0 0,0 1,0-1,0 1,0-1,0 0,0 1,-26-1,26 1,-25-26,25 25,0 0,-26-25,26 26,-25-1,25 1,0-1,0 0,0 1,0-1,-25-25,25 26,0-1,0 0,0 1,0-1,0 1,0-1,0 0,-26-25,26 26,0-1,0 1,0-1,-25 0,25 1,0-1,0 1,0-1,-26 0,26 1,0-1,-25 1,25-1,0 0,0 1,0-1,-25-25,25 26,0-1,0 0,0 1,0-1,0 1,0-1,0 0,0 1,0-1,0 1,0-1,0 0,0 1,0-1,0 1,0-1,0 0,0 1,0-1,0 1,0-1,0 0,0 1,0-1,0 1,0-1,0 0,0 1,0-1,0 1,0-1,0 0,0 1,0-1,0 1,0-1,0 0,0 1,0-1,0 1,0-1,0 0,0 1,0-1,0 1,0-1,0 0,0 1,0-1,0 1,0-1,0 0,0 1,0-1,25-25,-25 26,0-1,0 0,0 1,0-1,0 1,0-1,0 0,0 1,0-1,0 1,-25-26,25 25,0 0,0 1,0-1,-26 1,26-1,0 0,0 1,0-1,-25 1,25-1,0 0,0 1,0-1,0 1,0-1,0 0,0 1,0-1,0 1,0-1,-26 0,26 1,0-1,0 1,0-1,0 0,-25-25,25 26,0-1,0 1,0-1,0 0,0 1,0-1,0 1,0-1,0 0,0 1,0-1,0 1,0-1,0 0,0 1,0-1,0 1,0-1,0 0,0 1,0-1,0 1,0 24,-25-24,25-1,0 1,0-1,0 0,0 1,0-1,0 1,0-1,0 0,0 1,0-1,0 1,0-1,0 0,0 26,0-25,25-1,-25 0,0 26,0-25,0-1,0 26,0 0,0-26,25 26,-25 0,0-1,0 1,0 25,0-50,0 25,0-1,0 1,26 0,-26-26,0 26,0-25,25 24,-25-24,0 25,0-1,26-24,-26 25,0-26,25 26,-25-26,0 26,25-26,-25 26,26-25,-1 24,-25 1,26-25,-26 24,25 1,0 0,-25-26,26 26,-26-25,0 24,25 1,-25-25,26 24,-26-24,0 25,25-1,-25-24,0 25,25-26,-25 26,0-26,0 26,0-26,0 26,0-25,0-1,0 26,0 0,0-26,0 26,0-26,0 26,0-26,0 26,-25-25,25 24,0-24,0-1,0 26,-25-26,25 1,0-1,0 26,0-26,0 1,0-1,0 1,0-1,0 0,0 1,0-1,0 1,0-1,0 0,0 1,0-1,0 1,0-1,0 0,0 1,-26-1,26 1,0-1,0 0,0 1,0-1,0 1,0-1,0 0,0 1,0-1,0 1,0-1,0 0,0 1,0-1,0 1,0-1,0 0,0 1,0-1,0 1,0-1,-25 0,25 1,0 25,0-26,0 0,0 1,0-1,0 1,0-1,0 0,0 1,0-1,0 1,0-1,25 0,-25 1,0-1,0 1,0-1,0 0,0 1,0-1,0 1,0-1,0 0,0 1,0 25,0-26,0 0,0 1,0-1,0 1,0-1,0 0,0 1,0-1,0 1,0-1,0 0,0 1,0-1,0 1,0-1,0 0,0 1,0-1,0 1,0-1,0 0,0 1,0-1,0 1,0-1,0 0,0 1,0-1,0 1,0-1,0 0,0 1,0-1,0 1,0-1,0 0,0 1,0-1,0 1,0-1,0 0,0 1,0-1,0 1,0-1,0 0,0 1,0-1,0 1,0-1,-25-25,25 25,0 1,0-1,0 1,0-1,0 0,0 1,0-1,0 1,0-1,0 0,0 1,0-1,0 1,25-26,1 0,24-26,-24 26,-1 0,1 0,24-25,-24 25,-1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2:57.099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33C8B9EF-8527-4095-96B3-46A614DAA0C2}" emma:medium="tactile" emma:mode="ink">
          <msink:context xmlns:msink="http://schemas.microsoft.com/ink/2010/main" type="inkDrawing" rotatedBoundingBox="4520,15244 20700,14976 20705,15309 4525,15577" shapeName="Other">
            <msink:destinationLink direction="with" ref="{F0CC0067-12FA-4A93-8CAD-7F4879F49FAE}"/>
          </msink:context>
        </emma:interpretation>
      </emma:emma>
    </inkml:annotationXML>
    <inkml:trace contextRef="#ctx0" brushRef="#br0">0 305,'0'0,"25"0,-25 26,26-26,-1 25,1-25,-1 0,0 0,1 0,-1 0,1 0,-1 0,0 0,1 0,-1 0,1 0,-1 0,0 0,1 0,-1-25,1 25,-1 0,0 0,1 0,-1 0,1 0,-1 0,0 0,1 0,-1 0,1 0,-1 0,0 0,1 0,-1 0,1 0,-1 0,0 0,1 0,-1 0,26 0,-26 0,1 0,25 0,-26 0,26 0,-26 0,26 0,-26 0,26 0,-25 0,24 0,-24 0,25 0,-1 0,-24 0,25-26,-26 26,26 0,-26 0,26 0,-26 0,1 0,-1 0,1 0,-1 0,0 0,1 0,-1-25,1 25,-1 0,0 0,26 0,-25 0,-1-26,26 26,-26 0,1 0,24 0,-24-25,25 25,-1 0,-24 0,25 0,-1 0,-24 0,25 0,-26 0,26 51,-26-51,26 25,-26-25,26 26,-25-26,-1 25,0-25,26 25,-25-25,-1 0,26 0,-26 26,1-26,-1 0,26 0,-26 25,1-25,-1 0,0 0,1 0,25 0,-26 0,0 0,26 0,0 0,-26-51,26 51,0 0,0 0,0 0,-1 0,1 0,-25 0,24 0,1 0,-25 0,24 0,-24 0,25 0,-26 0,26 26,0-26,-26 0,26 0,0 0,-26 0,26 0,0 0,-26 0,26 0,0 0,-1 0,1 0,0 0,25 0,-25 0,25 0,-25 0,25 0,-25 0,25 0,-25 0,0 0,0 0,-1 0,1 0,0 0,25 0,-25 0,0 0,25 0,-25 0,25 0,-25 0,25 0,-25 0,0 0,25 0,-25 0,-1 0,1 0,0 0,0 0,25 0,-25 0,0 0,-1 0,27 0,-27 0,1 0,0 0,0-26,0 26,-1 0,1 0,0 0,0 0,0 0,-1 0,27 0,-27 0,27 0,-1 0,-25 0,25 0,0 0,0 0,-25 0,25 0,-25 0,0 0,25 0,-25 0,0 26,-26-26,26 0,0 0,-1 25,1-25,0 0,0 0,0 0,25 0,-25 0,-1 0,27 0,-1 0,0 0,0 0,0 0,1 0,-1 0,0 0,0 0,0 0,1-25,-27 25,27 0,-27 0,27 0,-27 0,1 0,0 0,0 0,-26 0,26 0,0 0,-26 0,26 0,-26 0,26 0,0 0,-26 0,26 0,0 0,0 0,0 0,-1 0,27 0,-27-26,27 26,-27 0,1-25,25 25,-25 0,-25 0,24-25,-24 25,-1 0,26 0,-26 0,1 0,-1-26,1 26,-1 0,0 0,26 0,-25 0,24-25,1 25,-25 0,24 0,27 0,-27 0,1-26,0 26,0 0,0 0,-1 0,1-25,-25 25,24 0,-24 0,25 0,-26 0,0 0,26 0,0 0,-26 0,26 0,0 0,0 0,-26-25,26 25,0 0,0 0,-1 0,1-26,-25 26,24 0,1 0,0 0,0-25,0 25,-1 0,1 0,0-26,0 26,0 0,-1 0,1 0,0 0,0 0,0 0,-1 0,-24 0,25 0,-26 0,0 0,1 0,-1 0,1 0,-1 0,0 0,1 0,-1 0,1 0,-1 0,0 0,1 0,25 0,-1 0,-24 0,25 0,-1-25,27 25,-27 0,1-25,0 25,0 0,25 0,-25 0,0 0,-1-26,1 26,0 0,-26 0,26 0,-25 0,24 0,-24 0,-1 0,26 0,-26 0,1 0,-1 0,1-25,-1 25,0 0,1 0,-1 0,1 0,-1 0,0-26,1 26,-1 0,1 0,-1 0,0 0,1 0,-1 0,1 51,-1-51,0 0,1 0,-1 0,1 0,-1 0,0 0,1 0,-1 0,1 0,-1 0,0 0,1 0,-77 0,26-25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2:58.270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F0CC0067-12FA-4A93-8CAD-7F4879F49FAE}" emma:medium="tactile" emma:mode="ink">
          <msink:context xmlns:msink="http://schemas.microsoft.com/ink/2010/main" type="inkDrawing" rotatedBoundingBox="20700,14378 20767,15200 20269,15241 20202,14418" semanticType="callout" shapeName="Other">
            <msink:sourceLink direction="with" ref="{33C8B9EF-8527-4095-96B3-46A614DAA0C2}"/>
          </msink:context>
        </emma:interpretation>
      </emma:emma>
    </inkml:annotationXML>
    <inkml:trace contextRef="#ctx0" brushRef="#br0">167 0,'-26'0,"26"26,-25-26,25 25,0-1,0 2,0-1,0 1,0-1,51-1,-51 2,0-1,25-25,1 26,0-2,-1-24,1 25,-1 1,1-26,-26 25,25-25,-25 26,25-2,-25 1,0 1,26-26,-26 25,0 1,0-2,0 1,25-25,-25 26,26-26,-26 25,-26-25,1 26,-1-26,26 24,-50-24,24 0,1 25,-1-25,1 26,-1-26,-25 25,25-25,1 25,0-25,-1 25,1-25,-1 25,1-25,50 0,1-25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3:01.109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EDF2A016-674D-4256-A671-1134AFE9F257}" emma:medium="tactile" emma:mode="ink">
          <msink:context xmlns:msink="http://schemas.microsoft.com/ink/2010/main" type="inkDrawing" rotatedBoundingBox="3883,3018 4779,2790 4892,3234 3996,3461" semanticType="callout" shapeName="Other">
            <msink:sourceLink direction="with" ref="{CD5A9562-C9F3-48CA-99CD-CBCAF1C605CA}"/>
          </msink:context>
        </emma:interpretation>
      </emma:emma>
    </inkml:annotationXML>
    <inkml:trace contextRef="#ctx0" brushRef="#br0">432 25,'-25'0,"-1"25,1-25,25 26,-26-26,26 25,-25-25,0 26,-1-1,1 0,-1 1,1-1,0 1,-1-1,1 0,25 1,-26-1,1 1,0-1,25 0,-26-25,26 26,0-52,26 26,-26-25,25 0,0-1,1 26,-1-25,1 25,-1-26,0 26,1-25,-1 25,-25-25,26 25,-1-26,0 26,1-25,-1 25,-25-26,26 26,-1-25,0 25,1-25,-1-1,1 26,-26-25,25 25,-25-26,25 26,1 0,-26-25,25 25,-25-25,26 25,-26 25,50-25,-50 25,26 1,-26-1,25-25,-25 26,26-1,-26 0,25-25,-25 26,25-1,-25 1,26-1,-26 0,0 1,0-1,0 1,0-52,51-25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3:23.550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66F62489-96A3-4B66-B32D-1BC87BC1378F}" emma:medium="tactile" emma:mode="ink">
          <msink:context xmlns:msink="http://schemas.microsoft.com/ink/2010/main" type="writingRegion" rotatedBoundingBox="9295,15971 15910,15802 15942,17066 9328,17235"/>
        </emma:interpretation>
      </emma:emma>
    </inkml:annotationXML>
    <inkml:traceGroup>
      <inkml:annotationXML>
        <emma:emma xmlns:emma="http://www.w3.org/2003/04/emma" version="1.0">
          <emma:interpretation id="{DDB5C819-2730-4393-8180-DC1CEF7DD93A}" emma:medium="tactile" emma:mode="ink">
            <msink:context xmlns:msink="http://schemas.microsoft.com/ink/2010/main" type="paragraph" rotatedBoundingBox="9295,15971 15910,15802 15942,17066 9328,172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FFA7FC8-B295-42AF-9684-398A341D43F1}" emma:medium="tactile" emma:mode="ink">
              <msink:context xmlns:msink="http://schemas.microsoft.com/ink/2010/main" type="line" rotatedBoundingBox="9295,15971 15910,15802 15942,17066 9328,17235"/>
            </emma:interpretation>
          </emma:emma>
        </inkml:annotationXML>
        <inkml:traceGroup>
          <inkml:annotationXML>
            <emma:emma xmlns:emma="http://www.w3.org/2003/04/emma" version="1.0">
              <emma:interpretation id="{3BBB8C5C-5D45-4191-A6AF-5931773C4562}" emma:medium="tactile" emma:mode="ink">
                <msink:context xmlns:msink="http://schemas.microsoft.com/ink/2010/main" type="inkWord" rotatedBoundingBox="9295,15971 15910,15802 15942,17066 9328,17235"/>
              </emma:interpretation>
              <emma:one-of disjunction-type="recognition" id="oneOf0">
                <emma:interpretation id="interp0" emma:lang="en-US" emma:confidence="0.5">
                  <emma:literal>Experience</emma:literal>
                </emma:interpretation>
                <emma:interpretation id="interp1" emma:lang="en-US" emma:confidence="0.5">
                  <emma:literal>Experience e</emma:literal>
                </emma:interpretation>
                <emma:interpretation id="interp2" emma:lang="en-US" emma:confidence="0.5">
                  <emma:literal>Experience Ce</emma:literal>
                </emma:interpretation>
                <emma:interpretation id="interp3" emma:lang="en-US" emma:confidence="0">
                  <emma:literal>Experience ce</emma:literal>
                </emma:interpretation>
                <emma:interpretation id="interp4" emma:lang="en-US" emma:confidence="0">
                  <emma:literal>Experiment Ce</emma:literal>
                </emma:interpretation>
              </emma:one-of>
            </emma:emma>
          </inkml:annotationXML>
          <inkml:trace contextRef="#ctx0" brushRef="#br0">305 26,'-25'-26,"0"26,25 26,-26-26,26 25,0 1,0-1,-25-25,25 25,0 1,0-1,-26 1,26-1,0 0,-25 1,25-1,0 1,0-1,-25 0,25 1,0-1,0 26,0-26,-26 1,26-1,0 1,-25-1,25 0,0 1,-26-1,26 1,-25-1,25 0,-25-25,25 26,0-1,0 1,0-1,25-25,0 0,1 0,-1 0,1-25,-1 25,26 0,-26-51,1 51,-1 0,26-26,-26 26,1 0,24 0,-24-25,-1 25,1 0,-1-25,0 25,1 0,-1-26,1 26,-26-25</inkml:trace>
          <inkml:trace contextRef="#ctx0" brushRef="#br0" timeOffset="338.5958">305 432,'0'0,"26"-25,-1 25,1 0,-1-26,0 26,1 0,-26-25,25 25,1 0,-1-25,0 25,1 0,-26-26,25 26,1 0,-1 0,-25-25,25 25,1 0</inkml:trace>
          <inkml:trace contextRef="#ctx0" brushRef="#br0" timeOffset="705.1947">280-76,'0'0,"25"0,1 0,-26 26,51-26,-26 0,0 0,1 0,-1 0,1 0,-1 0,0-26,1 26,25 0,-26-51,0 51,1 0,-1 0,-25-25,26 25,-1-25,0 25,1 0,-1 0</inkml:trace>
          <inkml:trace contextRef="#ctx0" brushRef="#br0" timeOffset="1203.5454">1245 204,'0'25,"-25"26,25-26,-51 1,26-1,25 0,-26 1,1-1,-1 1,1-1,25 0,-25 1,-1-1,1 1,25-1,-26 0,1 1,25-1,-25-25,25 26,0-1,0-76,25 51,-25-25,0-1,25 26</inkml:trace>
          <inkml:trace contextRef="#ctx0" brushRef="#br0" timeOffset="1640.9227">991 483,'26'-51,"-26"26,0-1,25 1,-25 0,0 50,25-25,-25 25,26-25,-26 51,25-25,-25-1,26 0,-26 1,25-1,-25 1,25-26,-25 25,26 0,-1 1,1-26,-1 0,0 0,-25-26,0 1,0 0</inkml:trace>
          <inkml:trace contextRef="#ctx0" brushRef="#br0" timeOffset="2428.5933">1677 0,'-25'-25,"25"50,0 1,-51-26,51 51,0-26,0 0,-26 1,26-1,0 1,0 24,0 1,0-25,0 24,0 1,0 0,0 0,0-26,0 26,0 0,0 0,0-1,0-24,0 25,0-26,0 0,0 1,0 25,26-26,-26 0,0 1,0-1,0-50,0-1,0-24,0 24,0 1,0-1,0 1,0 0,0-1,0-25,0 26,0 0,0-26,0 25,0-24,0-1,0 25,0-24,0-1,51 0,-51 0,25 26,-25-26,51 26,-51-1,0 1,51-1,-26 26,0 0,1 0,-26 26,25-26,-25 51,0-26,0 0,0 26,0-25,-25-1,25 0,-26 1,26-1,-25 1,-26-1,26 0,-1-25,26 26,0-77</inkml:trace>
          <inkml:trace contextRef="#ctx0" brushRef="#br0" timeOffset="3475.493">2109 508,'127'0,"-102"0,1-25,-1 25,0 0,1-25,-1-1,-25 1,26 25,-26-26,25 26,-25-25,0 0,0-1,25 26,-25-25,0-1,0 1,0 0,-50 25,24 0,1 25,-1-25,1 25,0-25,-1 26,26-1,-25 1,25-1,-26-25,26 25,0 1,0-1,0 1,51-1,-51 0,26 1,-26-1,25 1,-25-1,25 0,26 1,-51-1,26-25,-26 26,25-26,-25 25,25-25,1 0,-1 0,1 0,-26-51,25 51,0-25,1 25,-1-51,-25 26,26-1,-1 1</inkml:trace>
          <inkml:trace contextRef="#ctx0" brushRef="#br0" timeOffset="4076.378">2820 178,'25'0,"1"0,-1 26,1-26,-26 25,25-25,-25 25,25-25,-25 26,26-26,-26 25,0 1,25-1,-25 0,0 1,0-1,0 1,0-1,0 0,0 1,0-1,-51 1,51-1,0 0,0 1,0-77,51 51,-51-25,26-26,-26 25,25 1,-25 0,25-26,1 25,-26 1,25 0,-25-1,26 1,-26-1,25 26,-25-25,0 0,25 25,-25-26,26 26,-26-25,0-1,0 1,0 0</inkml:trace>
          <inkml:trace contextRef="#ctx0" brushRef="#br0" timeOffset="4723.6935">3277 585,'51'25,"-26"-25,1 0,-1-25,1-1,-1 26,-25-25,25 25,1-26,-1 1,-25 0,26 25,-26-26,0 1,25 25,-25-26,0 1,0 0,0-1,25 1,-25-1,0 1,0 0,26-1,-26 1,0-1,0 1,0 0,0 50,0 0,0 26,0-25,0-1,0 0,0 1,0-1,0 1,0-1,0 0,0 1,0-1,0 1,25-26,-25 25,51-25,-26 0,1 0,-1 0,-25-25,26 25,-1-51,0 25,-25 1</inkml:trace>
          <inkml:trace contextRef="#ctx0" brushRef="#br0" timeOffset="4877.3039">3734-127,'0'0,"-25"-25</inkml:trace>
          <inkml:trace contextRef="#ctx0" brushRef="#br0" timeOffset="5868.4699">4192 305,'0'26,"25"-26,0 0,1-26,-1 26,1-25,-1 25,-25-26,25 26,-25-25,26 0,-26-1,0 1,0-1,0 1,0 0,0-1,-26 26,-24-25,24 25,1 0,-1 0,1 0,0 0,-1 25,1-25,-1 26,1-26,25 50,-25-24,25-1,0 1,-26-26,26 25,0 0,0 1,0-1,0 1,0-1,0 0,0 1,51-26,-51 25,0 1,25-26,-25 25,26 0,-1 1,1-26,-1 0,0 0,1 0,-1 0,1 0,-1-51,26 51,-26 0,26-25,-26 25,1 0,-1-26,1 26,-1 0,0 0,-25-25,26 25,-1-26</inkml:trace>
          <inkml:trace contextRef="#ctx0" brushRef="#br0" timeOffset="6448.715">4776 127,'25'-25,"1"25,-26 51,0-26,0 1,0-1,0 0,0 1,0-1,0 1,0-1,0 0,0 1,0-1,0 1,-26-26,26-51,-25 25,25 1,0 0,0-1,0 1,0-1,0 1,0 0,0-1,0 1,0-1,51 1,-51 0,25 25,0-26,1 26,-1 0,1 0,-1 0,0 0,1 0,-1 26,1-26,-1 0,0 0,1 0,-1 25,1 0,-1-25,-25 26,25-1,-25 1,0-1,26 0,-26 26,0-25,0-1,0 26,0-26,0 1,0-1,0 0,0 1,0-1,-26-25,26-25</inkml:trace>
          <inkml:trace contextRef="#ctx0" brushRef="#br0" timeOffset="6827.365">5614 178,'0'26,"-25"-26,-1 0,26 25,-25-25,-1 25,1 1,0-1,-1 1,26-1,-25 0,25 1,0-1,-26 1,26-1,0 0,0 1,0-1,51 1,-25-1,24-25,-24 0,-1 0,1 0,-1 0,-25-25,25 25,1 0,-1-51,1 51,-1-26,-25 1,25 0,-25-1</inkml:trace>
          <inkml:trace contextRef="#ctx0" brushRef="#br0" timeOffset="7404.0095">5970 280,'25'25,"0"-25,1 0,-1 0,1 0,-1 0,0-25,1-1,-1 26,1-25,-1 0,-25-1,0 1,-51 25,51-26,-51 26,1 0,24 0,1 0,-1 0,1 0,0 26,-1-1,26 26,-25-51,25 25,-26 1,26-1,-25 1,25-1,0 0,0 1,0-1,25-25,-25 26,26-26,25 0,-26 25,0-25,26 0,-25 0,24 0,1 0,-25 0,24 0,1 0,0-25,0 25,-26-26,26 26,-26-25,1 25,-1-51,1 26,-26-1,0 1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3:34.808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F6956B8E-E48D-44F0-9D7C-E74CBC98B77F}" emma:medium="tactile" emma:mode="ink">
          <msink:context xmlns:msink="http://schemas.microsoft.com/ink/2010/main" type="writingRegion" rotatedBoundingBox="336,8718 3022,8454 3119,9434 433,9698"/>
        </emma:interpretation>
      </emma:emma>
    </inkml:annotationXML>
    <inkml:traceGroup>
      <inkml:annotationXML>
        <emma:emma xmlns:emma="http://www.w3.org/2003/04/emma" version="1.0">
          <emma:interpretation id="{31BD5880-284E-4184-B9DF-F60B345C3FFE}" emma:medium="tactile" emma:mode="ink">
            <msink:context xmlns:msink="http://schemas.microsoft.com/ink/2010/main" type="paragraph" rotatedBoundingBox="336,8718 3022,8454 3119,9434 433,96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DB7E8BB-5020-44BE-A5D7-48B6E5ED16AD}" emma:medium="tactile" emma:mode="ink">
              <msink:context xmlns:msink="http://schemas.microsoft.com/ink/2010/main" type="line" rotatedBoundingBox="336,8718 3022,8454 3119,9434 433,9698"/>
            </emma:interpretation>
          </emma:emma>
        </inkml:annotationXML>
        <inkml:traceGroup>
          <inkml:annotationXML>
            <emma:emma xmlns:emma="http://www.w3.org/2003/04/emma" version="1.0">
              <emma:interpretation id="{9EDEAA42-E585-44E5-98DE-E1AE2E818154}" emma:medium="tactile" emma:mode="ink">
                <msink:context xmlns:msink="http://schemas.microsoft.com/ink/2010/main" type="inkWord" rotatedBoundingBox="336,8718 3022,8454 3119,9434 433,9698"/>
              </emma:interpretation>
              <emma:one-of disjunction-type="recognition" id="oneOf0">
                <emma:interpretation id="interp0" emma:lang="en-US" emma:confidence="0.5">
                  <emma:literal>salary</emma:literal>
                </emma:interpretation>
                <emma:interpretation id="interp1" emma:lang="en-US" emma:confidence="0.5">
                  <emma:literal>Sa lar</emma:literal>
                </emma:interpretation>
                <emma:interpretation id="interp2" emma:lang="en-US" emma:confidence="0">
                  <emma:literal>scalar</emma:literal>
                </emma:interpretation>
                <emma:interpretation id="interp3" emma:lang="en-US" emma:confidence="0">
                  <emma:literal>salwar</emma:literal>
                </emma:interpretation>
                <emma:interpretation id="interp4" emma:lang="en-US" emma:confidence="0">
                  <emma:literal>say lar</emma:literal>
                </emma:interpretation>
              </emma:one-of>
            </emma:emma>
          </inkml:annotationXML>
          <inkml:trace contextRef="#ctx0" brushRef="#br0">508 0,'-25'0,"-1"0,-24 0,24 26,1-26,25 25,-26-25,1 25,0-25,25 26,-26-1,26 1,-25-26,25 25,0 0,-26 1,26-1,0 1,0-1,0 0,0 1,51-1,-51 1,0-1,26 0,-1 1,-25-1,25 1,-25-1,0 0,0 1,0-1,0 1,-25-26,0 0,-26 0,25 0,1 0,0 0,-1 0,1 0,-1-26,1 26,0 0,25-25,-26 25,26-26</inkml:trace>
          <inkml:trace contextRef="#ctx0" brushRef="#br0" timeOffset="764.3113">915 178,'-26'0,"1"0,-1 0,1 25,0-25,-1 0,1 0,-1 26,1-1,0 1,-1-1,26 0,-25 1,25-1,0 1,-26-1,26 0,0 1,0-1,0 1,51-1,-51 0,26-25,-1 0,0 0,1 0,-1 0,-25-25,26 25,-26-25,25 25,-25-51,25 51,-25-26,26 1,-26 0,25-1,-25 1,26-1,-26 1,0 0,0-1,0 1,0-1,0 77,0 0,0-26,0 1,0-1,0 26,0-26,0 26,0-25,0-1,0 0,0 1,0-1,0 1,50-26,-50 25,26-25,-1 0,1 0,-1 0,-25-51,25 51,1-51,-26 26,25 0,1-26,-26 25,25-24,0 24,-25-25,0 26,26-26,-26 26,0-1,0 1</inkml:trace>
          <inkml:trace contextRef="#ctx0" brushRef="#br0" timeOffset="1249.8259">1524-203,'26'-51,"-26"77,-26-26,26 50,0-24,0-1,-25 1,25-1,0 0,0 1,0 25,0-26,0 0,0 26,0-25,0-1,0 26,0 0,0-26,0 26,0 0,0-26,0 26,0-26,0 26,0-26,0 1,0-1,0 1,0-1,25-25,-25-51</inkml:trace>
          <inkml:trace contextRef="#ctx0" brushRef="#br0" timeOffset="1869.811">2007 280,'51'-77,"-26"52,0 25,-75 0,24 0,1 0,-26 0,26 0,-1 0,1 0,-1 0,26 25,-25-25,25 26,0 25,0-26,-25-25,25 51,0-26,0 1,-26 24,26-24,0 25,0-26,-25 26,25-26,0 1,0-1,0 0,51-25,-26-50,26-1,-26 25,1-24,-1-1,0 0,1 0,-26 26,25-26,1 0,-26 26,25-1,-25 1,0 0,0-1,0 1,0 50,0 26,0-26,0 1,0-1,0 1,0-1,0 0,0 1,0-1,0 1,0-1,51 0,-26-25,1 0,-1 0,-25-50,25 50,1-26,-1 26,-25-51</inkml:trace>
          <inkml:trace contextRef="#ctx0" brushRef="#br0" timeOffset="2336.6839">2312 127,'0'-25,"25"25,0 0,-25 25,26-25,-26 51,0-26,25 1,-25-1,0 1,0-1,0 0,26-25,-26 26,0-1,0 1,0-52,0 1,0-1,0 1,0 0,0-1,0 1,0-1,0 1,50 0,-50-1,26 1,-1-1,1 1,-26-26,25 26,0-1,-25 1,0 0,26 25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3:38.047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0FD20C09-30BF-4116-8E52-805E92EEB04A}" emma:medium="tactile" emma:mode="ink">
          <msink:context xmlns:msink="http://schemas.microsoft.com/ink/2010/main" type="inkDrawing" rotatedBoundingBox="3175,10232 3226,8803 3597,8817 3546,10245" semanticType="verticalRange" shapeName="Other">
            <msink:sourceLink direction="with" ref="{F021CA48-70F9-4AEB-A82F-150DD88FEA52}"/>
            <msink:destinationLink direction="with" ref="{CD5A9562-C9F3-48CA-99CD-CBCAF1C605CA}"/>
          </msink:context>
        </emma:interpretation>
      </emma:emma>
    </inkml:annotationXML>
    <inkml:trace contextRef="#ctx0" brushRef="#br0">57 53,'0'-51,"-25"51,25 26,0-1,0 0,0 1,0-1,0 1,0-1,0 0,0 1,0-1,0 1,0-1,0 0,25-25,0 0,-25-50,26 50,-26-26,25 1,1-26,-1 51,-25-25,25-1,1 1,-26-1,25 1,-25 0,0-1,26 26,-26 26,0-1,0 26,0-26,0 1,0-1,0 26,0-26,25 1,-25-1,0 26,0-26,0 26,25 0,-25-26,0 26,0 0,0-26,0 26,0 0,0-26,0 26,0 0,0 0,-25-1,25 1,0-25,-25 24,25 1,0-25,-26 24,26-24,-25-1,25 1,-26-1,1 0,25 1,-25-26,25 25,-26-25,26 26,-25-26,-1 0,26-51,-25 51,0-26,25 1,-26 0,26-1,0 1,0-1,0 1,0-26,0 0,0 26,26-26,-26 0,25 1,-25-1,51 0,-26 0,1 26,50-51,-51 50,1 1,-1-1,0 1,-25 0,26-1,-26 1,25-1,-25 1,0 0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3:56.586"/>
    </inkml:context>
    <inkml:brush xml:id="br0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021CA48-70F9-4AEB-A82F-150DD88FEA52}" emma:medium="tactile" emma:mode="ink">
          <msink:context xmlns:msink="http://schemas.microsoft.com/ink/2010/main" type="writingRegion" rotatedBoundingBox="7124,11362 8385,9416 8509,9497 7248,11443">
            <msink:destinationLink direction="with" ref="{0FD20C09-30BF-4116-8E52-805E92EEB04A}"/>
          </msink:context>
        </emma:interpretation>
      </emma:emma>
    </inkml:annotationXML>
    <inkml:traceGroup>
      <inkml:annotationXML>
        <emma:emma xmlns:emma="http://www.w3.org/2003/04/emma" version="1.0">
          <emma:interpretation id="{D1D9A0B2-5593-46F6-AC55-A17A79B95EA4}" emma:medium="tactile" emma:mode="ink">
            <msink:context xmlns:msink="http://schemas.microsoft.com/ink/2010/main" type="paragraph" rotatedBoundingBox="7124,11362 8385,9416 8509,9497 7248,114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06C9358-15E9-450E-A52B-C6D2DF1DE7BE}" emma:medium="tactile" emma:mode="ink">
              <msink:context xmlns:msink="http://schemas.microsoft.com/ink/2010/main" type="line" rotatedBoundingBox="7124,11362 8385,9416 8509,9497 7248,11443"/>
            </emma:interpretation>
          </emma:emma>
        </inkml:annotationXML>
        <inkml:traceGroup>
          <inkml:annotationXML>
            <emma:emma xmlns:emma="http://www.w3.org/2003/04/emma" version="1.0">
              <emma:interpretation id="{E326A377-67D1-4BCC-A14E-3DA893C889E4}" emma:medium="tactile" emma:mode="ink">
                <msink:context xmlns:msink="http://schemas.microsoft.com/ink/2010/main" type="inkWord" rotatedBoundingBox="7124,11362 7223,11209 7347,11289 7248,11443">
                  <msink:destinationLink direction="with" ref="{CD5A9562-C9F3-48CA-99CD-CBCAF1C605CA}"/>
                </msink:context>
              </emma:interpretation>
              <emma:one-of disjunction-type="recognition" id="oneOf0">
                <emma:interpretation id="interp0" emma:lang="en-US" emma:confidence="0.5">
                  <emma:literal>goto</emma:literal>
                </emma:interpretation>
                <emma:interpretation id="interp1" emma:lang="en-US" emma:confidence="0">
                  <emma:literal>gtfo</emma:literal>
                </emma:interpretation>
                <emma:interpretation id="interp2" emma:lang="en-US" emma:confidence="0">
                  <emma:literal>•Go</emma:literal>
                </emma:interpretation>
                <emma:interpretation id="interp3" emma:lang="en-US" emma:confidence="0">
                  <emma:literal>•Cos</emma:literal>
                </emma:interpretation>
                <emma:interpretation id="interp4" emma:lang="en-US" emma:confidence="0">
                  <emma:literal>•Con</emma:literal>
                </emma:interpretation>
              </emma:one-of>
            </emma:emma>
          </inkml:annotationXML>
          <inkml:trace contextRef="#ctx0" brushRef="#br0">102 0,'0'25,"0"0,0 1,0-1,0 1,0-52,0 1,-26 25,26 25,-25 1,25-1,-51-25</inkml:trace>
          <inkml:trace contextRef="#ctx0" brushRef="#br0" timeOffset="1448.8271">25 0,'0'-26,"0"52,0-1,-25-25,25 25,0 1,0-1,0 1,25-26,26 0,-25-26,-26 1,25 25,-25-26,-25 26,25-25,-26 25,1 0</inkml:trace>
        </inkml:traceGroup>
        <inkml:traceGroup>
          <inkml:annotationXML>
            <emma:emma xmlns:emma="http://www.w3.org/2003/04/emma" version="1.0">
              <emma:interpretation id="{A8D3253C-60E7-4E65-9DE7-8E8A61E3B1E9}" emma:medium="tactile" emma:mode="ink">
                <msink:context xmlns:msink="http://schemas.microsoft.com/ink/2010/main" type="inkWord" rotatedBoundingBox="8339,9540 8408,9432 8502,9493 8433,9600"/>
              </emma:interpretation>
              <emma:one-of disjunction-type="recognition" id="oneOf1">
                <emma:interpretation id="interp5" emma:lang="en-US" emma:confidence="0.5">
                  <emma:literal>.</emma:literal>
                </emma:interpretation>
                <emma:interpretation id="interp6" emma:lang="en-US" emma:confidence="0">
                  <emma:literal>:</emma:literal>
                </emma:interpretation>
                <emma:interpretation id="interp7" emma:lang="en-US" emma:confidence="0">
                  <emma:literal>N</emma:literal>
                </emma:interpretation>
                <emma:interpretation id="interp8" emma:lang="en-US" emma:confidence="0">
                  <emma:literal>,</emma:literal>
                </emma:interpretation>
                <emma:interpretation id="interp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16834.1089">1219-1677,'26'0,"-26"26,0-52,0 1,0-1,0 1,0 0,0-1,-26 26,26 26,-25-26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4:15.040"/>
    </inkml:context>
    <inkml:brush xml:id="br0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546AC3F-F469-4AB1-96A0-E4D5091FD1AF}" emma:medium="tactile" emma:mode="ink">
          <msink:context xmlns:msink="http://schemas.microsoft.com/ink/2010/main" type="writingRegion" rotatedBoundingBox="11007,10382 11448,6903 14905,7342 14464,10821"/>
        </emma:interpretation>
      </emma:emma>
    </inkml:annotationXML>
    <inkml:traceGroup>
      <inkml:annotationXML>
        <emma:emma xmlns:emma="http://www.w3.org/2003/04/emma" version="1.0">
          <emma:interpretation id="{7968BD64-8906-44BC-91F6-52E544163382}" emma:medium="tactile" emma:mode="ink">
            <msink:context xmlns:msink="http://schemas.microsoft.com/ink/2010/main" type="paragraph" rotatedBoundingBox="11007,10382 11277,8254 11359,8264 11089,103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222639B-6BA2-437D-BE0C-2E7D0F97F38E}" emma:medium="tactile" emma:mode="ink">
              <msink:context xmlns:msink="http://schemas.microsoft.com/ink/2010/main" type="line" rotatedBoundingBox="11007,10382 11277,8253 11359,8264 11089,10393"/>
            </emma:interpretation>
          </emma:emma>
        </inkml:annotationXML>
        <inkml:traceGroup>
          <inkml:annotationXML>
            <emma:emma xmlns:emma="http://www.w3.org/2003/04/emma" version="1.0">
              <emma:interpretation id="{6251CC6E-2B3F-4DAD-B950-2B0B214C69C3}" emma:medium="tactile" emma:mode="ink">
                <msink:context xmlns:msink="http://schemas.microsoft.com/ink/2010/main" type="inkWord" rotatedBoundingBox="11013,10383 11023,10305 11083,10313 11073,10391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&lt;</emma:literal>
                </emma:interpretation>
                <emma:interpretation id="interp2" emma:lang="en-US" emma:confidence="0">
                  <emma:literal>Z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z</emma:literal>
                </emma:interpretation>
              </emma:one-of>
            </emma:emma>
          </inkml:annotationXML>
          <inkml:trace contextRef="#ctx0" brushRef="#br0">3835-915,'0'-25,"26"25,-26 25,0 1,0-1,25-25,-25-51,0 26</inkml:trace>
        </inkml:traceGroup>
        <inkml:traceGroup>
          <inkml:annotationXML>
            <emma:emma xmlns:emma="http://www.w3.org/2003/04/emma" version="1.0">
              <emma:interpretation id="{0C2CBE84-A7EE-4A2F-9420-C5D6E64986D1}" emma:medium="tactile" emma:mode="ink">
                <msink:context xmlns:msink="http://schemas.microsoft.com/ink/2010/main" type="inkWord" rotatedBoundingBox="11267,8326 11276,8254 11359,8264 11349,8336"/>
              </emma:interpretation>
              <emma:one-of disjunction-type="recognition" id="oneOf1">
                <emma:interpretation id="interp5" emma:lang="en-US" emma:confidence="0.5">
                  <emma:literal>.</emma:literal>
                </emma:interpretation>
                <emma:interpretation id="interp6" emma:lang="en-US" emma:confidence="0">
                  <emma:literal>s</emma:literal>
                </emma:interpretation>
                <emma:interpretation id="interp7" emma:lang="en-US" emma:confidence="0">
                  <emma:literal>,</emma:literal>
                </emma:interpretation>
                <emma:interpretation id="interp8" emma:lang="en-US" emma:confidence="0">
                  <emma:literal>6</emma:literal>
                </emma:interpretation>
                <emma:interpretation id="interp9" emma:lang="en-US" emma:confidence="0">
                  <emma:literal>f</emma:literal>
                </emma:interpretation>
              </emma:one-of>
            </emma:emma>
          </inkml:annotationXML>
          <inkml:trace contextRef="#ctx0" brushRef="#br0" timeOffset="1148.2793">4089-2998,'0'26,"26"-26,-26 25,25-25,1 0,-52 0,26 26,-25-26</inkml:trace>
        </inkml:traceGroup>
      </inkml:traceGroup>
    </inkml:traceGroup>
    <inkml:traceGroup>
      <inkml:annotationXML>
        <emma:emma xmlns:emma="http://www.w3.org/2003/04/emma" version="1.0">
          <emma:interpretation id="{A9B0F6F4-50AB-46D9-B4CC-6C37AF0E8C56}" emma:medium="tactile" emma:mode="ink">
            <msink:context xmlns:msink="http://schemas.microsoft.com/ink/2010/main" type="paragraph" rotatedBoundingBox="12654,9580 12849,9694 12776,9819 12581,970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CC80D71-87B8-498A-BFEC-ADBE1B28C9F0}" emma:medium="tactile" emma:mode="ink">
              <msink:context xmlns:msink="http://schemas.microsoft.com/ink/2010/main" type="line" rotatedBoundingBox="12654,9580 12849,9694 12776,9819 12581,9705"/>
            </emma:interpretation>
          </emma:emma>
        </inkml:annotationXML>
        <inkml:traceGroup>
          <inkml:annotationXML>
            <emma:emma xmlns:emma="http://www.w3.org/2003/04/emma" version="1.0">
              <emma:interpretation id="{70648544-1820-4CC5-84E4-240C771C93C2}" emma:medium="tactile" emma:mode="ink">
                <msink:context xmlns:msink="http://schemas.microsoft.com/ink/2010/main" type="inkWord" rotatedBoundingBox="12654,9580 12849,9694 12776,9819 12581,9705"/>
              </emma:interpretation>
              <emma:one-of disjunction-type="recognition" id="oneOf2">
                <emma:interpretation id="interp10" emma:lang="en-US" emma:confidence="0.5">
                  <emma:literal>unsend</emma:literal>
                </emma:interpretation>
                <emma:interpretation id="interp11" emma:lang="en-US" emma:confidence="0">
                  <emma:literal>mad</emma:literal>
                </emma:interpretation>
                <emma:interpretation id="interp12" emma:lang="en-US" emma:confidence="0">
                  <emma:literal>nan</emma:literal>
                </emma:interpretation>
                <emma:interpretation id="interp13" emma:lang="en-US" emma:confidence="0">
                  <emma:literal>nans</emma:literal>
                </emma:interpretation>
                <emma:interpretation id="interp14" emma:lang="en-US" emma:confidence="0">
                  <emma:literal>ingang</emma:literal>
                </emma:interpretation>
              </emma:one-of>
            </emma:emma>
          </inkml:annotationXML>
          <inkml:trace contextRef="#ctx0" brushRef="#br0" timeOffset="2608.0875">5486-1575,'0'25,"26"1,-1-26,-25 25,26-25,-1 25,0-25,-75 0,24 0,26-25,0 0,-25 25,25-26,-26 26,1 0,25-25,-25 25,-1 0,52 25,24 1,-50-1,26-25,-1 25,1-25,-26 26,0-52,25 1,-25 0,0-1,0 1,0-1</inkml:trace>
        </inkml:traceGroup>
      </inkml:traceGroup>
    </inkml:traceGroup>
    <inkml:traceGroup>
      <inkml:annotationXML>
        <emma:emma xmlns:emma="http://www.w3.org/2003/04/emma" version="1.0">
          <emma:interpretation id="{E45B7F72-864C-4210-B99F-897A56DD344E}" emma:medium="tactile" emma:mode="ink">
            <msink:context xmlns:msink="http://schemas.microsoft.com/ink/2010/main" type="paragraph" rotatedBoundingBox="14629,8783 13544,7236 13706,7122 14791,867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A9BCC63E-86AC-466D-AA6A-1BB5834B5361}" emma:medium="tactile" emma:mode="ink">
              <msink:context xmlns:msink="http://schemas.microsoft.com/ink/2010/main" type="inkBullet" rotatedBoundingBox="14629,8783 14520,8628 14682,8515 14791,8670"/>
            </emma:interpretation>
            <emma:one-of disjunction-type="recognition" id="oneOf3">
              <emma:interpretation id="interp15" emma:lang="en-US" emma:confidence="1">
                <emma:literal>a</emma:literal>
              </emma:interpretation>
              <emma:interpretation id="interp16" emma:lang="en-US" emma:confidence="0">
                <emma:literal>G</emma:literal>
              </emma:interpretation>
              <emma:interpretation id="interp17" emma:lang="en-US" emma:confidence="0">
                <emma:literal>.</emma:literal>
              </emma:interpretation>
              <emma:interpretation id="interp18" emma:lang="en-US" emma:confidence="0">
                <emma:literal>A</emma:literal>
              </emma:interpretation>
              <emma:interpretation id="interp19" emma:lang="en-US" emma:confidence="0">
                <emma:literal>S</emma:literal>
              </emma:interpretation>
            </emma:one-of>
          </emma:emma>
        </inkml:annotationXML>
        <inkml:trace contextRef="#ctx0" brushRef="#br0" timeOffset="4846.2197">7366-2642,'0'25,"0"-50,25 76,-25 0,0-77,0 1,0 50,26-25,-26 26,25-26,1 0,-1 0,0 0,1 0,-26-26,0 1,0-1,0 1,0 0,-26 25,26 50,-25-50,25 26,-25-1,25 1,0-52,0 1,0-1,0 1,0 0,0-1,0 1</inkml:trace>
      </inkml:traceGroup>
      <inkml:traceGroup>
        <inkml:annotationXML>
          <emma:emma xmlns:emma="http://www.w3.org/2003/04/emma" version="1.0">
            <emma:interpretation id="{1E3D1694-4DAB-4D8C-97A6-17ED63B2963A}" emma:medium="tactile" emma:mode="ink">
              <msink:context xmlns:msink="http://schemas.microsoft.com/ink/2010/main" type="line" rotatedBoundingBox="13651,7342 13566,7221 13687,7136 13772,7257"/>
            </emma:interpretation>
          </emma:emma>
        </inkml:annotationXML>
        <inkml:traceGroup>
          <inkml:annotationXML>
            <emma:emma xmlns:emma="http://www.w3.org/2003/04/emma" version="1.0">
              <emma:interpretation id="{C2C04F48-F480-4589-B752-7AE84B677975}" emma:medium="tactile" emma:mode="ink">
                <msink:context xmlns:msink="http://schemas.microsoft.com/ink/2010/main" type="inkWord" rotatedBoundingBox="13651,7342 13566,7221 13687,7136 13772,7257"/>
              </emma:interpretation>
              <emma:one-of disjunction-type="recognition" id="oneOf4">
                <emma:interpretation id="interp20" emma:lang="en-US" emma:confidence="0.5">
                  <emma:literal>°</emma:literal>
                </emma:interpretation>
                <emma:interpretation id="interp21" emma:lang="en-US" emma:confidence="0">
                  <emma:literal>c</emma:literal>
                </emma:interpretation>
                <emma:interpretation id="interp22" emma:lang="en-US" emma:confidence="0">
                  <emma:literal>o</emma:literal>
                </emma:interpretation>
                <emma:interpretation id="interp23" emma:lang="en-US" emma:confidence="0">
                  <emma:literal>.</emma:literal>
                </emma:interpretation>
                <emma:interpretation id="interp24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3577.9131">6426-3963,'26'-25,"-26"50,0 1,25-26,0 0,-25-26,26 26,-26-25,25-1,-25 1,-51 0,26 25,0 0,-1 0,26 25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4:21.035"/>
    </inkml:context>
    <inkml:brush xml:id="br0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75C75D6-F0BA-4933-B51F-E1D25A856AB6}" emma:medium="tactile" emma:mode="ink">
          <msink:context xmlns:msink="http://schemas.microsoft.com/ink/2010/main" type="writingRegion" rotatedBoundingBox="15189,6273 16332,6273 16332,8051 15189,8051"/>
        </emma:interpretation>
      </emma:emma>
    </inkml:annotationXML>
    <inkml:traceGroup>
      <inkml:annotationXML>
        <emma:emma xmlns:emma="http://www.w3.org/2003/04/emma" version="1.0">
          <emma:interpretation id="{44387E65-DD0F-4BFE-B465-296543ECF27A}" emma:medium="tactile" emma:mode="ink">
            <msink:context xmlns:msink="http://schemas.microsoft.com/ink/2010/main" type="paragraph" rotatedBoundingBox="15189,6273 16332,6273 16332,8051 15189,80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8591CD1-19FF-4B0C-AC11-89AE75C2D50E}" emma:medium="tactile" emma:mode="ink">
              <msink:context xmlns:msink="http://schemas.microsoft.com/ink/2010/main" type="line" rotatedBoundingBox="15189,6273 16332,6273 16332,8051 15189,8051"/>
            </emma:interpretation>
          </emma:emma>
        </inkml:annotationXML>
        <inkml:traceGroup>
          <inkml:annotationXML>
            <emma:emma xmlns:emma="http://www.w3.org/2003/04/emma" version="1.0">
              <emma:interpretation id="{5E066BCE-F698-419D-A506-3722F255E3FA}" emma:medium="tactile" emma:mode="ink">
                <msink:context xmlns:msink="http://schemas.microsoft.com/ink/2010/main" type="inkWord" rotatedBoundingBox="15189,6273 16332,6273 16332,8051 15189,8051"/>
              </emma:interpretation>
              <emma:one-of disjunction-type="recognition" id="oneOf0">
                <emma:interpretation id="interp0" emma:lang="en-US" emma:confidence="0.5">
                  <emma:literal>:</emma:literal>
                </emma:interpretation>
                <emma:interpretation id="interp1" emma:lang="en-US" emma:confidence="0">
                  <emma:literal>.</emma:literal>
                </emma:interpretation>
                <emma:interpretation id="interp2" emma:lang="en-US" emma:confidence="0">
                  <emma:literal>;</emma:literal>
                </emma:interpretation>
                <emma:interpretation id="interp3" emma:lang="en-US" emma:confidence="0">
                  <emma:literal>"</emma:literal>
                </emma:interpretation>
                <emma:interpretation id="interp4" emma:lang="en-US" emma:confidence="0">
                  <emma:literal>`</emma:literal>
                </emma:interpretation>
              </emma:one-of>
            </emma:emma>
          </inkml:annotationXML>
          <inkml:trace contextRef="#ctx0" brushRef="#br0">8001-4928,'0'0,"25"25,1-25,-26 26,25-26,1 0,-26-26,25 26,-25-25,0 0,0-1,-25 26,-1 0,26 26,0-1,0-50,0-1</inkml:trace>
          <inkml:trace contextRef="#ctx0" brushRef="#br0" timeOffset="1402.2739">9042-3277,'0'25,"0"1,26-26,-26 25,25-25,1 0,-26-25,25-1,-25 1,0 0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4:27.425"/>
    </inkml:context>
    <inkml:brush xml:id="br0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01F32F7-72BC-49FA-BA9E-8A16B962F0D6}" emma:medium="tactile" emma:mode="ink">
          <msink:context xmlns:msink="http://schemas.microsoft.com/ink/2010/main" type="writingRegion" rotatedBoundingBox="16205,4673 16484,4673 16484,4749 16205,4749"/>
        </emma:interpretation>
      </emma:emma>
    </inkml:annotationXML>
    <inkml:traceGroup>
      <inkml:annotationXML>
        <emma:emma xmlns:emma="http://www.w3.org/2003/04/emma" version="1.0">
          <emma:interpretation id="{5314FABB-ADBB-4238-8F27-26812252B3F2}" emma:medium="tactile" emma:mode="ink">
            <msink:context xmlns:msink="http://schemas.microsoft.com/ink/2010/main" type="paragraph" rotatedBoundingBox="16205,4673 16484,4673 16484,4749 16205,47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6C4CACD-4054-4831-B312-65FF951779A5}" emma:medium="tactile" emma:mode="ink">
              <msink:context xmlns:msink="http://schemas.microsoft.com/ink/2010/main" type="line" rotatedBoundingBox="16205,4673 16484,4673 16484,4749 16205,4749"/>
            </emma:interpretation>
          </emma:emma>
        </inkml:annotationXML>
        <inkml:traceGroup>
          <inkml:annotationXML>
            <emma:emma xmlns:emma="http://www.w3.org/2003/04/emma" version="1.0">
              <emma:interpretation id="{16F7B34F-B684-42F8-8422-D597B41BAD8C}" emma:medium="tactile" emma:mode="ink">
                <msink:context xmlns:msink="http://schemas.microsoft.com/ink/2010/main" type="inkWord" rotatedBoundingBox="16205,4673 16484,4673 16484,4749 16205,4749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~</emma:literal>
                </emma:interpretation>
                <emma:interpretation id="interp2" emma:lang="en-US" emma:confidence="0">
                  <emma:literal>-</emma:literal>
                </emma:interpretation>
                <emma:interpretation id="interp3" emma:lang="en-US" emma:confidence="0">
                  <emma:literal>_</emma:literal>
                </emma:interpretation>
                <emma:interpretation id="interp4" emma:lang="en-US" emma:confidence="0">
                  <emma:literal>:</emma:literal>
                </emma:interpretation>
              </emma:one-of>
            </emma:emma>
          </inkml:annotationXML>
          <inkml:trace contextRef="#ctx0" brushRef="#br0">279 3,'0'0,"-50"51,24-51,26 25,0-50,0-1,-25 26,-26 0,26 0,-1 0,1 0,-1 0,26-25,-25 25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4:29.028"/>
    </inkml:context>
    <inkml:brush xml:id="br0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78C5BED-025F-4A16-A1FB-DCF04BEAF1ED}" emma:medium="tactile" emma:mode="ink">
          <msink:context xmlns:msink="http://schemas.microsoft.com/ink/2010/main" type="writingRegion" rotatedBoundingBox="18262,8178 18339,8178 18339,8280 18262,8280"/>
        </emma:interpretation>
      </emma:emma>
    </inkml:annotationXML>
    <inkml:traceGroup>
      <inkml:annotationXML>
        <emma:emma xmlns:emma="http://www.w3.org/2003/04/emma" version="1.0">
          <emma:interpretation id="{C0C85D50-04B7-4BE3-B970-013759D3B9E1}" emma:medium="tactile" emma:mode="ink">
            <msink:context xmlns:msink="http://schemas.microsoft.com/ink/2010/main" type="paragraph" rotatedBoundingBox="18262,8178 18339,8178 18339,8280 18262,82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287E090-927D-434A-B4F3-8C1D93296DDD}" emma:medium="tactile" emma:mode="ink">
              <msink:context xmlns:msink="http://schemas.microsoft.com/ink/2010/main" type="line" rotatedBoundingBox="18262,8178 18339,8178 18339,8280 18262,8280"/>
            </emma:interpretation>
          </emma:emma>
        </inkml:annotationXML>
        <inkml:traceGroup>
          <inkml:annotationXML>
            <emma:emma xmlns:emma="http://www.w3.org/2003/04/emma" version="1.0">
              <emma:interpretation id="{0B4A3435-0A07-43B0-930D-7705E4D0509A}" emma:medium="tactile" emma:mode="ink">
                <msink:context xmlns:msink="http://schemas.microsoft.com/ink/2010/main" type="inkWord" rotatedBoundingBox="18262,8178 18339,8178 18339,8280 18262,8280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*</emma:literal>
                </emma:interpretation>
                <emma:interpretation id="interp2" emma:lang="en-US" emma:confidence="0">
                  <emma:literal>q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9</emma:literal>
                </emma:interpretation>
              </emma:one-of>
            </emma:emma>
          </inkml:annotationXML>
          <inkml:trace contextRef="#ctx0" brushRef="#br0">81 0,'-26'0,"26"26,0-1,0 0,0-50,26 25,-26-25,-26 25,1 0,25 25,0 0,-26-25,26 26,0-77,0 26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/>
  <inkml:traceGroup>
    <inkml:annotationXML>
      <emma:emma xmlns:emma="http://www.w3.org/2003/04/emma" version="1.0">
        <emma:interpretation id="{81E1880A-6D35-4972-BE3F-27087454A5B7}" emma:medium="tactile" emma:mode="ink">
          <msink:context xmlns:msink="http://schemas.microsoft.com/ink/2010/main" type="writingRegion" rotatedBoundingBox="21431,6610 25449,6398 25502,7417 21484,7629"/>
        </emma:interpretation>
      </emma:emma>
    </inkml:annotationXML>
  </inkml:traceGroup>
</inkml:ink>
</file>

<file path=ppt/ink/ink15.xml><?xml version="1.0" encoding="utf-8"?>
<inkml:ink xmlns:inkml="http://www.w3.org/2003/InkML">
  <inkml:definitions/>
  <inkml:traceGroup>
    <inkml:annotationXML>
      <emma:emma xmlns:emma="http://www.w3.org/2003/04/emma" version="1.0">
        <emma:interpretation id="{D7BF188A-6922-4F3D-B308-5E9CEFDB03CB}" emma:medium="tactile" emma:mode="ink">
          <msink:context xmlns:msink="http://schemas.microsoft.com/ink/2010/main" type="writingRegion" rotatedBoundingBox="21207,6440 22961,8939 21938,9657 20184,7158"/>
        </emma:interpretation>
      </emma:emma>
    </inkml:annotationXML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4:30.451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035F1EEF-C7F0-4BB0-B55C-7675B0FA3001}" emma:medium="tactile" emma:mode="ink">
          <msink:context xmlns:msink="http://schemas.microsoft.com/ink/2010/main" type="inkDrawing" rotatedBoundingBox="5530,13000 20348,3275 20622,3693 5804,13419" semanticType="underline" shapeName="Other">
            <msink:sourceLink direction="with" ref="{1D187363-7CFC-4D33-B580-B745BBD6FD03}"/>
          </msink:context>
        </emma:interpretation>
      </emma:emma>
    </inkml:annotationXML>
    <inkml:trace contextRef="#ctx0" brushRef="#br0">25 9753,'0'-25,"-25"25,25-26,25 26,-25-25,25 25,1 0,-26-25,25 25,-25-26,26 1,-26-1,25 26,-25-25,25 25,1 0,-1 0,-25-25,26 25,-1 0,0 0,-25-26,26 26,-1 0,1 0,-1 0,0 0,-25-25,26 25,-1 0,-25-26,26 26,-1-25,0 0,1 25,-26-26,25 1,1-1,-1 1,0 0,1-1,-26 1,25 25,1-26,-1 1,0 0,1 25,-1-26,1 1,-1-1,0 1,1 0,-1-1,1 26,-26-25,25 25,0-26,1 1,-1 25,-25-25,26 25,-26-26,25 26,0-25,1 25,-1 0,1 0,-1 0,-25-26,25 26,1 0,-1-25,1 0,-1-1,0 26,1-25,-1 25,1 0,-26-26,25 26,0 0,-25-25,26 25,-1-25,1 25,-1-26,0 26,-25-25,26 25,-1 0,-25-26,26 26,-26-25,25 25,-25-25,25 25,1-26,-1 1,1 25,-1-26,0 26,-25-25,26 25,-1 0,1-25,-1 25,-25-26,25 26,1-25,-1 25,-25-26,26 26,-1-25,0 0,1-1,-1 26,-25-25,26 25,-1-26,0 26,-25-25,26 25,-26-25,25 25,-25-26,26 26,-1 0,-25-25,25 25,-25-26,26 26,-26-25,25 25,1-25,-1-1,0 1,1 25,-1-26,1 1,-1 0,0 25,-25-26,26 26,-26-25,25 25,-25-26,26 26,-1-25,0 0,1-1,-1 1,1 25,-26-26,25 1,0 25,1-25,-26-1,25 26,1-25,-1-1,-25 1,25 25,1-25,-26-1,25 26,1-25,-1-1,0 26,-25-25,26 25,-26-25,25 25,1-26,-1 1,0-1,-25 1,26 25,-1-25,1 25,-1-26,0 1,1-1,-1 26,1-25,-26 0,25 25,0 0,-25-26,26 26,-1-25,1 25,-26-26,25 26,-25-25,25 25,1-25,-26-1,25 26,1-25,-1-1,0 1,1 0,-1-1,1 1,-1 25,-25-26,25 26,-25-25,26 25,-26-25,25 25,-25-26,26 1,-1 25,-25-26,25 1,1 25,-26-25,25-1,1 26,-26-25,25 25,-25-26,25 26,-25-25,26 25,-26-25,25 25,1-26,-1 1,0-1,1 26,-26-25,25 25,-25-25,26 25,-26-26,25 26,0-25,1-1,-1 26,-25-25,26 25,-26-25,25 25,-25-26,25 26,1-25,-1 25,1-26,-1 26,-25-25,25 25,1-25,-1 25,1-26,-1 26,0-25,1 25,-1-26,1 26,-1-25,0 25,1-25,-1 25,1-26,-1 26,0-25,1 25,-26-26,25 26,1-25,-1 25,-25-25,25 25,-25-26,26 26,-26-25,25 25,1-26,-1 1,26 25,-26-25,1-1,-1 26,26-25,-26 25,1-26,-1 26,0-25,1 25,-1-25,1 25,-1-26,0 26,1-25,-1-1,1 26,-26-25,25 25,0-25,1-1,-1 26,1-25,-1 25,-25-26,25 26,1 0,-1-25,1 25,-1-25,0 25,1 0,-1-26,1 26,-1 0,0-25,1 25,-1 0,-25-26,26 26,-1-25,0 0,1-1,-1 26,-25-25,26 25,-26-26,25 26,0-25,1 25,-1-25,1-1,-1 26,0-25,1 25,-1 0,1-26,-1 26,0-25,1 25,-1 0,-25-25,26 25,-1-26,0 26,-25-25,26 25,-1-26,1 1,-1 25,0-25,1-1,-1 1,1-1,-1 26,0-25,-25 0,26 25,-1-26,1 26,-26-25,25 25,0-26,1 26,-26-25,25 25,1-25,-1 25,-25-26,25 26,1-25,-1 25,1-26,-1 1,0 25,1-25,-1 25,1-26,-1 1,0 25,1-26,-1 1,1 25,-1-25,0-1,1 1,-1 25,-25-26,26 1,-1 0,0 25,1-26,-26 1,25 25,1-26,-1 1,0 0,1 25,-1-26,1 26,-26-25,25-1,0 26,1-25,-1 25,1-25,-1-1,0 26,-25-25,26 25,-1-26,1 1,-1 25,-25-25,25-1,1 26,-26-25,25 25,1-26,-1 26,0-25,1 25,-1-25,1 25,-26-26,25 26,0 0,-25-25,26 25,-1-26,1 26,-1 0,0 0,-25-25,26 25,-1-25,1 25,-1-26,0 26,1-25,-1 25,1-26,-1 26,0-25,1 25,-1-25,1 25,-1-26,0 26,1-25,-1 25,1-26,-1 26,0-25,1 25,-1-25,1 25,-1 0,-25-26,25 26,1 0,-26-25,25 25,1 0,-1-26,0 26,1-25,-1 25,1 0,-1-25,0 25,1 0,-1-26,1 26,-1-25,0 25,1 0,-1-26,1 26,-1 0,0 0,1-25,-1 25,1 0,-1-25,0 25,1 0,-26-26,25 26,1 0,-26-25,25 25,0 0,-25-26,26 26,-1 0,-25-25,26 25,-1-25,0-1,1 26,-26-25,25-1,1 26,-1-25,0 25,1-25,-1-1,1 1,-1-1,0 1,1 0,-1-1,1 1,-1-1,0 1,1 25,-1-25,1-1,-1 26,0-25,-25-1,26 26,-1-25,1 25,-26-25,25-1,0 26,-25-25,26-1,-1 26,-25-25,26 25,-1-25,-25-1,25 26,1-25,-26-1,25 26,1-25,-1 25,0-25,1-1,-1 26,1-25,-1-1,0 1,1 0,-1 25,1-26,-1 1,0-1,1 1,-1 0,1 25,-1-26,0 1,1 25,-1-26,1 26,-1-25,26 0,-26-1,1 26,-1-25,0-1,1 26,-1-25,1 0,-1 25,0-26,1 26,-1-25,1 25,-1-26,0 26,1-25,-1 25,1-25,-1 25,0-26,1 26,25-25,-26-1,0 26,1-25,-1 25,1-25,-1-1,0 26,1-25,-1 25,1-26,-1 26,0-25,1 25,-1-25,1 25,-1-26,0 1,1-1,-1 26,1-25,-1 25,0-25,1 25,-1-26,1 26,-26-25,25 25,0 0,1-26,-1 26,1-25,-1 25,0 0,1-25,-1 25,1-26,-1 26,0-25,1 25,-1-26,1 1,-1 25,0-25,1-1,-1 26,1-25,24-1,-24 26,-1-25,1 0,24 25,-24-26,25 26,-26-25,0-1,1 26,-1-25,1 0,-1 25,0-26,1 26,-26-25,25-1,1 1,-26 0,25-1,-25 1,25 25,1-26,-26 1,25 25,26-25,-26-1,26 26,-25-25,24-1,1 1,0 25,0-25,25-1,-51 1,26-1,0 26,-26-25,1 25,-1-25,1 25,-1 0,-25-26,25 1,-25-1,26 26,-1 0,-25-25,-51 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4:46.026"/>
    </inkml:context>
    <inkml:brush xml:id="br0">
      <inkml:brushProperty name="width" value="0.11667" units="cm"/>
      <inkml:brushProperty name="height" value="0.11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820CACD-5AFA-41A6-BE39-784191F8F0C6}" emma:medium="tactile" emma:mode="ink">
          <msink:context xmlns:msink="http://schemas.microsoft.com/ink/2010/main" type="inkDrawing" rotatedBoundingBox="4111,9646 8632,9429 8640,9588 4118,9806" semanticType="callout" shapeName="Other">
            <msink:sourceLink direction="with" ref="{F9947896-2E6C-4AB0-9108-5442C3AF9E4E}"/>
            <msink:sourceLink direction="with" ref="{9946B38A-3842-4EAF-8519-D97A50EEE062}"/>
          </msink:context>
        </emma:interpretation>
      </emma:emma>
    </inkml:annotationXML>
    <inkml:trace contextRef="#ctx0" brushRef="#br0">152 203,'0'0,"-102"26,102-1,-25-25,25 26,-25-26,25-26,25 26,0 0,-25-25,26 25,-1 0,1 0,-1 0,0 0,1 0,-1 0,1 0,-1 0,0 0,1 0,-1-26,1 26,-1 0,0 0,-25-25,26 25,-1 0,1 0,-1 25,0-25,-25 26,26-26,-1 0,1 0,-1 0,0 0,-25 25,26-25,-26 26,25-26,1 0,-1 0,0 0,1 0,-26 25,25-25,1 0,-1 0,0 0,1 0,-1 0,1 0,-1 0,0 0,1 0,-1 0,-25-25,26 25,-1 0,0-26,1 26,-1 0,1-25,-1 25,0 0,1 0,-1 0,1 0,-1 0,0 0,1 0,-26-26,25 26,1 0,-1 0,0 0,1 0,-1 0,1 0,-1 0,0 0,1 0,-1 0,1 0,-1 0,0 0,1 0,-1 0,1 0,-1 0,0 0,1 0,-1 0,1 0,-1 0,0 0,1 0,-1 0,1 0,-1 0,0-25,1 25,-1 0,1 0,-1-25,0 25,1 0,-1 0,1 0,-1 0,0 0,1 0,-1 0,1 0,-1 0,0 0,1 0,-1 0,1 0,-1-26,0 26,1 0,-1 0,1 0,-1 0,0 0,1 0,-1 0,1 0,-1 0,0 0,1 0,-1 0,1-25,-1 25,0 0,1 0,-1-26,1 26,-1 0,0 0,1 0,-1 0,1 0,-1 0,0 0,1 0,-1 0,1 0,-1 0,0 0,1 0,-1 0,1 0,-1 0,0 0,1 0,-1 0,1 0,-1 0,0 0,1 0,-1 0,1 0,-1 0,0 0,1 0,-1 0,1 0,-1 0,0 0,-25 26,26-26,-26 25,25-25,1 0,-1 0,0 0,1 0,-1 0,1 0,-1-25,0 25,1 0,-26-26,51 26,-26 0,0 0,1 0,-1 0,1 0,-1-25,0 25,1 0,-52 0,26-25,0-1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4:56.328"/>
    </inkml:context>
    <inkml:brush xml:id="br0">
      <inkml:brushProperty name="width" value="0.11667" units="cm"/>
      <inkml:brushProperty name="height" value="0.11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9947896-2E6C-4AB0-9108-5442C3AF9E4E}" emma:medium="tactile" emma:mode="ink">
          <msink:context xmlns:msink="http://schemas.microsoft.com/ink/2010/main" type="inkDrawing" rotatedBoundingBox="8148,15532 8483,9519 8772,9535 8437,15548" semanticType="verticalRange" shapeName="Other">
            <msink:sourceLink direction="with" ref="{F851A186-AF78-465F-84AC-A3ABCB7D1E8E}"/>
            <msink:sourceLink direction="with" ref="{297BA178-56F5-431F-876F-45BBCE3E39C2}"/>
            <msink:destinationLink direction="with" ref="{B820CACD-5AFA-41A6-BE39-784191F8F0C6}"/>
          </msink:context>
        </emma:interpretation>
      </emma:emma>
    </inkml:annotationXML>
    <inkml:trace contextRef="#ctx0" brushRef="#br0">212 0,'26'0,"-1"0,1 0,-26 26,0-1,0 1,0-1,0 0,0 1,0-1,0 1,0-1,0 0,0 1,25-26,-25 25,0 1,0-1,0 0,0 1,0-1,0 1,-25-1,25 0,0 1,0-1,0 1,0-1,0 0,0 1,0-1,0 1,0-1,0 0,0 1,0-1,-26-25,26 26,0-1,0 0,51 1,-51-1,51-25,-51 26,25-26,-25 25,26-25,-26 25,25-25,-25 26,0-1,0 1,-25-26,25 25,-51-25,51 25,-26 1,1-26,25 25,0 1,-25-26,25 25,0 0,0 1,0-1,0 1,0-1,0 0,0 1,-26-26,26 25,0 1,-25-26,25 25,0 0,0 1,0-1,0 1,0-1,0 0,0 1,0-1,25-25,-25 26,0-1,0 0,0 1,-25-1,25 1,-26-1,26 0,0 1,0-1,0 1,0-1,0 0,0 1,0-1,0 1,0-1,0 0,-25-25,25 26,0-1,0 1,0-1,0 0,-25-25,25 26,0-1,-26 1,26-1,0 0,0 1,-25-1,25 1,0-1,0 0,0 1,0-1,0 1,0-1,0 0,0 1,0-1,0 1,0-1,-26 0,26 1,0-1,0 1,0-1,0 0,0 1,0-1,-25-25,25 26,0-1,0 0,0 1,0 25,0-26,0 0,0 1,0-1,0 1,0-1,0 0,0 1,0-1,0 1,0-1,0 0,0 1,0-1,0 1,0-1,0 0,0 1,0 25,0-26,0 0,0 1,0-1,0 1,-25-1,25 0,0 1,0-1,0 1,-26-1,26 0,0 1,0-1,0 1,0-1,0 0,0 1,0-1,26 1,-26-1,0 0,0 1,0-1,0 1,0-1,0 0,0 1,0-1,0 1,0-1,0 0,0 1,-26-1,26 1,0-1,0 0,0 1,0-1,0 1,0-1,0 0,0 1,0-1,0 1,0-1,0 0,0 1,0-1,0 1,0-1,0 0,0 1,0-1,0 1,0-1,0 0,0 1,0-1,0 1,0-1,26-25,-26 25,0 1,0-1,25 1,-25-1,0 0,0 1,0-1,0 1,0-1,0 0,0 1,0-1,25-25,-25 26,0-1,0 0,0 1,26-1,-26 1,0-1,0 0,0 1,0-1,0 1,0-1,0 0,0 1,0-1,0 1,0-1,0 0,0 1,-26-26,26 25,0-76,-25 51,25-25,0 0,-25-1,25 1,0-1,-26 1,26 0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4:58.837"/>
    </inkml:context>
    <inkml:brush xml:id="br0">
      <inkml:brushProperty name="width" value="0.11667" units="cm"/>
      <inkml:brushProperty name="height" value="0.11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966486C-694D-41F2-AC33-1DAEB1C8309E}" emma:medium="tactile" emma:mode="ink">
          <msink:context xmlns:msink="http://schemas.microsoft.com/ink/2010/main" type="inkDrawing" rotatedBoundingBox="4620,11988 8584,11648 8596,11787 4632,12127" semanticType="underline" shapeName="Other"/>
        </emma:interpretation>
      </emma:emma>
    </inkml:annotationXML>
    <inkml:trace contextRef="#ctx0" brushRef="#br0">0 356,'0'-26,"25"26,0 0,1 0,-1 0,1 0,-1 0,0 0,1 0,-1 0,1 0,-1 0,0 0,1 0,-1 0,1 0,-1 0,0-25,1 25,-1 0,1 0,-1 0,0 0,1 0,-1 0,1 0,-1 0,0 0,1 0,-1 0,1 0,-1 0,0 0,1 0,-1 0,1 0,-1 0,0 0,1 0,-1 0,1 0,-1 0,0 0,1 0,-1 0,1 0,-1 0,0 0,1 0,-1 0,1 0,-1 0,0 0,1 0,-1 0,1 0,-1 0,0 0,1 0,-1 0,1 0,-1 0,0 0,1 0,-1 0,1 0,-1 0,0 0,1 0,-1 0,1 0,-1 0,0 0,1 0,-1 0,1 0,-1 0,0-26,1 26,-1 0,1 0,-1 0,0 0,-25-25,26 25,-1 0,1 0,-1 0,0 0,1 0,-1 0,1 0,-1 0,0 0,1-25,-1 25,1 0,-1 0,0 0,-25-26,26 26,-1 0,1 0,-26-25,25 25,0 0,1 0,-1 0,1-26,-1 26,0 0,1 0,-1 0,1 0,-1 0,0 0,1-25,-1 25,1 0,-1 0,0 0,1 0,-1 0,-25-25,26 25,-1 0,0 0,1 0,-1 0,1 0,-1 0,0-26,1 26,-1 0,1 0,-1 0,0 0,1 0,-1 0,1 0,-1 0,0 0,1 0,-1 0,1 0,-1 0,0 0,1 0,-1 0,1 0,-1 0,0 0,1 0,-26-25,25 25,1 0,-26-26,25 26,0 0,1 0,-1 0,-25-25,26 25,-1 0,-50 0,25 25,-26-25,1 0,-1 0,1 0,0 0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4:50.900"/>
    </inkml:context>
    <inkml:brush xml:id="br0">
      <inkml:brushProperty name="width" value="0.11667" units="cm"/>
      <inkml:brushProperty name="height" value="0.11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50B0328-4C9A-4E64-B70C-9674324A4A9D}" emma:medium="tactile" emma:mode="ink">
          <msink:context xmlns:msink="http://schemas.microsoft.com/ink/2010/main" type="writingRegion" rotatedBoundingBox="3856,9783 4395,10416 3896,10841 3357,10208"/>
        </emma:interpretation>
      </emma:emma>
    </inkml:annotationXML>
    <inkml:traceGroup>
      <inkml:annotationXML>
        <emma:emma xmlns:emma="http://www.w3.org/2003/04/emma" version="1.0">
          <emma:interpretation id="{1E380F39-9022-4163-B530-8E4F7A4CBF2C}" emma:medium="tactile" emma:mode="ink">
            <msink:context xmlns:msink="http://schemas.microsoft.com/ink/2010/main" type="paragraph" rotatedBoundingBox="3856,9783 4395,10416 3896,10841 3357,102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75557B1-959D-4A48-9F06-93FB1E293CEA}" emma:medium="tactile" emma:mode="ink">
              <msink:context xmlns:msink="http://schemas.microsoft.com/ink/2010/main" type="line" rotatedBoundingBox="3856,9783 4395,10416 3896,10841 3357,10208"/>
            </emma:interpretation>
          </emma:emma>
        </inkml:annotationXML>
        <inkml:traceGroup>
          <inkml:annotationXML>
            <emma:emma xmlns:emma="http://www.w3.org/2003/04/emma" version="1.0">
              <emma:interpretation id="{9946B38A-3842-4EAF-8519-D97A50EEE062}" emma:medium="tactile" emma:mode="ink">
                <msink:context xmlns:msink="http://schemas.microsoft.com/ink/2010/main" type="inkWord" rotatedBoundingBox="3856,9783 4395,10416 3896,10841 3357,10208">
                  <msink:destinationLink direction="with" ref="{B820CACD-5AFA-41A6-BE39-784191F8F0C6}"/>
                </msink:context>
              </emma:interpretation>
              <emma:one-of disjunction-type="recognition" id="oneOf0">
                <emma:interpretation id="interp0" emma:lang="en-US" emma:confidence="0.5">
                  <emma:literal>yes</emma:literal>
                </emma:interpretation>
                <emma:interpretation id="interp1" emma:lang="en-US" emma:confidence="0">
                  <emma:literal>yon</emma:literal>
                </emma:interpretation>
                <emma:interpretation id="interp2" emma:lang="en-US" emma:confidence="0">
                  <emma:literal>yen</emma:literal>
                </emma:interpretation>
                <emma:interpretation id="interp3" emma:lang="en-US" emma:confidence="0.5">
                  <emma:literal>y. .</emma:literal>
                </emma:interpretation>
                <emma:interpretation id="interp4" emma:lang="en-US" emma:confidence="0.5">
                  <emma:literal>of of</emma:literal>
                </emma:interpretation>
              </emma:one-of>
            </emma:emma>
          </inkml:annotationXML>
          <inkml:trace contextRef="#ctx0" brushRef="#br0">26 26,'0'25,"0"1,0-1,0 0,0 1,0-1,25-25,1 0,-1 0,0 0,1 0,-26-25,25 25,-25-26,0 1,0 0,0-1,26 26,-26-25,0-1,25 26,-25 51,25 0,-25-26,0 1,0 25,0-26,0 0,0 1,0 25,0-26,0 0,-25 26,25-25,0-1,-25 26,25-26,-26 1,26-1,-25-25,25 25,-26 1,1-1,0-25,25 26,-26-26,1-26,25 1,0-1,0 1,-26 0,26-1,0 1,0-1,0 1,51 0,-25-1,-1 26,0 0,-25-25,26 25,-1 0,1-26,-1 26,0 0</inkml:trace>
          <inkml:trace contextRef="#ctx0" brushRef="#br0" timeOffset="1284.6362">483 432,'0'-25,"0"-1,25 26,1 0,-1 0,-25 26,0-1,0 1,-25-26,25 25,0 0,-26 1,26-1,0 1,0-1,0 0,0 1,0-1,26-25,-1-51,1 26,-26 0</inkml:trace>
          <inkml:trace contextRef="#ctx0" brushRef="#br0" timeOffset="491.4053">585 331,'0'25,"0"0,-26 1,26-1,0 1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5:02.941"/>
    </inkml:context>
    <inkml:brush xml:id="br0">
      <inkml:brushProperty name="width" value="0.11667" units="cm"/>
      <inkml:brushProperty name="height" value="0.11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851A186-AF78-465F-84AC-A3ABCB7D1E8E}" emma:medium="tactile" emma:mode="ink">
          <msink:context xmlns:msink="http://schemas.microsoft.com/ink/2010/main" type="writingRegion" rotatedBoundingBox="2829,11763 4373,11626 4461,12623 2918,12761">
            <msink:destinationLink direction="with" ref="{F9947896-2E6C-4AB0-9108-5442C3AF9E4E}"/>
          </msink:context>
        </emma:interpretation>
      </emma:emma>
    </inkml:annotationXML>
    <inkml:traceGroup>
      <inkml:annotationXML>
        <emma:emma xmlns:emma="http://www.w3.org/2003/04/emma" version="1.0">
          <emma:interpretation id="{8B1631AB-09C9-499C-B2A2-2785E6437FE0}" emma:medium="tactile" emma:mode="ink">
            <msink:context xmlns:msink="http://schemas.microsoft.com/ink/2010/main" type="paragraph" rotatedBoundingBox="2829,11763 4373,11626 4461,12623 2918,127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58E1EB-C1B2-4C1E-BD4F-57BE4A98FD00}" emma:medium="tactile" emma:mode="ink">
              <msink:context xmlns:msink="http://schemas.microsoft.com/ink/2010/main" type="line" rotatedBoundingBox="2829,11763 4373,11626 4461,12623 2918,12761"/>
            </emma:interpretation>
          </emma:emma>
        </inkml:annotationXML>
        <inkml:traceGroup>
          <inkml:annotationXML>
            <emma:emma xmlns:emma="http://www.w3.org/2003/04/emma" version="1.0">
              <emma:interpretation id="{5857FB34-D089-4362-A77C-139DB000913E}" emma:medium="tactile" emma:mode="ink">
                <msink:context xmlns:msink="http://schemas.microsoft.com/ink/2010/main" type="inkWord" rotatedBoundingBox="2829,11763 4373,11626 4461,12623 2918,12761"/>
              </emma:interpretation>
              <emma:one-of disjunction-type="recognition" id="oneOf0">
                <emma:interpretation id="interp0" emma:lang="en-US" emma:confidence="0.5">
                  <emma:literal>Ypres</emma:literal>
                </emma:interpretation>
                <emma:interpretation id="interp1" emma:lang="en-US" emma:confidence="0.5">
                  <emma:literal>Ypres d</emma:literal>
                </emma:interpretation>
                <emma:interpretation id="interp2" emma:lang="en-US" emma:confidence="0">
                  <emma:literal>Hope d</emma:literal>
                </emma:interpretation>
                <emma:interpretation id="interp3" emma:lang="en-US" emma:confidence="0.5">
                  <emma:literal>y pried</emma:literal>
                </emma:interpretation>
                <emma:interpretation id="interp4" emma:lang="en-US" emma:confidence="0">
                  <emma:literal>Yore d</emma:literal>
                </emma:interpretation>
              </emma:one-of>
            </emma:emma>
          </inkml:annotationXML>
          <inkml:trace contextRef="#ctx0" brushRef="#br0">29 33,'-25'-25,"25"50,0 0,0 1,0-1,0 1,0-1,0 0,25 1,1-1,-1-25,1 0,-1 0,0 0,1-25,-1 25,-25-26,26 1,-26 0,0-1,0 1,25 25,-25-26,0 1,0 0,0 50,0 0,0 26,0-25,0 24,0-24,0-1,0 1,0 24,0-24,0 25,-51-26,51 0,0 26,0-25,0-1,0 0,0 1,0-1,0 1,0-1,0 0,-25-25,25 26,0-1,0 1,-26-26,26 25,0 0,-25-25,25 26,-25-26,-1 0,26-26,-25 26,25-25,-26-26,26 26,0-1,0 1,0 0,0-1,0 1,0-1,26 1,-26 0,25 25,-25-26,26 26,-1-25,0 25,-25-26,26 26,-1 0,-25-25,26 25,-1 0,0 0</inkml:trace>
          <inkml:trace contextRef="#ctx0" brushRef="#br0" timeOffset="635.5243">588 439,'-25'26,"-1"-26,26 25,-25-25,25 26,0-1,0 0,0 1,0-1,0 1,-25-1,25 0,0 1,0-1,0 1,0-1,0 0,0 1,0-1,0 1,-26-1,26 0,0 1,0-77,0 26,0-26,0 25,0 1,0 0,0-26,0 25,0-24,0 24,0-25,0 26,26 0,-26-26,25 25,-25 1,25 0,-25-1,26 1,-26-1,25 26,1-25,-26 0,25 25,-25-26,25 26,-25-25,26-1,-1 26,-25-25,26 25,-26 51,0-26,0 26,0-26,-51 1,51-1,0 1,-26-26,26 25,-25 0,0 1,-1-26,26 25,0-50</inkml:trace>
          <inkml:trace contextRef="#ctx0" brushRef="#br0" timeOffset="1020.9741">791 312,'51'0,"-25"0,-26 26,25-26,-25 25,25-25,-25 26,26-1,-26 0,0 1,0-1,0 1,-26-1,1-25,0 0,25-25,0-1,0 1,0-1,0 1,50 25,-50-25,26 25,-26-26,25 26,-25-25</inkml:trace>
          <inkml:trace contextRef="#ctx0" brushRef="#br0" timeOffset="1383.4594">1147 363,'51'0,"-26"0,1 0,-26-25,0-1,-26 26,1 0,-1 0,1 0,0 0,25 51,-26-51,26 26,0-1,0 0,0 1,26-1,-26 1,25-26,0 0,1 0,-26-26</inkml:trace>
          <inkml:trace contextRef="#ctx0" brushRef="#br0" timeOffset="1946.898">1503 363,'0'0,"25"-25,-50 25,-1 0,1 0,-1 0,1 0,0 0,25 25,-26-25,26 26,0-1,-25-25,25 25,0 1,0-1,0 1,0-1,25-25,-25-25,26 25,-26-26,25 26,-25-51,25 51,-25-25,26 0,-26-1,0 1,25 25,-25-26,0 1,26 0,-26-1,0 1,25-1,-25 1,0 0,0-1,0 52,0 24,0-24,0-1,0 26,0-26,0 1,0-1,0 1,0-1,0 0,0 1,0-1,0 1,0-1,-25-25,25 25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7:17.72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3823CBD-6D4B-4665-9358-713B21F2E260}" emma:medium="tactile" emma:mode="ink">
          <msink:context xmlns:msink="http://schemas.microsoft.com/ink/2010/main" type="writingRegion" rotatedBoundingBox="18751,5605 25024,4900 25508,9211 19235,9915"/>
        </emma:interpretation>
      </emma:emma>
    </inkml:annotationXML>
    <inkml:traceGroup>
      <inkml:annotationXML>
        <emma:emma xmlns:emma="http://www.w3.org/2003/04/emma" version="1.0">
          <emma:interpretation id="{B022342D-7F44-44F0-ACA8-34AE9AB380F9}" emma:medium="tactile" emma:mode="ink">
            <msink:context xmlns:msink="http://schemas.microsoft.com/ink/2010/main" type="paragraph" rotatedBoundingBox="18696,5681 24798,4611 25044,6014 18942,70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DAE10F-D73A-4E2C-89EB-581BF090BB76}" emma:medium="tactile" emma:mode="ink">
              <msink:context xmlns:msink="http://schemas.microsoft.com/ink/2010/main" type="inkBullet" rotatedBoundingBox="18825,6417 19061,6375 19116,6688 18880,6730"/>
            </emma:interpretation>
            <emma:one-of disjunction-type="recognition" id="oneOf0">
              <emma:interpretation id="interp0" emma:lang="en-US" emma:confidence="0">
                <emma:literal>•</emma:literal>
              </emma:interpretation>
            </emma:one-of>
          </emma:emma>
        </inkml:annotationXML>
        <inkml:trace contextRef="#ctx0" brushRef="#br0">-838 1143,'25'0,"-25"-51,25 51,1-25,-1-1,-25 1,0-1,0 1,-25 0,25-1,-51 26,26 0,-1 0,1 0,25 51,-26-26,1 1,25-1,0 1,0-1,0 0,0 1,0-1,0 1,25-26,-25 25,26-25,-1 0,1 0,-1 0,0 0,-25-25,26 25,-1-26</inkml:trace>
      </inkml:traceGroup>
      <inkml:traceGroup>
        <inkml:annotationXML>
          <emma:emma xmlns:emma="http://www.w3.org/2003/04/emma" version="1.0">
            <emma:interpretation id="{AB97C0AE-3D55-440D-9700-3585DA69F92C}" emma:medium="tactile" emma:mode="ink">
              <msink:context xmlns:msink="http://schemas.microsoft.com/ink/2010/main" type="line" rotatedBoundingBox="18969,5633 24798,4611 25044,6014 19215,7035">
                <msink:destinationLink direction="with" ref="{64B8E733-95A7-4B96-AECA-A3F180CA839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FE113B46-93F8-4E1C-B0BA-D7BABF42B775}" emma:medium="tactile" emma:mode="ink">
                <msink:context xmlns:msink="http://schemas.microsoft.com/ink/2010/main" type="inkWord" rotatedBoundingBox="19160,6722 19408,6679 19461,6978 19213,7022"/>
              </emma:interpretation>
              <emma:one-of disjunction-type="recognition" id="oneOf1">
                <emma:interpretation id="interp1" emma:lang="en-US" emma:confidence="0.5">
                  <emma:literal>"</emma:literal>
                </emma:interpretation>
                <emma:interpretation id="interp2" emma:lang="en-US" emma:confidence="0">
                  <emma:literal>^</emma:literal>
                </emma:interpretation>
                <emma:interpretation id="interp3" emma:lang="en-US" emma:confidence="0">
                  <emma:literal>9</emma:literal>
                </emma:interpretation>
                <emma:interpretation id="interp4" emma:lang="en-US" emma:confidence="0">
                  <emma:literal>M</emma:literal>
                </emma:interpretation>
                <emma:interpretation id="interp5" emma:lang="en-US" emma:confidence="0">
                  <emma:literal>1</emma:literal>
                </emma:interpretation>
              </emma:one-of>
            </emma:emma>
          </inkml:annotationXML>
          <inkml:trace contextRef="#ctx0" brushRef="#br0" timeOffset="332.1377">-534 1270,'0'0,"0"-26,0 77,0-25,-25-26,25 25,0 0,-25-25,25 26,0-1,-26-25,26 26,0-1,0-76</inkml:trace>
          <inkml:trace contextRef="#ctx0" brushRef="#br0" timeOffset="527.0169">-432 1219,'25'-25,"-25"75,0-24,0-1,26 1,-26-1,0 0,0 1,0-1,0 1,0-1,0 0</inkml:trace>
        </inkml:traceGroup>
        <inkml:traceGroup>
          <inkml:annotationXML>
            <emma:emma xmlns:emma="http://www.w3.org/2003/04/emma" version="1.0">
              <emma:interpretation id="{63C6B56B-F191-421C-9441-7BD666D3D88C}" emma:medium="tactile" emma:mode="ink">
                <msink:context xmlns:msink="http://schemas.microsoft.com/ink/2010/main" type="inkWord" rotatedBoundingBox="19728,5500 20156,5425 20377,6688 19949,6763"/>
              </emma:interpretation>
              <emma:one-of disjunction-type="recognition" id="oneOf2">
                <emma:interpretation id="interp6" emma:lang="en-US" emma:confidence="0.5">
                  <emma:literal>y</emma:literal>
                </emma:interpretation>
                <emma:interpretation id="interp7" emma:lang="en-US" emma:confidence="0">
                  <emma:literal>Y</emma:literal>
                </emma:interpretation>
                <emma:interpretation id="interp8" emma:lang="en-US" emma:confidence="0">
                  <emma:literal>J</emma:literal>
                </emma:interpretation>
                <emma:interpretation id="interp9" emma:lang="en-US" emma:confidence="0">
                  <emma:literal>Z</emma:literal>
                </emma:interpretation>
                <emma:interpretation id="interp10" emma:lang="en-US" emma:confidence="0">
                  <emma:literal>g</emma:literal>
                </emma:interpretation>
              </emma:one-of>
            </emma:emma>
          </inkml:annotationXML>
          <inkml:trace contextRef="#ctx0" brushRef="#br0" timeOffset="-104821.9895">0 0,'0'25,"0"1,0-1,0 0,0 1,0-1,0 1,0-1,25 0,-25 1,0-1,26-25,-26 26,0-1,25-25,0 0,1 0,-1 0,1 0,-26-25,25 25,0 0,-25-26,26 26,-26-25,25 25,-25-26,26 1,-26 0,0-1,25 26,-25-25,0-1,25 1,-25 0,0-1,0 1,0 76,0-26,0 0,0 26,0-25,0-1,0 26,0 0,0-26,0 26,0 0,0-1,0 1,0 0,0-26,0 26,0 0,0 0,0 0,0-26,0 26,0 0,0-26,0 0,0 26,0-25,0-1,0 0,0 1,0-1,0 1,0-1,-25-25,25 25,-25-25,-1 0,1 0,-1 0,26-25,-25 25,0-25,-1-1,26 1,-25 25,25-26,0 1,-26 0,26-1,0 1,0-1,0 1,0 0,0-1,0 1,0-26,26 26,-26-1,51 1,-51-1,25 1,0 0,1 25,-26-26,25 26,-25-25,26 25,-26-26,25 26,-25-25,25 25,1-25,-26 50,25-25,1 0,-26-25</inkml:trace>
        </inkml:traceGroup>
        <inkml:traceGroup>
          <inkml:annotationXML>
            <emma:emma xmlns:emma="http://www.w3.org/2003/04/emma" version="1.0">
              <emma:interpretation id="{3DF12C29-8DA0-44D5-9362-93B0B288C34C}" emma:medium="tactile" emma:mode="ink">
                <msink:context xmlns:msink="http://schemas.microsoft.com/ink/2010/main" type="inkWord" rotatedBoundingBox="20686,5274 24212,5142 24254,6267 20728,6399"/>
              </emma:interpretation>
              <emma:one-of disjunction-type="recognition" id="oneOf3">
                <emma:interpretation id="interp11" emma:lang="en-US" emma:confidence="0.5">
                  <emma:literal>-130 TB,</emma:literal>
                </emma:interpretation>
                <emma:interpretation id="interp12" emma:lang="en-US" emma:confidence="0">
                  <emma:literal>-130th,</emma:literal>
                </emma:interpretation>
                <emma:interpretation id="interp13" emma:lang="en-US" emma:confidence="0">
                  <emma:literal>-730th,</emma:literal>
                </emma:interpretation>
                <emma:interpretation id="interp14" emma:lang="en-US" emma:confidence="0">
                  <emma:literal>-1330th,</emma:literal>
                </emma:interpretation>
                <emma:interpretation id="interp15" emma:lang="en-US" emma:confidence="0">
                  <emma:literal>-1730th,</emma:literal>
                </emma:interpretation>
              </emma:one-of>
            </emma:emma>
          </inkml:annotationXML>
          <inkml:trace contextRef="#ctx0" brushRef="#br0" timeOffset="-100089.1427">1702-26,'0'-25,"0"50,0 1,0-1,0 1,0-1,0 26,0-26,0 26,-26 0,26-26,0 26,0 0,0 0,-25-26,25 26,0-26,0 1,-26 24,26-24,0-1,0 1,0-1,0 0,0 1,0-1,0-50,0-1,0-24,0 24,0 1,0-1,26-24</inkml:trace>
          <inkml:trace contextRef="#ctx0" brushRef="#br0" timeOffset="-99409.2122">1829-51,'0'-51,"0"26,25 25,-25-26,51 26,-26-25,26 25,-26-25,1 25,-1 0,1 0,-26-26,25 26,0 0,-25 26,-25-26,25 50,-25-50,25 26,-51-1,25 1,1-1,0 0,-1 1,1-26,25 25,-26 1,26-1,26-25,-1 0,1 0,-1 0,0 0,1 0,-1 0,-25 51,26-51,-1 0,-25 25,25-25,-25 26,0-1,0 0,0 1,-50-1,50 1,-26-26,26 25,-25-25,-1 0,1 0,0 0,25-25,-26 25,1 0,-1 0,26-26,26 26</inkml:trace>
          <inkml:trace contextRef="#ctx0" brushRef="#br0" timeOffset="-98824.2649">2489 228,'-25'-25,"-1"25,26 51,-25-51,-1 25,1 1,0-1,25 0,-26-25,26 26,0-1,0 1,0-1,0 0,26-25,-1 0,0 0,1 0,-1 0,1-25,-1 25,-25-25,0-1,0 1,0-1,0 1,0 0,0-1,0 1,0-1,-25 1,25 0,0-1,0 1,0-1</inkml:trace>
          <inkml:trace contextRef="#ctx0" brushRef="#br0" timeOffset="-104172.5071">889 178,'0'-26,"25"26,1 0,24 0,-24 0,-1 0,1 0,-1-25,0 25,1 0,-1 0,1 0,-1 0,-76 0</inkml:trace>
          <inkml:trace contextRef="#ctx0" brushRef="#br0" timeOffset="-103861.8565">1016 228,'25'0,"-25"26,26-26,-26 25,25-25,0 0,-25 26,26-26,-1 0,1 0,-1 0,0 0,1 0,-1 0</inkml:trace>
          <inkml:trace contextRef="#ctx0" brushRef="#br0" timeOffset="-98369.6868">2946 0,'26'0,"-1"0,0 0,1 0,-1 0,1 0,-1 0,0 0,1 0,-1 0,1-26,-1 26,0 0,-50 0,0 0</inkml:trace>
          <inkml:trace contextRef="#ctx0" brushRef="#br0" timeOffset="-97984.8819">3149-127,'0'0,"0"-26,0 52,0-1,0 1,0-1,0 0,0 1,0-1,0 1,0-1,0 0,0 1,0-1,0 1,-25 24,25-24,0-1,0 1,0-1,0 0,0 1,-25-26</inkml:trace>
          <inkml:trace contextRef="#ctx0" brushRef="#br0" timeOffset="-96880.4974">3810-102,'-26'-25,"26"50,0 1,-25-26,25 25,0 0,-25 1,25-1,0 26,-26-26,26 1,0 25,-25-1,25-24,-26 25,26-1,0-24,-25 25,25-26,0 0,0 26,-25-25,25-1,0 0,0 26,0-25,0-1,0 0,0 1,0-1,0 1,0-52,25 26,-25-25,25-26,-25 26,0-1,0 1,26-1,-26-24,0-1,0 25,25-24,-25-1,0 0,0 0,0 0,0 1,26 24,-26-25,0 1,25 24,-25-25,25 26,-25 0,26-1,-26 1,25-1,1 1,-26 0,25-1,0 1,1-1,-1 26,-25-25,26 25,-1 0,0-25,1 25,-1 0,-25 25,0 0,0 26,0-25,0-1,-51 0,51 1,-25-1,25 1,-25-26,-1 25,1 0,-1-25,1 26,0-26,-1 0,1 0,-1 0,77 0,-25 0,-1-26,0 26,1 0,-1 0,1 0,-1 0,0 26,1-26,-1 0,-25 25,26-25,-26 26,0-1,0 0,0 1,-26-1,1 1,25-1,-51-25,51 25,-25 1,-1-26,1 25,-1-25,26 26,-25-26,0 0,25-26,0 1,0-1,50 26,-50-25</inkml:trace>
          <inkml:trace contextRef="#ctx0" brushRef="#br0" timeOffset="-96567.2515">4419 152,'0'26,"0"-1,-25 26,25-26,0 1,0-1,0 0,0 1,-25-26,25 25,0 1,-26-1,26 0,0 1,0-1,-25-25</inkml:trace>
        </inkml:traceGroup>
        <inkml:traceGroup>
          <inkml:annotationXML>
            <emma:emma xmlns:emma="http://www.w3.org/2003/04/emma" version="1.0">
              <emma:interpretation id="{5F2EE644-3719-42DE-8F9D-FA89A51F8D00}" emma:medium="tactile" emma:mode="ink">
                <msink:context xmlns:msink="http://schemas.microsoft.com/ink/2010/main" type="inkWord" rotatedBoundingBox="24477,5178 24996,5351 24879,5702 24360,5528"/>
              </emma:interpretation>
              <emma:one-of disjunction-type="recognition" id="oneOf4">
                <emma:interpretation id="interp16" emma:lang="en-US" emma:confidence="0.5">
                  <emma:literal>k</emma:literal>
                </emma:interpretation>
                <emma:interpretation id="interp17" emma:lang="en-US" emma:confidence="0">
                  <emma:literal>K</emma:literal>
                </emma:interpretation>
                <emma:interpretation id="interp18" emma:lang="en-US" emma:confidence="0">
                  <emma:literal>X</emma:literal>
                </emma:interpretation>
                <emma:interpretation id="interp19" emma:lang="en-US" emma:confidence="0">
                  <emma:literal>D</emma:literal>
                </emma:interpretation>
                <emma:interpretation id="interp20" emma:lang="en-US" emma:confidence="0">
                  <emma:literal>z</emma:literal>
                </emma:interpretation>
              </emma:one-of>
            </emma:emma>
          </inkml:annotationXML>
          <inkml:trace contextRef="#ctx0" brushRef="#br0" timeOffset="-96064.4963">4648-254,'25'0,"1"0,-1 0,-25 25,26-25,-1 26,-25-1,0 0,0 1,0-1,0 1,0-1,0 0,-25-25,25 26,-26-1,1-25,25 26,-26-26,1 25,25-50,0-1,25 26</inkml:trace>
          <inkml:trace contextRef="#ctx0" brushRef="#br0" timeOffset="-95565.3204">4978-203,'-25'0,"25"25,-51 0,51 1,-51-1,51 1,-25-1,25 0,0 1,0-1,0 1,25-26,1 0,-1 0,26 0,-26 0,1 0,-1 0,0 0,1 0,-26-26,25 26,1 0,-26-25,0-1,0 1</inkml:trace>
        </inkml:traceGroup>
      </inkml:traceGroup>
    </inkml:traceGroup>
    <inkml:traceGroup>
      <inkml:annotationXML>
        <emma:emma xmlns:emma="http://www.w3.org/2003/04/emma" version="1.0">
          <emma:interpretation id="{83AC2280-F4A5-486D-AA4F-2EC9F931B9AD}" emma:medium="tactile" emma:mode="ink">
            <msink:context xmlns:msink="http://schemas.microsoft.com/ink/2010/main" type="paragraph" rotatedBoundingBox="19878,7179 25259,6846 25334,8054 19953,838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8C74AA0-5B7A-41CE-8569-0C52102DA627}" emma:medium="tactile" emma:mode="ink">
              <msink:context xmlns:msink="http://schemas.microsoft.com/ink/2010/main" type="line" rotatedBoundingBox="19878,7179 25259,6846 25334,8054 19953,8386">
                <msink:destinationLink direction="with" ref="{64B8E733-95A7-4B96-AECA-A3F180CA839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A87437B2-4F13-416E-801F-BE067D3954A1}" emma:medium="tactile" emma:mode="ink">
                <msink:context xmlns:msink="http://schemas.microsoft.com/ink/2010/main" type="inkWord" rotatedBoundingBox="19879,7187 20668,7138 20731,8158 19942,8206"/>
              </emma:interpretation>
              <emma:one-of disjunction-type="recognition" id="oneOf5">
                <emma:interpretation id="interp21" emma:lang="en-US" emma:confidence="0.5">
                  <emma:literal>Bo</emma:literal>
                </emma:interpretation>
                <emma:interpretation id="interp22" emma:lang="en-US" emma:confidence="0">
                  <emma:literal>Bon</emma:literal>
                </emma:interpretation>
                <emma:interpretation id="interp23" emma:lang="en-US" emma:confidence="0">
                  <emma:literal>Boo</emma:literal>
                </emma:interpretation>
                <emma:interpretation id="interp24" emma:lang="en-US" emma:confidence="0">
                  <emma:literal>BO</emma:literal>
                </emma:interpretation>
                <emma:interpretation id="interp25" emma:lang="en-US" emma:confidence="0">
                  <emma:literal>Boy</emma:literal>
                </emma:interpretation>
              </emma:one-of>
            </emma:emma>
          </inkml:annotationXML>
          <inkml:trace contextRef="#ctx0" brushRef="#br0" timeOffset="-90322.8155">279 1981,'26'-25,"-26"50,0 0,0 1,0-1,0 26,-26-26,26 1,0 25,-25-1,25-24,-26 25,26-1,-25-24,25 25,-25-1,25-24,0-1,0 1,0-1,0 0,0 1,0-1,0 1,0-52,0 1,-51 25,51-26,0 1,0 0,0-1,0 1,0-1,0 1,0 0,0-26,0 25,0-24,0-1,0 0,25 0,-25 0,0 1,51-1,-51 25,25-24,1-1,-1 25,-25 1,26-26,-1 51,-25-25,25-1,1 26,-26-25,25 25,1-25,-1 25,0-26,1 26,-1 0,-25 51,26-51,-26 25,0 26,0-25,0-1,0 26,-51-26,51 26,-26-26,26 26,-50-25,50-1,-51 0,51 1,-26-1,26 1,-25-26,25 25,0-50,25 25,-25-26,26 1,-26-1,25 26,1 0,-26-25,25 25,0 0,1 0,-1 0,1 25,-26 1,25-1,-25 26,0-26,0 1,0-1,0 1,-51-1,51 0,-25-25,25 26,0-1,-26-25,1 26,0-26,-1 0,26 25,-25-25,-1 0,1 0,0-25,25-1,0 1,0-1,0 1,0 0</inkml:trace>
          <inkml:trace contextRef="#ctx0" brushRef="#br0" timeOffset="-89752.5627">889 2286,'-51'25,"26"-25,25 26,-26-26,26 25,-25-25,25 25,0 1,-26-26,26 25,0 1,0-1,0 0,0 1,26-26,-1 0,1 0,-1-26,0 26,-25-25,0-26,0 26,26 25,-26-26,0 1,0 0,0-1,0 1,0-1,0 1,0 0,0-1</inkml:trace>
        </inkml:traceGroup>
        <inkml:traceGroup>
          <inkml:annotationXML>
            <emma:emma xmlns:emma="http://www.w3.org/2003/04/emma" version="1.0">
              <emma:interpretation id="{471B28AB-46B0-4850-B379-184877E0C1CA}" emma:medium="tactile" emma:mode="ink">
                <msink:context xmlns:msink="http://schemas.microsoft.com/ink/2010/main" type="inkWord" rotatedBoundingBox="21172,7353 21661,7323 21686,7727 21197,7757"/>
              </emma:interpretation>
              <emma:one-of disjunction-type="recognition" id="oneOf6">
                <emma:interpretation id="interp26" emma:lang="en-US" emma:confidence="0.5">
                  <emma:literal>B</emma:literal>
                </emma:interpretation>
                <emma:interpretation id="interp27" emma:lang="en-US" emma:confidence="0">
                  <emma:literal>y</emma:literal>
                </emma:interpretation>
                <emma:interpretation id="interp28" emma:lang="en-US" emma:confidence="0">
                  <emma:literal>Y</emma:literal>
                </emma:interpretation>
                <emma:interpretation id="interp29" emma:lang="en-US" emma:confidence="0">
                  <emma:literal>G</emma:literal>
                </emma:interpretation>
                <emma:interpretation id="interp30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-89336.4747">1397 2032,'-26'0,"52"0,-1 0,1 0,-1 0,0 0,1 0,-1 0,1 0,-1 0,0 0,1 0,-52 0</inkml:trace>
          <inkml:trace contextRef="#ctx0" brushRef="#br0" timeOffset="-88518.8888">1600 1854,'-25'0,"50"0,0 0,1 0,-26 25,25-25,1 0,-1 26,0-26,1 0,-1 0,1 0,-1 0,-25 25,-51 1,51-1,-25-25,25 25,-51-25,51 26,-25-1,-1 1,1-26,25 25,-26-25,26 25,-25-25,25 26,0-1,-25 1,25-1,0 0,-26-25,1 0,25-25</inkml:trace>
        </inkml:traceGroup>
        <inkml:traceGroup>
          <inkml:annotationXML>
            <emma:emma xmlns:emma="http://www.w3.org/2003/04/emma" version="1.0">
              <emma:interpretation id="{49B9FB41-8057-475B-A35D-50B11EDAA0C9}" emma:medium="tactile" emma:mode="ink">
                <msink:context xmlns:msink="http://schemas.microsoft.com/ink/2010/main" type="inkWord" rotatedBoundingBox="22108,7041 25259,6846 25334,8054 22183,8249"/>
              </emma:interpretation>
              <emma:one-of disjunction-type="recognition" id="oneOf7">
                <emma:interpretation id="interp31" emma:lang="en-US" emma:confidence="0.5">
                  <emma:literal>intercept</emma:literal>
                </emma:interpretation>
                <emma:interpretation id="interp32" emma:lang="en-US" emma:confidence="0.5">
                  <emma:literal>intercrop t</emma:literal>
                </emma:interpretation>
                <emma:interpretation id="interp33" emma:lang="en-US" emma:confidence="0">
                  <emma:literal>intercamp t</emma:literal>
                </emma:interpretation>
                <emma:interpretation id="interp34" emma:lang="en-US" emma:confidence="0">
                  <emma:literal>interop t</emma:literal>
                </emma:interpretation>
                <emma:interpretation id="interp35" emma:lang="en-US" emma:confidence="0.5">
                  <emma:literal>inter Copt</emma:literal>
                </emma:interpretation>
              </emma:one-of>
            </emma:emma>
          </inkml:annotationXML>
          <inkml:trace contextRef="#ctx0" brushRef="#br0" timeOffset="-86963.2496">2438 1778,'-51'-26,"51"52,0-1,0 1,0-1,0 0,0 1,-25-1,25 1,0-1,-25 0,25 1,0-1,0 1,0-1,0 0,0 1,0-1,0 1,25-26,-25 25,25-25,1 0,-1 0,1-51,-1 51,0-51,1 51,-1-50,1 24,-1 1,-25-1,25 1,-25 0,0-1,26 26,-26-25,0-1,0 1,25 25,-25-25,0-1,0 1,0 76,0-26,0 0,0 1,0-1,0 1,0-1,0 0,0 1,-25-1,25 1,0-1,-26 0,26 1,-25-1,25-50,0-1,25-24,-25 24,0 1,26-1,-1 1,-25 0,26-1,-26 1,25-1,0 26,-25-25,26 0,-1 25,-25-26,26 26,-1 0,0-25,1 25,-1 0,1 0,-26 51,25-26,-25 0,0 1,0-1,0 1,0-1,0 0,0 1,0-1,0 1,0-1,25-25,1-25,-1 25,-25-26,26-25,-1 26,-25 0,25-1,-25 1,0-1,0 1,26 0,-26-1,0 1,25-1,-25 1,0 0,0-1,26 1,-26-1,0 1,0 0,0-1,0 1,0-1,0 52,0 25,0-26,0 0,0 1,0-1,0 26,0-26,-26 1,26 25,0-1,-25-24,25 25,0-26,-26 0,26 26,0-25,0-1,0 0,0 1,0-52</inkml:trace>
          <inkml:trace contextRef="#ctx0" brushRef="#br0" timeOffset="-86384.3007">2337 1702,'0'0,"25"0</inkml:trace>
          <inkml:trace contextRef="#ctx0" brushRef="#br0" timeOffset="-86715.9463">3175 1778,'0'0,"25"-26,1 26,-1 0,0 0,1 0,-1 0,1 0,-1 0,0 0,1 0,-26-25,0 0</inkml:trace>
          <inkml:trace contextRef="#ctx0" brushRef="#br0" timeOffset="-85536.8484">3505 1778,'0'-26,"25"26,-25 26,26-26,-1 0,-25-26,-25 26,-1 0,1 26,0 25,-1-51,26 25,-25 0,25 1,-26-1,26 1,0-1,0 0,0 1,0-1,0 1,0-1,26 0,-1 1,1-26,-1 0,0 0,1 0,-1 0,1-51,-1 51,0-25,1 25,-1-51,1 51,-26-26,25 1,-25 0,0-1</inkml:trace>
          <inkml:trace contextRef="#ctx0" brushRef="#br0" timeOffset="-85100.4819">3784 1778,'26'0,"-1"25,-25 1,26-26,-26 25,0 0,25 1,-25-1,0 1,0-1,0 0,0 1,0-1,-51-25,51 26,0-1,-25-25,25 25,0-50,0 0,0-1,0 1,0-1,0 1,25 25,-25-25,0-1,26 1,-26-1,25 1,0 25,-25-25,26 25,-26-26,25 1,1 25,-26-26</inkml:trace>
          <inkml:trace contextRef="#ctx0" brushRef="#br0" timeOffset="-84758.2121">4292 1778,'-25'-26,"0"26,-1 26,26-1,-25-25,25 26,-26-1,26 0,-25 1,25-1,-25 1,25-1,-26 0,26 1,0-1,0 1,0-1,0 0,0 1,0-1,0 1,26-26,-1 0,0 0,1 0,-1-51,1 51,-1-26</inkml:trace>
          <inkml:trace contextRef="#ctx0" brushRef="#br0" timeOffset="-84256.7052">4521 1879,'0'-25,"25"25,1 0,-52 0,1 0,0 0,-1 0,1 0,-1 0,26 25,-25-25,25 26,0-1,-25 1,25-1,0 0,-26 1,26-1,0 1,0-1,0 0,0 1,0-1,26-25,-1 0,26 0,-26 0,1-25,-1 25,0-26,1-24,-1 50,1-26,-26 1,25 25,-25-26,25 26,-25-25,26 25,-26-25,0-1,25 26</inkml:trace>
          <inkml:trace contextRef="#ctx0" brushRef="#br0" timeOffset="-83596.4799">4851 1549,'-25'0,"25"26,-26-26,26 50,0-24,0-1,-25-25,25 26,0-1,-25 0,25 1,0-1,0 1,0-1,0 26,0-26,0 26,0-26,0 26,0-25,0 24,0-24,0-1,0 26,0-26,0 1,0-1,0 26,0-26,0 1,0 25,0-26,0 0,0 1,0-1,0 1,0-1,0-50,0-1,0-25,0 26,0 0,0-1,0-25,0 26,0-26,0 26,0-1,0-24,0 24,25 1,-25-1,25-24,-25 24,51 26,-51-25,26-1,-1 1,-25 0,25-1,1 26,-1-25,1-1,-1 26,0 0,-25 26,0-1,0 1,0-1,-50 0,50 1,-26-1,26 1,-51-1,26 0,0 1,-1-1,26 1,-25-26,-1 0</inkml:trace>
          <inkml:trace contextRef="#ctx0" brushRef="#br0" timeOffset="-82877.1735">5385 1651,'0'-26,"0"1,-26 25,26-25,0-1,0 1,0 50,0 26,0-26,0 1,0-1,0 1,-25-1,25 0,0 1,0-1,0 1,0-1,0 0,0 1,0-1,0 1,0-1,0 0,0 1,0-1,25-25,-25 26,26-26,-1 0,-25-26,25 26,1-25,-26-1,25 26,-25-25</inkml:trace>
          <inkml:trace contextRef="#ctx0" brushRef="#br0" timeOffset="-82623.9442">5258 1752,'25'0,"0"0,1 0,-26-25,25 25,1-25,-1 25,-25-26,25 26,1-25,-26-1</inkml:trace>
        </inkml:traceGroup>
      </inkml:traceGroup>
    </inkml:traceGroup>
    <inkml:traceGroup>
      <inkml:annotationXML>
        <emma:emma xmlns:emma="http://www.w3.org/2003/04/emma" version="1.0">
          <emma:interpretation id="{F8804FF9-EC76-481E-A1AA-4652E07C5DDE}" emma:medium="tactile" emma:mode="ink">
            <msink:context xmlns:msink="http://schemas.microsoft.com/ink/2010/main" type="paragraph" rotatedBoundingBox="20100,8655 24859,8120 24988,9269 20229,980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0F80079-B283-4821-99AC-6971BEF17D15}" emma:medium="tactile" emma:mode="ink">
              <msink:context xmlns:msink="http://schemas.microsoft.com/ink/2010/main" type="line" rotatedBoundingBox="20100,8655 24859,8120 24988,9269 20229,9804"/>
            </emma:interpretation>
          </emma:emma>
        </inkml:annotationXML>
        <inkml:traceGroup>
          <inkml:annotationXML>
            <emma:emma xmlns:emma="http://www.w3.org/2003/04/emma" version="1.0">
              <emma:interpretation id="{550FE771-8F51-4980-A1D5-8E7D8A2FBBA6}" emma:medium="tactile" emma:mode="ink">
                <msink:context xmlns:msink="http://schemas.microsoft.com/ink/2010/main" type="inkWord" rotatedBoundingBox="20103,8682 20976,8584 21091,9603 20218,9702"/>
              </emma:interpretation>
              <emma:one-of disjunction-type="recognition" id="oneOf8">
                <emma:interpretation id="interp36" emma:lang="en-US" emma:confidence="0.5">
                  <emma:literal>B,</emma:literal>
                </emma:interpretation>
                <emma:interpretation id="interp37" emma:lang="en-US" emma:confidence="0">
                  <emma:literal>B',</emma:literal>
                </emma:interpretation>
                <emma:interpretation id="interp38" emma:lang="en-US" emma:confidence="0">
                  <emma:literal>Be,</emma:literal>
                </emma:interpretation>
                <emma:interpretation id="interp39" emma:lang="en-US" emma:confidence="0">
                  <emma:literal>By,</emma:literal>
                </emma:interpretation>
                <emma:interpretation id="interp40" emma:lang="en-US" emma:confidence="0">
                  <emma:literal>RB,</emma:literal>
                </emma:interpretation>
              </emma:one-of>
            </emma:emma>
          </inkml:annotationXML>
          <inkml:trace contextRef="#ctx0" brushRef="#br0" timeOffset="-81572.4779">533 3403,'0'0,"-51"-50,51 100,0-24,0 25,-25-26,25 0,0 26,0-25,0 24,-25 1,25 0,0 0,0 0,0-1,0-24,0 25,-26-1,26-24,0 25,0-26,0 0,0 1,0-1,0-50,0-26,26 26,-26-26,0 25,0-24,0-1,0 0</inkml:trace>
          <inkml:trace contextRef="#ctx0" brushRef="#br0" timeOffset="-81035.6004">432 3480,'0'0,"25"-77,0 52,-25 0,26-1,-26 1,0-1,25 26,-25-25,26 0,-1-1,0 26,1-25,-1 25,1 0,-1-26,0 26,1 0,-1 0,-25 26,-25 25,-26-1,51-24,-25-1,25 1,-26-1,26 0,-25 1,-1-1,26 1,26-26,-1 0,1-26,-1 26,0 0,1 0,-1 0,1 0,-1 26,0-1,-25 0,0 1,0-1,-25 1,0-1,-26-25,51 25,-26-25,1 0,0 0,-1 0,26-25,0 0,-25 25,25-26,0 1,25 25</inkml:trace>
          <inkml:trace contextRef="#ctx0" brushRef="#br0" timeOffset="-80734.705">1194 3607,'25'-26,"-25"52,0-1,0 26,-51-26,51 1,0-1,0 0,0 26,0-25,0-1,0 0,-25 1,25-1,0-76</inkml:trace>
        </inkml:traceGroup>
        <inkml:traceGroup>
          <inkml:annotationXML>
            <emma:emma xmlns:emma="http://www.w3.org/2003/04/emma" version="1.0">
              <emma:interpretation id="{2DAD8AC5-EFED-4D69-9657-084F3FCA5A06}" emma:medium="tactile" emma:mode="ink">
                <msink:context xmlns:msink="http://schemas.microsoft.com/ink/2010/main" type="inkWord" rotatedBoundingBox="22869,8344 24859,8120 24988,9269 22998,9493"/>
              </emma:interpretation>
              <emma:one-of disjunction-type="recognition" id="oneOf9">
                <emma:interpretation id="interp41" emma:lang="en-US" emma:confidence="0.5">
                  <emma:literal>-slope</emma:literal>
                </emma:interpretation>
                <emma:interpretation id="interp42" emma:lang="en-US" emma:confidence="0">
                  <emma:literal>-stope</emma:literal>
                </emma:interpretation>
                <emma:interpretation id="interp43" emma:lang="en-US" emma:confidence="0">
                  <emma:literal>-Slope</emma:literal>
                </emma:interpretation>
                <emma:interpretation id="interp44" emma:lang="en-US" emma:confidence="0">
                  <emma:literal>-Stope</emma:literal>
                </emma:interpretation>
                <emma:interpretation id="interp45" emma:lang="en-US" emma:confidence="0">
                  <emma:literal>aslope</emma:literal>
                </emma:interpretation>
              </emma:one-of>
            </emma:emma>
          </inkml:annotationXML>
          <inkml:trace contextRef="#ctx0" brushRef="#br0" timeOffset="-79269.1971">3175 2895,'0'0,"0"-50,0 75,0 0,0 26,0-25,0-1,0 0,0 1,25-1,-25 1,0-1,0 0,0 1,0 25,0-26,0 0,0 1,0-1,0 1,-51-1,51 0,0 1,0-1,-25-25,25-51,0 26</inkml:trace>
          <inkml:trace contextRef="#ctx0" brushRef="#br0" timeOffset="-78870.537">3505 3099,'0'-26,"0"77,-25-51,25 25,0 1,0-1,-26-25,26 26,-25-1,25 0,-26-25,26 26,0-1,0 1,0-1,0 0,26-25,-1 0,1 0,-1 0,0-50,1 50,-26-26,25 26,-25-25,26-1,-26 1,0 0,0-1,0 1,0-1,0 1,0 0,0-1,-26 26,26-25,-25 25,25-26</inkml:trace>
          <inkml:trace contextRef="#ctx0" brushRef="#br0" timeOffset="-78130.4864">4038 2845,'-25'0,"0"-26,25 77,0-26,-26 1,26-1,0 1,0-1,-25-25,25 25,0 26,-26-25,26-1,0 26,0-26,-25 26,25-26,0 26,0 0,-25-26,25 26,0 0,0 0,-26-26,26 26,0 0,0-26,0 26,-25 0,25-26,0 1,0-1,0 0,0 1,0-52,0 1,0-26,0 26,0-1,0 1,0-26,0 26,0-26,0 26,25-26,-25 25,0-24,26-1,-26 25,25-24,-25 24,25-25,-25 26,26 0,-26-26,25 25,-25 1,26 0,-1-1,0 26,-25-25,26-1,-1 26,1-25,-1 25,0-25,1 25,-1 0,1-26,-1 26,0 0,1 0,-26 26,0-1,0 0,0 1,0-1,0 1,-26-1,26 0,0 1,-50-1,24 1,26-1,-51 0,26-25,0 26,-1-26,26-26,0 1</inkml:trace>
          <inkml:trace contextRef="#ctx0" brushRef="#br0" timeOffset="-77629.3389">4724 3048,'26'0,"-1"0,-25-26,25 26,1-25,-26 0,-51-1,26 26,-1 0,1 0,-1 26,1-26,25 50,-25-50,25 26,-26-26,26 25,0 1,-25-1,25 0,0 1,0-1,0 1,0-1,51-25,-51 25,25-25,-25 26,51-26,-26 25,1-25,-1 0,0 0,1 0,-1 0,26 0,-26-25,1 25,-1-26,26 26,-26-50,1 24,-1 1,-25-1</inkml:trace>
          <inkml:trace contextRef="#ctx0" brushRef="#br0" timeOffset="-80349.1623">1625 3505,'-25'0,"50"0,1 0,-1 0,1-25,-1 25,0 0,1 0,-1 0,1 0,-1 0,0-26,1 26,-52 0</inkml:trace>
          <inkml:trace contextRef="#ctx0" brushRef="#br0" timeOffset="-79684.4753">2718 3124,'0'0,"0"-25,-26 25,1-26,-1 26,1 0,0 51,-1-51,26 25,-25-25,25 26,-26-26,26 25,0 1,0-1,26-25,-26 25,25 1,-25-1,26 1,-1-1,-25 0,25-25,-25 26,0-1,0 1,-25-26,0 0,25-26,-26 26,1-25,-1-1,26 1,51 25,-51-25,26 25,24-26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6:41.65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297BA178-56F5-431F-876F-45BBCE3E39C2}" emma:medium="tactile" emma:mode="ink">
          <msink:context xmlns:msink="http://schemas.microsoft.com/ink/2010/main" type="writingRegion" rotatedBoundingBox="7317,10921 7191,12397 6062,12300 6188,10824">
            <msink:destinationLink direction="with" ref="{F9947896-2E6C-4AB0-9108-5442C3AF9E4E}"/>
          </msink:context>
        </emma:interpretation>
      </emma:emma>
    </inkml:annotationXML>
    <inkml:traceGroup>
      <inkml:annotationXML>
        <emma:emma xmlns:emma="http://www.w3.org/2003/04/emma" version="1.0">
          <emma:interpretation id="{D69CF460-D4DA-4CE5-9450-6008BD2D6163}" emma:medium="tactile" emma:mode="ink">
            <msink:context xmlns:msink="http://schemas.microsoft.com/ink/2010/main" type="paragraph" rotatedBoundingBox="7282,11329 7191,12397 7101,12389 7192,1132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6FE9D83-0B19-4E7A-8536-B2204E0E3D4B}" emma:medium="tactile" emma:mode="ink">
              <msink:context xmlns:msink="http://schemas.microsoft.com/ink/2010/main" type="line" rotatedBoundingBox="7282,11329 7191,12397 7101,12389 7192,11321"/>
            </emma:interpretation>
          </emma:emma>
        </inkml:annotationXML>
        <inkml:traceGroup>
          <inkml:annotationXML>
            <emma:emma xmlns:emma="http://www.w3.org/2003/04/emma" version="1.0">
              <emma:interpretation id="{397926B8-6154-47D4-853B-A175E48AE41D}" emma:medium="tactile" emma:mode="ink">
                <msink:context xmlns:msink="http://schemas.microsoft.com/ink/2010/main" type="inkWord" rotatedBoundingBox="7282,11329 7191,12397 7101,12389 7192,11321"/>
              </emma:interpretation>
              <emma:one-of disjunction-type="recognition" id="oneOf0">
                <emma:interpretation id="interp0" emma:lang="en-US" emma:confidence="0.5">
                  <emma:literal>runs</emma:literal>
                </emma:interpretation>
                <emma:interpretation id="interp1" emma:lang="en-US" emma:confidence="0">
                  <emma:literal>suns</emma:literal>
                </emma:interpretation>
                <emma:interpretation id="interp2" emma:lang="en-US" emma:confidence="0">
                  <emma:literal>pans</emma:literal>
                </emma:interpretation>
                <emma:interpretation id="interp3" emma:lang="en-US" emma:confidence="0">
                  <emma:literal>runes</emma:literal>
                </emma:interpretation>
                <emma:interpretation id="interp4" emma:lang="en-US" emma:confidence="0">
                  <emma:literal>runny</emma:literal>
                </emma:interpretation>
              </emma:one-of>
            </emma:emma>
          </inkml:annotationXML>
          <inkml:trace contextRef="#ctx0" brushRef="#br0">1044 534,'-25'25,"25"-50,25 25,-25-26,26 26,-26-25,25 25,-25 25,0 1,0-1,0 0,0 1,0-1,0 1,-25-26,25 25,0 0,0 1,0-1,0 1,0-1,0 0,0 1,0-1,0 1,0-1,0 0,0 1,-26-1,26 1,0-1,0 0,0 1,0-1,0 1,0-1,0 0,0 1,-25-1,25 1,0-1,0 0,0 1,0-1,0 1,0-1,0 0,-25-25,25 26,0-1,0 1,0-52,-26 26,26-25,0-26,0 26,0-1,0 1</inkml:trace>
        </inkml:traceGroup>
      </inkml:traceGroup>
    </inkml:traceGroup>
    <inkml:traceGroup>
      <inkml:annotationXML>
        <emma:emma xmlns:emma="http://www.w3.org/2003/04/emma" version="1.0">
          <emma:interpretation id="{23B0179E-9CF3-4DE4-A639-448EE49CAD45}" emma:medium="tactile" emma:mode="ink">
            <msink:context xmlns:msink="http://schemas.microsoft.com/ink/2010/main" type="paragraph" rotatedBoundingBox="6454,10787 6815,11439 6400,11668 6039,110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818EB07-608A-40C5-8A2D-742253013F4C}" emma:medium="tactile" emma:mode="ink">
              <msink:context xmlns:msink="http://schemas.microsoft.com/ink/2010/main" type="line" rotatedBoundingBox="6454,10787 6815,11439 6400,11668 6039,11017"/>
            </emma:interpretation>
          </emma:emma>
        </inkml:annotationXML>
        <inkml:traceGroup>
          <inkml:annotationXML>
            <emma:emma xmlns:emma="http://www.w3.org/2003/04/emma" version="1.0">
              <emma:interpretation id="{F0BB31A4-F22E-4B89-B27F-B23C8413A368}" emma:medium="tactile" emma:mode="ink">
                <msink:context xmlns:msink="http://schemas.microsoft.com/ink/2010/main" type="inkWord" rotatedBoundingBox="6454,10787 6815,11439 6400,11668 6039,11017"/>
              </emma:interpretation>
              <emma:one-of disjunction-type="recognition" id="oneOf1">
                <emma:interpretation id="interp5" emma:lang="en-US" emma:confidence="0.5">
                  <emma:literal>Q</emma:literal>
                </emma:interpretation>
                <emma:interpretation id="interp6" emma:lang="en-US" emma:confidence="0">
                  <emma:literal>e</emma:literal>
                </emma:interpretation>
                <emma:interpretation id="interp7" emma:lang="en-US" emma:confidence="0.5">
                  <emma:literal>e \</emma:literal>
                </emma:interpretation>
                <emma:interpretation id="interp8" emma:lang="en-US" emma:confidence="0">
                  <emma:literal>G</emma:literal>
                </emma:interpretation>
                <emma:interpretation id="interp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1671.8382">79 203,'0'26,"26"-26,-1 0,0 0,1-26,-26 1,25 25,-25-25,26 25,-26-26,25 26,-25-25,25 25,-25-26,0 1,0 0,-25 25,25-26,-25 26,-1 0,1 0,25 51,-26-51,-24 25,24-25,1 51,-1-25,1-1,25 0,0 1,0-1,0 1,0-1,0 0,0 1,0-1,25 1,-25-1,0 0,26-25,-26 26,25-26,-25 25,26-25,-26 26,25-26,0 25,1-25,-1 0,1-25,-1-1,0 1,1-26,-1 26,-25-1,26 26,-26-25,0-1,25 26</inkml:trace>
          <inkml:trace contextRef="#ctx0" brushRef="#br0" timeOffset="2057.3836">486 305,'0'25,"0"1,0-1,0 26,0-26,-26 1,26-1,0 1,0-1,0 0,0 1,-25-1,25 1,0-1,0 0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6:45.27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DF6F6F6-3AB2-4196-B23C-BFD223FE3BE0}" emma:medium="tactile" emma:mode="ink">
          <msink:context xmlns:msink="http://schemas.microsoft.com/ink/2010/main" type="writingRegion" rotatedBoundingBox="8358,8747 9146,8961 9048,9322 8260,9108"/>
        </emma:interpretation>
      </emma:emma>
    </inkml:annotationXML>
    <inkml:traceGroup>
      <inkml:annotationXML>
        <emma:emma xmlns:emma="http://www.w3.org/2003/04/emma" version="1.0">
          <emma:interpretation id="{B17CEC5F-216A-4567-BEAC-40AD1FD862EF}" emma:medium="tactile" emma:mode="ink">
            <msink:context xmlns:msink="http://schemas.microsoft.com/ink/2010/main" type="paragraph" rotatedBoundingBox="8358,8747 9146,8961 9048,9322 8260,91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6FC8477-5241-480F-B57E-05C33EC9C734}" emma:medium="tactile" emma:mode="ink">
              <msink:context xmlns:msink="http://schemas.microsoft.com/ink/2010/main" type="line" rotatedBoundingBox="8358,8747 9146,8961 9048,9322 8260,9108"/>
            </emma:interpretation>
          </emma:emma>
        </inkml:annotationXML>
        <inkml:traceGroup>
          <inkml:annotationXML>
            <emma:emma xmlns:emma="http://www.w3.org/2003/04/emma" version="1.0">
              <emma:interpretation id="{4CACEE5F-88C4-472E-B5C0-6CE6B61923E6}" emma:medium="tactile" emma:mode="ink">
                <msink:context xmlns:msink="http://schemas.microsoft.com/ink/2010/main" type="inkWord" rotatedBoundingBox="8358,8747 8727,8847 8629,9208 8260,9108"/>
              </emma:interpretation>
              <emma:one-of disjunction-type="recognition" id="oneOf0">
                <emma:interpretation id="interp0" emma:lang="en-US" emma:confidence="0.5">
                  <emma:literal>e</emma:literal>
                </emma:interpretation>
                <emma:interpretation id="interp1" emma:lang="en-US" emma:confidence="0">
                  <emma:literal>l</emma:literal>
                </emma:interpretation>
                <emma:interpretation id="interp2" emma:lang="en-US" emma:confidence="0">
                  <emma:literal>r</emma:literal>
                </emma:interpretation>
                <emma:interpretation id="interp3" emma:lang="en-US" emma:confidence="0">
                  <emma:literal>C</emma:literal>
                </emma:interpretation>
                <emma:interpretation id="interp4" emma:lang="en-US" emma:confidence="0">
                  <emma:literal>%</emma:literal>
                </emma:interpretation>
              </emma:one-of>
            </emma:emma>
          </inkml:annotationXML>
          <inkml:trace contextRef="#ctx0" brushRef="#br0">0 152,'0'0,"0"26,25-26,0 0,-25 25,26-25,-1 0,1-51,-1 51,0-25,-25-1,26 26,-26-25,0 0,0-1,0 1,-26 25,1 0,0 0,25 25,-26-25,26 26,-25-1,-1 0,26 1,0-1,-25-25,25 26,0-1,0 0,0 1,0-1,51-25,-51 26,25-1,1-25,-26 25,25-25,0 0,-25 26,26-26,-1 0,1 0,-1 0,0-26,1 26,-26-25,0 0,25 25,-25-26</inkml:trace>
        </inkml:traceGroup>
        <inkml:traceGroup>
          <inkml:annotationXML>
            <emma:emma xmlns:emma="http://www.w3.org/2003/04/emma" version="1.0">
              <emma:interpretation id="{91557425-4133-454C-9EB8-1BBAEBAC6E1D}" emma:medium="tactile" emma:mode="ink">
                <msink:context xmlns:msink="http://schemas.microsoft.com/ink/2010/main" type="inkWord" rotatedBoundingBox="8774,8948 9124,9043 9068,9249 8718,9154"/>
              </emma:interpretation>
              <emma:one-of disjunction-type="recognition" id="oneOf1">
                <emma:interpretation id="interp5" emma:lang="en-US" emma:confidence="0.5">
                  <emma:literal>v</emma:literal>
                </emma:interpretation>
                <emma:interpretation id="interp6" emma:lang="en-US" emma:confidence="0">
                  <emma:literal>V</emma:literal>
                </emma:interpretation>
                <emma:interpretation id="interp7" emma:lang="en-US" emma:confidence="0">
                  <emma:literal>U</emma:literal>
                </emma:interpretation>
                <emma:interpretation id="interp8" emma:lang="en-US" emma:confidence="0">
                  <emma:literal>~</emma:literal>
                </emma:interpretation>
                <emma:interpretation id="interp9" emma:lang="en-US" emma:confidence="0">
                  <emma:literal>r</emma:literal>
                </emma:interpretation>
              </emma:one-of>
            </emma:emma>
          </inkml:annotationXML>
          <inkml:trace contextRef="#ctx0" brushRef="#br0" timeOffset="535.3507">482 203,'-25'0,"50"0,1 0,-1 0,0 0,1 0,-26 25,0 1,0-1,0 1,-26-26,26 25,0 0,0 1,0-1,26-25,-1 0,1 0,-1 0,-25-25,25 25,1 0,-26-26,25 26,-25-25,26 25,-26-25,25 25,-25-26,25 26,-25-25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6:47.63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3BF98624-5EF1-4C6A-9B50-F92B43D2D539}" emma:medium="tactile" emma:mode="ink">
          <msink:context xmlns:msink="http://schemas.microsoft.com/ink/2010/main" type="writingRegion" rotatedBoundingBox="11263,9617 11145,11395 10640,11362 10758,9583"/>
        </emma:interpretation>
      </emma:emma>
    </inkml:annotationXML>
    <inkml:traceGroup>
      <inkml:annotationXML>
        <emma:emma xmlns:emma="http://www.w3.org/2003/04/emma" version="1.0">
          <emma:interpretation id="{A841E5BE-DE3F-49FF-A8FD-C917D867AABA}" emma:medium="tactile" emma:mode="ink">
            <msink:context xmlns:msink="http://schemas.microsoft.com/ink/2010/main" type="paragraph" rotatedBoundingBox="11263,9617 11145,11395 10640,11362 10758,95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B61CCEC-89FF-464C-B118-6E7934321627}" emma:medium="tactile" emma:mode="ink">
              <msink:context xmlns:msink="http://schemas.microsoft.com/ink/2010/main" type="line" rotatedBoundingBox="11263,9617 11145,11395 10640,11362 10758,9583"/>
            </emma:interpretation>
          </emma:emma>
        </inkml:annotationXML>
        <inkml:traceGroup>
          <inkml:annotationXML>
            <emma:emma xmlns:emma="http://www.w3.org/2003/04/emma" version="1.0">
              <emma:interpretation id="{07967E12-5BC4-4AE0-999E-DC8744DE9348}" emma:medium="tactile" emma:mode="ink">
                <msink:context xmlns:msink="http://schemas.microsoft.com/ink/2010/main" type="inkWord" rotatedBoundingBox="11087,9605 11049,10185 10885,10174 10924,9594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">
                  <emma:literal>.</emma:literal>
                </emma:interpretation>
                <emma:interpretation id="interp2" emma:lang="en-US" emma:confidence="0">
                  <emma:literal>,</emma:literal>
                </emma:interpretation>
                <emma:interpretation id="interp3" emma:lang="en-US" emma:confidence="0">
                  <emma:literal>_</emma:literal>
                </emma:interpretation>
                <emma:interpretation id="interp4" emma:lang="en-US" emma:confidence="0">
                  <emma:literal>~</emma:literal>
                </emma:interpretation>
              </emma:one-of>
            </emma:emma>
          </inkml:annotationXML>
          <inkml:trace contextRef="#ctx0" brushRef="#br0">25 52,'-25'0,"50"0,-50-25,50 25,1 0,-1-25,0 25,-25 25,0 0,0 1,0-1,0 1,0-1,0 0,0 1,0-1,0 1,0-1,0 0,0 1,0-1,0 1,0-1,0 0,0 1,0-1,26-25,-26 26,0-1,0 0,0 1,0-52,0 1,0 0</inkml:trace>
        </inkml:traceGroup>
        <inkml:traceGroup>
          <inkml:annotationXML>
            <emma:emma xmlns:emma="http://www.w3.org/2003/04/emma" version="1.0">
              <emma:interpretation id="{D4196CE4-6A5B-4CEE-B529-1A20B52D95BA}" emma:medium="tactile" emma:mode="ink">
                <msink:context xmlns:msink="http://schemas.microsoft.com/ink/2010/main" type="inkWord" rotatedBoundingBox="11189,10739 11145,11395 10640,11362 10684,10705"/>
              </emma:interpretation>
              <emma:one-of disjunction-type="recognition" id="oneOf1">
                <emma:interpretation id="interp5" emma:lang="en-US" emma:confidence="0.5">
                  <emma:literal>on</emma:literal>
                </emma:interpretation>
                <emma:interpretation id="interp6" emma:lang="en-US" emma:confidence="0">
                  <emma:literal>or</emma:literal>
                </emma:interpretation>
                <emma:interpretation id="interp7" emma:lang="en-US" emma:confidence="0">
                  <emma:literal>ors</emma:literal>
                </emma:interpretation>
                <emma:interpretation id="interp8" emma:lang="en-US" emma:confidence="0">
                  <emma:literal>o</emma:literal>
                </emma:interpretation>
                <emma:interpretation id="interp9" emma:lang="en-US" emma:confidence="0">
                  <emma:literal>oms</emma:literal>
                </emma:interpretation>
              </emma:one-of>
            </emma:emma>
          </inkml:annotationXML>
          <inkml:trace contextRef="#ctx0" brushRef="#br0" timeOffset="733.5668">-178 1297,'0'51,"51"-51,-26-26,-25-24,26 50,-1 0,-25-26,25 26,-25-25,0-1,0 1,0 0,-25 25,25-26,-25 26,-1 0,26 26,-25-26,-1 50,1-24,25-1,-25-25,25 26,-26-1,26 0,0 1,-25-26,25 25,0 1,0-1,0 0,0 1,0-1,0 1,0-1,25-25,-25 25,0 1,26-26,-26 25,25-25,0 0,1 0,-26-25,25-1,1-24,-1 50,-25-26,0 1,25 25</inkml:trace>
          <inkml:trace contextRef="#ctx0" brushRef="#br0" timeOffset="1387.3787">51 1500,'0'-25,"0"-1,25 26,-25-25,25 25,1 0,-1 0,1 0,-26 25,0 26,-26-25,26-1,-25-25,25 25,25-25,1 0,-1 0,-25 51,25-51,-25 26,0-1,0 0,0 1,-25-26,25 25,-51-25,26 0,-1 26,1-26,0 0,-1 0,1 0,-1 0,26-26,0 1,0-1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6:51.042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33B4FA4C-D2C4-45F5-A0E7-B7A798E4CF3B}" emma:medium="tactile" emma:mode="ink">
          <msink:context xmlns:msink="http://schemas.microsoft.com/ink/2010/main" type="writingRegion" rotatedBoundingBox="11462,7426 11974,9016 11384,9206 10871,7616"/>
        </emma:interpretation>
      </emma:emma>
    </inkml:annotationXML>
    <inkml:traceGroup>
      <inkml:annotationXML>
        <emma:emma xmlns:emma="http://www.w3.org/2003/04/emma" version="1.0">
          <emma:interpretation id="{DD35E1DA-677C-47C6-BE81-A7EECAE36A3B}" emma:medium="tactile" emma:mode="ink">
            <msink:context xmlns:msink="http://schemas.microsoft.com/ink/2010/main" type="paragraph" rotatedBoundingBox="11462,7426 11974,9016 11384,9206 10871,76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74668F-64A7-4C21-A06A-C4D846FA4CD8}" emma:medium="tactile" emma:mode="ink">
              <msink:context xmlns:msink="http://schemas.microsoft.com/ink/2010/main" type="line" rotatedBoundingBox="11462,7426 11974,9016 11384,9206 10871,7616"/>
            </emma:interpretation>
          </emma:emma>
        </inkml:annotationXML>
        <inkml:traceGroup>
          <inkml:annotationXML>
            <emma:emma xmlns:emma="http://www.w3.org/2003/04/emma" version="1.0">
              <emma:interpretation id="{8E470886-A985-4DC2-8DE0-293CA21EAC25}" emma:medium="tactile" emma:mode="ink">
                <msink:context xmlns:msink="http://schemas.microsoft.com/ink/2010/main" type="inkWord" rotatedBoundingBox="11462,7426 11974,9016 11384,9206 10871,7616"/>
              </emma:interpretation>
              <emma:one-of disjunction-type="recognition" id="oneOf0">
                <emma:interpretation id="interp0" emma:lang="en-US" emma:confidence="0.5">
                  <emma:literal>on</emma:literal>
                </emma:interpretation>
                <emma:interpretation id="interp1" emma:lang="en-US" emma:confidence="0">
                  <emma:literal>of</emma:literal>
                </emma:interpretation>
                <emma:interpretation id="interp2" emma:lang="en-US" emma:confidence="0.5">
                  <emma:literal>or sun</emma:literal>
                </emma:interpretation>
                <emma:interpretation id="interp3" emma:lang="en-US" emma:confidence="0">
                  <emma:literal>o</emma:literal>
                </emma:interpretation>
                <emma:interpretation id="interp4" emma:lang="en-US" emma:confidence="0">
                  <emma:literal>a sun</emma:literal>
                </emma:interpretation>
              </emma:one-of>
            </emma:emma>
          </inkml:annotationXML>
          <inkml:trace contextRef="#ctx0" brushRef="#br0">30 127,'25'0,"-25"-25,-25 25,25-26,-26 26,26-25,0-1,26 26,-26-25,25 25,-25 25,0 1,0-1,0 1,25-1,-25 0,0 1,26 25,-26-26,0 0,0 1,0-1,25 1,-25-1,0 0,0 1,0-1,0 1,0-1,0 0,0 1,0-1,0 1,0-1,0 0,0 1,0-1,0 1,0-1,0 0,0-75,0 24,0 1,0-1,-25 1,25-26</inkml:trace>
          <inkml:trace contextRef="#ctx0" brushRef="#br0" timeOffset="975.9709">-529-584,'51'0,"-26"0,0 0,1 0,-26-26,25 26,1 0,-1-25,0 25,-25-25,26 25,-1-26,1 26,-26-25,25 25,0-26,-25 1,26 25,-26-25,0-1,-51 26,26 0,-1 0,1 0,-1 0,1 0,0 0,-1 26,1-26,-1 25,26 0,0 1,0-1,0 1,0-1,0 0,0 1,0-1,0 1,26-1,-26 0,25 1,1-1,-1-25,0 26,1-26,-1 0,1 0,-1 0,0 0,-25-26,26 26,-26-25,25-1,-25 1</inkml:trace>
          <inkml:trace contextRef="#ctx0" brushRef="#br0" timeOffset="1702.3262">-123-584,'26'0,"-26"25,0 1,0-1,0 0,25-25,-25 26,25-26,1 0,-1 0,1-26,-1 1,-25 0,25 25,-25-26,26 26,-26-25,0-1,0 1,0 76,0-26,0 1,0-1,0 0,0 1,-26-26,26 25,0 1,0-1,0 0,0 1,0-1,0 1,-25-1,25 0,0 1,0-1,0 1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6:54.54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D187363-7CFC-4D33-B580-B745BBD6FD03}" emma:medium="tactile" emma:mode="ink">
          <msink:context xmlns:msink="http://schemas.microsoft.com/ink/2010/main" type="writingRegion" rotatedBoundingBox="13194,8445 13248,10658 12502,10676 12449,8463">
            <msink:destinationLink direction="with" ref="{035F1EEF-C7F0-4BB0-B55C-7675B0FA3001}"/>
          </msink:context>
        </emma:interpretation>
      </emma:emma>
    </inkml:annotationXML>
    <inkml:traceGroup>
      <inkml:annotationXML>
        <emma:emma xmlns:emma="http://www.w3.org/2003/04/emma" version="1.0">
          <emma:interpretation id="{2C710645-4FE5-442B-9DF2-3DB607B7C2E0}" emma:medium="tactile" emma:mode="ink">
            <msink:context xmlns:msink="http://schemas.microsoft.com/ink/2010/main" type="paragraph" rotatedBoundingBox="13194,8445 13248,10658 12502,10676 12449,84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1E8B95C-65D8-490C-9D76-F66471322153}" emma:medium="tactile" emma:mode="ink">
              <msink:context xmlns:msink="http://schemas.microsoft.com/ink/2010/main" type="line" rotatedBoundingBox="13194,8445 13248,10658 12502,10676 12449,8463"/>
            </emma:interpretation>
          </emma:emma>
        </inkml:annotationXML>
        <inkml:traceGroup>
          <inkml:annotationXML>
            <emma:emma xmlns:emma="http://www.w3.org/2003/04/emma" version="1.0">
              <emma:interpretation id="{74D7FD82-F858-49A5-A770-9BF1924F545E}" emma:medium="tactile" emma:mode="ink">
                <msink:context xmlns:msink="http://schemas.microsoft.com/ink/2010/main" type="inkWord" rotatedBoundingBox="12772,8455 12795,9420 12673,9423 12650,8458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">
                  <emma:literal>~</emma:literal>
                </emma:interpretation>
                <emma:interpretation id="interp2" emma:lang="en-US" emma:confidence="0">
                  <emma:literal>_</emma:literal>
                </emma:interpretation>
                <emma:interpretation id="interp3" emma:lang="en-US" emma:confidence="0">
                  <emma:literal>.</emma:literal>
                </emma:interpretation>
                <emma:interpretation id="interp4" emma:lang="en-US" emma:confidence="0">
                  <emma:literal>e</emma:literal>
                </emma:interpretation>
              </emma:one-of>
            </emma:emma>
          </inkml:annotationXML>
          <inkml:trace contextRef="#ctx0" brushRef="#br0">1 0,'0'25,"0"0,26-25,-1 0,1 26,-26-1,0 1,25-1,-25 0,0 1,0-1,0 1,0-1,0 0,0 1,0-1,0 1,0-1,0 0,0 1,0-1,0 1,-51-1,51 0,0 1,0-1,0 1,0-1,0 0,0 1,0-1,0 1,0-1,0 0,0 1,0-1,-25-25,25 26,0-1,-26-25,26 25,0 1,0-52,26 26,-26-25,0 0,0-1</inkml:trace>
        </inkml:traceGroup>
        <inkml:traceGroup>
          <inkml:annotationXML>
            <emma:emma xmlns:emma="http://www.w3.org/2003/04/emma" version="1.0">
              <emma:interpretation id="{36DAE486-921C-45E1-8D96-4CFCFA78B52A}" emma:medium="tactile" emma:mode="ink">
                <msink:context xmlns:msink="http://schemas.microsoft.com/ink/2010/main" type="inkWord" rotatedBoundingBox="13232,10031 13248,10658 12502,10676 12487,10049"/>
              </emma:interpretation>
              <emma:one-of disjunction-type="recognition" id="oneOf1">
                <emma:interpretation id="interp5" emma:lang="en-US" emma:confidence="0.5">
                  <emma:literal>is</emma:literal>
                </emma:interpretation>
                <emma:interpretation id="interp6" emma:lang="en-US" emma:confidence="0">
                  <emma:literal>as</emma:literal>
                </emma:interpretation>
                <emma:interpretation id="interp7" emma:lang="en-US" emma:confidence="0">
                  <emma:literal>cis</emma:literal>
                </emma:interpretation>
                <emma:interpretation id="interp8" emma:lang="en-US" emma:confidence="0">
                  <emma:literal>Exis</emma:literal>
                </emma:interpretation>
                <emma:interpretation id="interp9" emma:lang="en-US" emma:confidence="0">
                  <emma:literal>loss</emma:literal>
                </emma:interpretation>
              </emma:one-of>
            </emma:emma>
          </inkml:annotationXML>
          <inkml:trace contextRef="#ctx0" brushRef="#br0" timeOffset="1333.4129">332 1701,'25'0,"0"0,1 0,-1-25,1 25,-1-25,0 25,-25-26,26 1,-26-1,25 26</inkml:trace>
          <inkml:trace contextRef="#ctx0" brushRef="#br0" timeOffset="701.5118">-100 1828,'-26'0,"52"0,-1 0,-25-25,26 25,-1-25,0 25,-25-26,26 26,-26-25,25 25,-25-26,0 1,-51 25,26 0,0 0,-1 0,1 0,25 25,-26-25,1 26,25-1,-25-25,25 26,0-1,0 0,0 1,0-1,0 1,0-1,0 0,0 1,25-26,-25 25,25-25,1 0,-1 0,1 0,-1-25,0-1,1 26,-1-50</inkml:trace>
          <inkml:trace contextRef="#ctx0" brushRef="#br0" timeOffset="1137.7421">154 1828,'0'26,"0"25,-26-51,1 25,25 0,0 1,-25-26,25 25,0 1,50-26,-24 0,-1 0,1 0,-1 0,0 0,-25-26,26 26,-1 0,-25 26,0-1,0 0,-25-25,25 51,0-25,-26-26,26 25,-25-25,0 25,-1-25,1 0,25-50,0 24,0-25,0 26,0 0,51-1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7:09.36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ACD8B1A-072A-4D8B-B09C-FEFD98809C9F}" emma:medium="tactile" emma:mode="ink">
          <msink:context xmlns:msink="http://schemas.microsoft.com/ink/2010/main" type="writingRegion" rotatedBoundingBox="17043,5796 16358,10249 14225,9921 14910,5468"/>
        </emma:interpretation>
      </emma:emma>
    </inkml:annotationXML>
    <inkml:traceGroup>
      <inkml:annotationXML>
        <emma:emma xmlns:emma="http://www.w3.org/2003/04/emma" version="1.0">
          <emma:interpretation id="{CB4B455F-4578-4876-AB95-91292D550940}" emma:medium="tactile" emma:mode="ink">
            <msink:context xmlns:msink="http://schemas.microsoft.com/ink/2010/main" type="paragraph" rotatedBoundingBox="16506,6462 16629,8903 15917,8939 15794,649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BD60E4B-977A-430B-AA40-9B9805327DC3}" emma:medium="tactile" emma:mode="ink">
              <msink:context xmlns:msink="http://schemas.microsoft.com/ink/2010/main" type="line" rotatedBoundingBox="16506,6462 16629,8903 15917,8939 15794,6498"/>
            </emma:interpretation>
          </emma:emma>
        </inkml:annotationXML>
        <inkml:traceGroup>
          <inkml:annotationXML>
            <emma:emma xmlns:emma="http://www.w3.org/2003/04/emma" version="1.0">
              <emma:interpretation id="{6EAC1664-5146-4773-8EAF-72C3CDFD017E}" emma:medium="tactile" emma:mode="ink">
                <msink:context xmlns:msink="http://schemas.microsoft.com/ink/2010/main" type="inkWord" rotatedBoundingBox="16506,6462 16629,8903 15917,8939 15794,6498"/>
              </emma:interpretation>
              <emma:one-of disjunction-type="recognition" id="oneOf0">
                <emma:interpretation id="interp0" emma:lang="en-US" emma:confidence="0.5">
                  <emma:literal>-on</emma:literal>
                </emma:interpretation>
                <emma:interpretation id="interp1" emma:lang="en-US" emma:confidence="0.5">
                  <emma:literal>- in</emma:literal>
                </emma:interpretation>
                <emma:interpretation id="interp2" emma:lang="en-US" emma:confidence="0">
                  <emma:literal>- is</emma:literal>
                </emma:interpretation>
                <emma:interpretation id="interp3" emma:lang="en-US" emma:confidence="0">
                  <emma:literal>- :</emma:literal>
                </emma:interpretation>
                <emma:interpretation id="interp4" emma:lang="en-US" emma:confidence="0">
                  <emma:literal>_ in</emma:literal>
                </emma:interpretation>
              </emma:one-of>
            </emma:emma>
          </inkml:annotationXML>
          <inkml:trace contextRef="#ctx0" brushRef="#br0">2363 2192,'26'25,"24"-25,-24 0,-1 0,-25-25,26 25,-1 0,-25-26,25 26,-25-25,26 25,-26-26,25 1,-25 0,0-1,0 1,0-1,-25 26,-1 0,1 0,25 51,-25-51,-1 26,1-1,25 0,-26 1,26-1,0 1,0-1,0 0,0 1,26-26,-1 0,1 0,-1 0,0 0,-25-26,26 26,-1 0,-25-25,26 25,-1-25</inkml:trace>
          <inkml:trace contextRef="#ctx0" brushRef="#br0" timeOffset="548.3154">2998 2293,'0'0,"26"-25,-26-1,25 26,-25-25,25 25,-25-25,0-1,0 1,-50 25,24 0,1 0,25-26,-26 26,1 0,0 0,-1 0,26 51,0-25,-25-26,25 25,0 0,25-25,1 0,-26-25,25 25,-25 25,0 1,0-1,0 1,0-1,0 0,0 1,0-1,0 1,0-1,-25-25,25 25,-26-25,26 26</inkml:trace>
          <inkml:trace contextRef="#ctx0" brushRef="#br0" timeOffset="-670.3897">2693 83,'0'26,"0"-1,0 1,0-1,0 0,0 1,0-1,0 1,0-1,0 0,0 1,-25-26,25 25,0 1,0-1,0 0,0 1,0-1,-25 1,25-1,0 0,0 1,0-1,0 1,0-1,0 0,0 1,0-1,0 1,-26-26,26 25,0 0,0 1,0-1,0 1,0-1,0 0,0 1,0-1,26 1,-26-1,0 0,0 1,25-26,-25 25,0 1,0-1,0 0,0 1,0-1,0 1,0-1,0 0,0 1,0-1,0 1,0-1,0 0,0 1,0-77,0 26,0-1,0 1</inkml:trace>
        </inkml:traceGroup>
      </inkml:traceGroup>
    </inkml:traceGroup>
    <inkml:traceGroup>
      <inkml:annotationXML>
        <emma:emma xmlns:emma="http://www.w3.org/2003/04/emma" version="1.0">
          <emma:interpretation id="{6D4176CC-B207-4902-8EC2-43D111ED8075}" emma:medium="tactile" emma:mode="ink">
            <msink:context xmlns:msink="http://schemas.microsoft.com/ink/2010/main" type="paragraph" rotatedBoundingBox="15694,5588 15009,10041 14225,9921 14910,54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9D89321-BE05-4FD7-BE1F-4500999A2490}" emma:medium="tactile" emma:mode="ink">
              <msink:context xmlns:msink="http://schemas.microsoft.com/ink/2010/main" type="line" rotatedBoundingBox="15694,5588 15009,10041 14225,9921 14910,5468"/>
            </emma:interpretation>
          </emma:emma>
        </inkml:annotationXML>
        <inkml:traceGroup>
          <inkml:annotationXML>
            <emma:emma xmlns:emma="http://www.w3.org/2003/04/emma" version="1.0">
              <emma:interpretation id="{3E2BECBB-5840-491B-9C05-8067854EAF01}" emma:medium="tactile" emma:mode="ink">
                <msink:context xmlns:msink="http://schemas.microsoft.com/ink/2010/main" type="inkWord" rotatedBoundingBox="15694,5588 15009,10041 14225,9921 14910,5468"/>
              </emma:interpretation>
              <emma:one-of disjunction-type="recognition" id="oneOf1">
                <emma:interpretation id="interp5" emma:lang="en-US" emma:confidence="0.5">
                  <emma:literal>is-of</emma:literal>
                </emma:interpretation>
                <emma:interpretation id="interp6" emma:lang="en-US" emma:confidence="0.5">
                  <emma:literal>o. -of</emma:literal>
                </emma:interpretation>
                <emma:interpretation id="interp7" emma:lang="en-US" emma:confidence="0">
                  <emma:literal>as-or</emma:literal>
                </emma:interpretation>
                <emma:interpretation id="interp8" emma:lang="en-US" emma:confidence="0">
                  <emma:literal>as -of</emma:literal>
                </emma:interpretation>
                <emma:interpretation id="interp9" emma:lang="en-US" emma:confidence="0">
                  <emma:literal>as. -of</emma:literal>
                </emma:interpretation>
              </emma:one-of>
            </emma:emma>
          </inkml:annotationXML>
          <inkml:trace contextRef="#ctx0" brushRef="#br0" timeOffset="-6683.5369">915 3030,'51'25,"-25"-25,-1 26,0-26,1 0,-1 0,1 0,-1-26,-25 1,0-1,0 1,0 0,0-1,-25 26,25-25,-26-1,1 26,-1 0,1 0,0 0,-1 51,1-51,25 26,-26-26,1 50,25-24,0-1,-25-25,25 26,0-1,-26 0,26 1,0-1,0 1,0-1,0 0,0 1,26-26,-1 0,0 25,1-25,-1 0,1 0,-1 0,0 0,1 0,-1-51,1 51,-1 0,0-25,1 25</inkml:trace>
          <inkml:trace contextRef="#ctx0" brushRef="#br0" timeOffset="-6113.5714">1347 3258,'-25'0,"-26"0,51-25,-25 25,25-25,-26 25,52 0,-1 0,0 0,1 0,-1 0,1 0,-1 0,-25-26,25 26,-25-25,26 25,-26 51,-26-51,26 25,0 26,-50-51,50 25,0 1,0-1,0 0,-26 1,26-1,0 1,-25-1,25 0,-26 1,26-1,0 1,-25-26,25 25,-25-25</inkml:trace>
          <inkml:trace contextRef="#ctx0" brushRef="#br0" timeOffset="-5913.0011">1246 3487,'0'-25,"25"25,-25-26,25 26,26 0,-25-25,-1 25,0-26,1 26,-26-25,25 25,1-25,-1-1</inkml:trace>
          <inkml:trace contextRef="#ctx0" brushRef="#br0" timeOffset="-7800.6709">1144 845,'0'26,"0"-1,0 1,0-1,0 0,0 1,0-1,0 1,0-1,-25 0,25 1,0-1,0 1,0-1,0 0,0 1,0-1,0 1,0-1,0 0,0 1,0-1,0 1,0-1,0 0,0 1,0-1,-26-25,26 26,0-1,0 0,0 1,0-1,0 1,0-1,0 0,-25-25,25 26,0-1,0 1,0-1,0 0,0 1,0-1,0 1,0-1,0 0,0 1,25-26,-25 25,0 1,0-1,0 0,0 1,0-1,-25-25,25 26,-26-26,26 25,0-76</inkml:trace>
          <inkml:trace contextRef="#ctx0" brushRef="#br0" timeOffset="-4576.1974">1855 134,'0'-25,"0"-1,-25 26,25-25,25 25,-25-25,0-1,0 77,0-26,0 1,0-1,51 26,-51 0,0-26,0 26,0 0,0 0,0-26,0 26,-51-26,51 26,0-26,-25 1,25-1,0 1,-26-1,26 0,0-50,0-26,26 26,-26-1</inkml:trace>
          <inkml:trace contextRef="#ctx0" brushRef="#br0" timeOffset="-3189.5659">1449-729,'0'0,"101"-26,-75 26,-1-25,1 25,-1 0,0 0,-25-26,0 1,0 0,-25 25,25-26,-51 26,26 0,-1 0,1 0,0 0,-1 0,1 0,-1 26,1-26,25 50,-25-50,25 26,-26-1,26 1,0-1,0 0,0 1,0-1,0 1,0-1,0 0,26 1,-26-1,25-25,-25 26,25-26,1 0,-1 0,1 0,-1 0,0 0,1 0,-26-26,25 26,-25-25,26 25</inkml:trace>
          <inkml:trace contextRef="#ctx0" brushRef="#br0" timeOffset="-2618.9471">1957-602,'0'0,"25"-26,-25 1,-51 25,26 0,0 0,25 25,-26-25,26 26,-25-26,25 25,0 26,-26-51,26 25,0 1,0-1,51-25,-51 25,26-25,-26 26,50-26,-24 25,-1-25,-25 26,0-1,-25-25,-26 0,26 0,-1 0,26-25,26-1,24-25,-50 26,26 0,-26-1,51 1,-26-1,-25 1,25 0,-25-1,0 1,0-1,0 1,-25 25,0 0,-1 0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6:58.50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9FFE1FD-D68A-4326-AE18-2935672A42BD}" emma:medium="tactile" emma:mode="ink">
          <msink:context xmlns:msink="http://schemas.microsoft.com/ink/2010/main" type="writingRegion" rotatedBoundingBox="13909,6342 14154,7816 13738,7886 13493,6411"/>
        </emma:interpretation>
      </emma:emma>
    </inkml:annotationXML>
    <inkml:traceGroup>
      <inkml:annotationXML>
        <emma:emma xmlns:emma="http://www.w3.org/2003/04/emma" version="1.0">
          <emma:interpretation id="{4E2D3516-71C4-4D3B-8A59-317CCA17D158}" emma:medium="tactile" emma:mode="ink">
            <msink:context xmlns:msink="http://schemas.microsoft.com/ink/2010/main" type="paragraph" rotatedBoundingBox="13909,6342 14154,7816 13738,7886 13493,64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3ADE27F-555B-4D5F-820B-82E05D4BE5F8}" emma:medium="tactile" emma:mode="ink">
              <msink:context xmlns:msink="http://schemas.microsoft.com/ink/2010/main" type="line" rotatedBoundingBox="13909,6342 14154,7816 13738,7886 13493,6411"/>
            </emma:interpretation>
          </emma:emma>
        </inkml:annotationXML>
        <inkml:traceGroup>
          <inkml:annotationXML>
            <emma:emma xmlns:emma="http://www.w3.org/2003/04/emma" version="1.0">
              <emma:interpretation id="{336E8869-A4EB-41EB-B40C-BF4523C14725}" emma:medium="tactile" emma:mode="ink">
                <msink:context xmlns:msink="http://schemas.microsoft.com/ink/2010/main" type="inkWord" rotatedBoundingBox="13909,6342 14154,7816 13738,7886 13493,6411"/>
              </emma:interpretation>
              <emma:one-of disjunction-type="recognition" id="oneOf0">
                <emma:interpretation id="interp0" emma:lang="en-US" emma:confidence="0.5">
                  <emma:literal>cross</emma:literal>
                </emma:interpretation>
                <emma:interpretation id="interp1" emma:lang="en-US" emma:confidence="0">
                  <emma:literal>can</emma:literal>
                </emma:interpretation>
                <emma:interpretation id="interp2" emma:lang="en-US" emma:confidence="0">
                  <emma:literal>clan</emma:literal>
                </emma:interpretation>
                <emma:interpretation id="interp3" emma:lang="en-US" emma:confidence="0">
                  <emma:literal>ca.</emma:literal>
                </emma:interpretation>
                <emma:interpretation id="interp4" emma:lang="en-US" emma:confidence="0">
                  <emma:literal>com</emma:literal>
                </emma:interpretation>
              </emma:one-of>
            </emma:emma>
          </inkml:annotationXML>
          <inkml:trace contextRef="#ctx0" brushRef="#br0">103 109,'-26'0,"52"0,-26 25,-26 1,1-26,25 25,25-25,1 0,-1 0,-25-25,25 25,-25-26,0 1,0-1,0 1,0 0,-25 25,25-26,-25 26,-1 0,1 0,-1 0,26 26,-25-26,25 25,0 0,0 1,0-1,0 1,0-1,0 0,0 1,0-1,0 1,25-26,-25 25,26-25,-26 25,25-25,1 0,-1 0,0 0,1 0,-1-25,1 25</inkml:trace>
          <inkml:trace contextRef="#ctx0" brushRef="#br0" timeOffset="970.8649">331 337,'-25'0,"25"-25,25 25,1 0,-1 0,0 0,1 0,-52 0,26 25,-25 1,25-1,0-50,-25 25,-1 0,1 0,-1 25,1-25,25 26,-25-26,25 25,0 0,0 1,0-1,0 1,0-1,0 0,25 1,-25-1,25 1,1-26,-1 0,-25-26,26 26,-26-25,0-1,0 1,0 0,0-1,0 1,-26 25,1 0,-1 0,1 0</inkml:trace>
          <inkml:trace contextRef="#ctx0" brushRef="#br0" timeOffset="-1348.6741">179 972,'25'0,"-25"26,26-26,-1 25,0 1,1-26,-26 25,25-25,-25 25,0 1,0-1,0 1,0-1,0 0,-25 1,25-1,0 1,-26-1,26 0,0 1,0-1,0 1,0-1,0 0,0-50,0-26</inkml:trace>
        </inkml:traceGroup>
      </inkml:traceGroup>
    </inkml:traceGroup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7:14.08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35CDF12-CABC-4819-82CB-E7A5EE44046C}" emma:medium="tactile" emma:mode="ink">
          <msink:context xmlns:msink="http://schemas.microsoft.com/ink/2010/main" type="writingRegion" rotatedBoundingBox="15918,5504 17115,3444 17949,3928 16752,5988"/>
        </emma:interpretation>
      </emma:emma>
    </inkml:annotationXML>
    <inkml:traceGroup>
      <inkml:annotationXML>
        <emma:emma xmlns:emma="http://www.w3.org/2003/04/emma" version="1.0">
          <emma:interpretation id="{81B81CD0-FC54-4D81-BB09-25B75F7FD0D6}" emma:medium="tactile" emma:mode="ink">
            <msink:context xmlns:msink="http://schemas.microsoft.com/ink/2010/main" type="paragraph" rotatedBoundingBox="15918,5504 17115,3444 17949,3928 16752,59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BA3C339-6327-4BFA-A298-2BE05AE5E76B}" emma:medium="tactile" emma:mode="ink">
              <msink:context xmlns:msink="http://schemas.microsoft.com/ink/2010/main" type="line" rotatedBoundingBox="15918,5504 17115,3444 17949,3928 16752,5988"/>
            </emma:interpretation>
          </emma:emma>
        </inkml:annotationXML>
        <inkml:traceGroup>
          <inkml:annotationXML>
            <emma:emma xmlns:emma="http://www.w3.org/2003/04/emma" version="1.0">
              <emma:interpretation id="{CC043112-9BF4-4EF0-831A-78077ACD5B66}" emma:medium="tactile" emma:mode="ink">
                <msink:context xmlns:msink="http://schemas.microsoft.com/ink/2010/main" type="inkWord" rotatedBoundingBox="16741,4088 17115,3444 17949,3928 17574,4572"/>
              </emma:interpretation>
              <emma:one-of disjunction-type="recognition" id="oneOf0">
                <emma:interpretation id="interp0" emma:lang="en-US" emma:confidence="0.5">
                  <emma:literal>so</emma:literal>
                </emma:interpretation>
                <emma:interpretation id="interp1" emma:lang="en-US" emma:confidence="0">
                  <emma:literal>soo</emma:literal>
                </emma:interpretation>
                <emma:interpretation id="interp2" emma:lang="en-US" emma:confidence="0">
                  <emma:literal>180</emma:literal>
                </emma:interpretation>
                <emma:interpretation id="interp3" emma:lang="en-US" emma:confidence="0">
                  <emma:literal>yeo</emma:literal>
                </emma:interpretation>
                <emma:interpretation id="interp4" emma:lang="en-US" emma:confidence="0">
                  <emma:literal>99.0</emma:literal>
                </emma:interpretation>
              </emma:one-of>
            </emma:emma>
          </inkml:annotationXML>
          <inkml:trace contextRef="#ctx0" brushRef="#br0">635 229,'0'-51,"0"76,0 1,0-1,0 0,0 26,0-25,0-1,-26 0,26 26,-25-25,25-1,-26 0,26 1,0-1,0 1</inkml:trace>
          <inkml:trace contextRef="#ctx0" brushRef="#br0" timeOffset="354.0462">762 229,'0'0,"50"-26,-50 52,0-1,0 0,0 1,0-1,26-25,-26 26,25-26,-25 25,26-25,-1 0,0 0,1 0,-1-51,1 26,-1 25,-25-26,25 1,-25 0,0-1,0 1,0-1,0 1,-25 0,0-1,-26 26,51-25,-26 25,1 0,0 0,-1 0,1 0,-1 0,1 0,0 0</inkml:trace>
          <inkml:trace contextRef="#ctx0" brushRef="#br0" timeOffset="-400.9132">0 203,'0'-25,"50"25,-24 0,-1 0,1 0,-1 0,0-26,1 26,-26-25,25 25,-25-25,26 25,-26-51,0 25,0 1,-26 25,1 0,-1 0,1 25,0-25,-1 26,1-26,25 51,-26-51,26 25,-25 0,25 1,-25-1,25 1,0-1,0 0,0 1,0-1,50-25,-50 26,26-26,-26 25,25-25,-25 25,26-25,-1 0,0 0,1 0,-1 0,1-50,-1 50,-25-26,25 26,1-25,-1 25,1-51</inkml:trace>
          <inkml:trace contextRef="#ctx0" brushRef="#br0" timeOffset="-2305.1906">-204 1067,'0'-26,"-25"26,25-25,0 0,0-1,0 1,25 25,-25 25,0 1,0-1,0 0,0 1,0-1,0 1,0-1,0 0,0 1,0-1,0 1,0-1,0 0,0 1,0-1,0 1,0-1,0 0,0 1,0-1,26-25,-26 26,0-1,0 0,0 1,0-1,0 1,0-1,0 0,0 1,0-1,0 1,-26-26,26 25,0 0,0 1,0-1,0 1,-25-1,25 0,0 1,0-1,0 1,0-1,0 0,0 1,0-1,0-50,0-26,0 26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7:16.83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4B8E733-95A7-4B96-AECA-A3F180CA8396}" emma:medium="tactile" emma:mode="ink">
          <msink:context xmlns:msink="http://schemas.microsoft.com/ink/2010/main" type="inkDrawing" rotatedBoundingBox="18164,8245 18436,4949 18575,4961 18303,8257" semanticType="verticalRange" shapeName="Other">
            <msink:sourceLink direction="with" ref="{AB97C0AE-3D55-440D-9700-3585DA69F92C}"/>
            <msink:sourceLink direction="with" ref="{48C74AA0-5B7A-41CE-8569-0C52102DA627}"/>
          </msink:context>
        </emma:interpretation>
      </emma:emma>
    </inkml:annotationXML>
    <inkml:trace contextRef="#ctx0" brushRef="#br0">241 29,'0'0,"0"-26,-26 26,52 0,-26 26,0-1,0 1,0-1,0 0,0 1,0-1,0 1,0-1,0 0,0 1,0-1,0 1,-26-1,26 0,0 1,0-1,0 1,0-1,0 0,0 1,0-1,0 1,0-1,0 0,0 1,0-1,0 1,0-1,0 0,0 1,0-1,0 1,0-1,0 0,0 1,0-1,0 1,0-1,0 0,0 1,0-1,0 1,0-1,0 0,0 1,0-1,0 1,0-1,0 0,0 1,0-1,0 1,0-1,0 0,0 1,0-1,0 1,0-1,0 0,0 1,0-1,0 1,0-1,0 0,-51-25,51 26,0-1,0 1,0-1,0 0,0 1,-25-26,25 25,0 1,-25-1,25 0,0 1,0-1,-26 1,26-1,0 0,0 1,0-1,-25 1,25-1,0 0,0 1,0-1,0 1,-26-26,26 25,0 0,0 1,0-1,0 1,0-1,-25 0,25 1,0-1,0 1,0-1,0 0,0 1,0-1,0 1,0-1,0 0,0 1,0-1,0 1,0-1,0 0,0 1,0-1,0 1,0-1,0 0,0 1,0-1,0 1,0-1,0 0,0 1,0-1,25-25,-25 26,0-1,0 0,0 1,0-1,0 1,0-1,0 0,26-25,-26-25,0 0,0-1,0 1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48:15.24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4A763766-F451-4BD8-8E7F-9C6F1D050046}" emma:medium="tactile" emma:mode="ink">
          <msink:context xmlns:msink="http://schemas.microsoft.com/ink/2010/main" type="writingRegion" rotatedBoundingBox="2324,664 23161,330 23309,9577 2472,9911"/>
        </emma:interpretation>
      </emma:emma>
    </inkml:annotationXML>
    <inkml:traceGroup>
      <inkml:annotationXML>
        <emma:emma xmlns:emma="http://www.w3.org/2003/04/emma" version="1.0">
          <emma:interpretation id="{C78EF9CF-0407-4ECD-B0AF-FB9E05975F0D}" emma:medium="tactile" emma:mode="ink">
            <msink:context xmlns:msink="http://schemas.microsoft.com/ink/2010/main" type="paragraph" rotatedBoundingBox="7044,584 15582,455 15598,1547 7061,1676" alignmentLevel="3"/>
          </emma:interpretation>
        </emma:emma>
      </inkml:annotationXML>
      <inkml:traceGroup>
        <inkml:annotationXML>
          <emma:emma xmlns:emma="http://www.w3.org/2003/04/emma" version="1.0">
            <emma:interpretation id="{1E88AF5A-724C-414E-85C6-879EF43531A9}" emma:medium="tactile" emma:mode="ink">
              <msink:context xmlns:msink="http://schemas.microsoft.com/ink/2010/main" type="line" rotatedBoundingBox="7044,584 15582,455 15598,1547 7061,1676"/>
            </emma:interpretation>
          </emma:emma>
        </inkml:annotationXML>
        <inkml:traceGroup>
          <inkml:annotationXML>
            <emma:emma xmlns:emma="http://www.w3.org/2003/04/emma" version="1.0">
              <emma:interpretation id="{02192DEE-9AB3-4845-800B-50B1B09B25E0}" emma:medium="tactile" emma:mode="ink">
                <msink:context xmlns:msink="http://schemas.microsoft.com/ink/2010/main" type="inkWord" rotatedBoundingBox="7046,690 9618,652 9633,1637 7061,1676"/>
              </emma:interpretation>
              <emma:one-of disjunction-type="recognition" id="oneOf0">
                <emma:interpretation id="interp0" emma:lang="en-US" emma:confidence="0.5">
                  <emma:literal>Best</emma:literal>
                </emma:interpretation>
                <emma:interpretation id="interp1" emma:lang="en-US" emma:confidence="0.5">
                  <emma:literal>B east</emma:literal>
                </emma:interpretation>
                <emma:interpretation id="interp2" emma:lang="en-US" emma:confidence="0">
                  <emma:literal>B East</emma:literal>
                </emma:interpretation>
                <emma:interpretation id="interp3" emma:lang="en-US" emma:confidence="0">
                  <emma:literal>B best</emma:literal>
                </emma:interpretation>
                <emma:interpretation id="interp4" emma:lang="en-US" emma:confidence="0">
                  <emma:literal>B cast</emma:literal>
                </emma:interpretation>
              </emma:one-of>
            </emma:emma>
          </inkml:annotationXML>
          <inkml:trace contextRef="#ctx0" brushRef="#br0">102 25,'25'-25,"-25"50,0 1,-25-1,25 1,0-1,0 0,-26-25,26 26,0-1,0 1,-25-1,25 0,0 1,0-1,0 26,-26-26,26 26,0-25,0 24,0-24,0 25,0-26,0 0,0 1,0-1,0 1,0-1,0 0,0 1,-25-26</inkml:trace>
          <inkml:trace contextRef="#ctx0" brushRef="#br0" timeOffset="654.3154">127 76,'0'-25,"0"-26,0 26,51-1,-51 1,25 25,1-26,24 26,-24-25,-1 0,1 25,-1-26,0 26,1 0,-1 0,1 0,-26 26,0-1,0 26,0-26,0 1,0 24,0-24,-26 25,26-26,-51 26,51-26,-50 26,50-26,-26 1,26-1,-25 1,25-1,0 0,25-25,-25-25,26 25,-1-25,0 25,1 0,-1 0,1 0,-1 0,0 0,1 0,-26 25,25-25,-25 51,26-26,-26 1,0-1,0 0,0 1,0-1,0 1,-51-1,51 0,-51-25,26 26,-1-1,1-25,-26 26,26-26,-1 0,1 25,-1-25,1 0,0 0,-1 0,1 0,-1 0,26-25,-25 25,25-26,-25 26,25-25,0-1,0 1</inkml:trace>
          <inkml:trace contextRef="#ctx0" brushRef="#br0" timeOffset="1304.6095">1067 457,'0'26,"25"-26,1 0,-1 0,0 0,-25-26,26 26,-26-25,0-1,0 1,0 0,0-1,-26 26,26-25,-50 25,24 0,1 0,-1 0,1 0,0 0,-1 0,1 0,25 25,-26-25,1 0,25 26,-25-1,25 0,0 1,0-1,0 1,50-26,-50 25,0 0,26-25,-26 26,51-26,-26 25,0-25,1 0,-1 26,1-26,-1 0,0 0,1 0,-1 0,1 0,-26-26,25 26,0 0,-25-25,26 25,-1 0,1 0,-1 0</inkml:trace>
          <inkml:trace contextRef="#ctx0" brushRef="#br0" timeOffset="1856.5469">1930 279,'0'0,"-50"0,24 26,1-26,-1 25,1-25,0 26,-1-26,1 0,-1 25,1-25,25 25,-25-25,25 26,0-1,0 1,0-1,25-25,-25 25,25 1,1-1,25 1,-26-1,0-25,-25 25,26-25,-1 0,1 26,-26-1,-51-25,25 0,1 0,-26 0,26 0,-1 0,26-25,0-1,0 1,0 0,26-1,-26 1,51 25</inkml:trace>
          <inkml:trace contextRef="#ctx0" brushRef="#br0" timeOffset="2460.7772">2134 381,'-26'0,"77"0,-26 0,1 0,-1 0,1 0,-1 0,0 0,1 0,-1 0,1 0,-1 0,-25-25,25 25,1 0,-1 0,1-26,-1 26,-25-25,25 25</inkml:trace>
          <inkml:trace contextRef="#ctx0" brushRef="#br0" timeOffset="2240.6775">2210 51,'0'-26,"25"-24,-25 24,0 77,0 0,0-26,0 1,0-1,0 26,0-26,0 26,0-26,0 1,0 25,0-26,0 26,0-26,0 1,0 24,0-24,0-1,0 1,0-1,0 0,0 1,26-1,-26-50,25-1</inkml:trace>
        </inkml:traceGroup>
        <inkml:traceGroup>
          <inkml:annotationXML>
            <emma:emma xmlns:emma="http://www.w3.org/2003/04/emma" version="1.0">
              <emma:interpretation id="{84ED411B-20EF-4D3C-9FF0-736877816B95}" emma:medium="tactile" emma:mode="ink">
                <msink:context xmlns:msink="http://schemas.microsoft.com/ink/2010/main" type="inkWord" rotatedBoundingBox="10729,528 12438,502 12453,1507 10744,1533"/>
              </emma:interpretation>
              <emma:one-of disjunction-type="recognition" id="oneOf1">
                <emma:interpretation id="interp5" emma:lang="en-US" emma:confidence="0.5">
                  <emma:literal>Fit</emma:literal>
                </emma:interpretation>
                <emma:interpretation id="interp6" emma:lang="en-US" emma:confidence="0">
                  <emma:literal>Frit</emma:literal>
                </emma:interpretation>
                <emma:interpretation id="interp7" emma:lang="en-US" emma:confidence="0">
                  <emma:literal>Fits</emma:literal>
                </emma:interpretation>
                <emma:interpretation id="interp8" emma:lang="en-US" emma:confidence="0">
                  <emma:literal>Fist</emma:literal>
                </emma:interpretation>
                <emma:interpretation id="interp9" emma:lang="en-US" emma:confidence="0">
                  <emma:literal>Fiat</emma:literal>
                </emma:interpretation>
              </emma:one-of>
            </emma:emma>
          </inkml:annotationXML>
          <inkml:trace contextRef="#ctx0" brushRef="#br0" timeOffset="3158.0455">3810 51,'-25'-26,"-1"26,26 26,0 25,0-26,0 26,0-26,0 26,0 0,0 0,0-1,-25-24,25 25,-26-26,26 0,0 1,0-1,0 1,0-1,0 0,-25-25,25-50,0 24,0 1,0-1,0 1,0-26</inkml:trace>
          <inkml:trace contextRef="#ctx0" brushRef="#br0" timeOffset="3395.6725">3734-76,'0'-51,"51"51,-26-25,26 25,-26 0,1 0,-1-26,0 26,26 0,0 0,-26 0,26 0,0 0,-26 0,26 0,-25 0,-1 0,0 0,-25 26,-50-26</inkml:trace>
          <inkml:trace contextRef="#ctx0" brushRef="#br0" timeOffset="3605.3719">3886 178,'-25'0,"76"0,-26 0,26 25,-26-25,1 0,-1 0,0 0,1 0,-1 0,1-25,-1 25,0 0,-25-26</inkml:trace>
          <inkml:trace contextRef="#ctx0" brushRef="#br0" timeOffset="4414.8164">4394 660,'0'0,"76"-50,-50 24,-1 26,-25-25,26 25,-26-26,25 1,-25 0,25-1,1 1,-26-1,0 1,25 25,-25-25,0-1,0 1,26 25,-26-26,0 77,-51-51,51 26,0-1,0 0,0 1,0-1,0 1,0-1,0 0,25 1,1-1,24 1,-24-26,-1 0,1 0,-1 0,0 0,26 0,-25 0,-1-51,0 51,1-26,25 26,-26-50,0 24,1 1,-1-1,1 1,-26-26,25 26,-25-26,0 0,0 0,0 1,0-1,0 0,0-25,-25 25,25 0,0 0,-51 26,51-26,0 26,-26 25,26-26,0 52,0 25,0-26,0 0,0 1,0-1,0 1,0-1,0 0,0 26,0-25,0 24,-25 1,25 0,0 0,0 0,-25-26,25 26,0 0,0-26,0 0,0 1,0 25,0-26,25 0,-25 1,25-26,-25 25,26-25,-1 26,1-26,-1 0,0 0,1 0,-1 0,-25-51,26 51,-1-26,0-24,-25 24</inkml:trace>
          <inkml:trace contextRef="#ctx0" brushRef="#br0" timeOffset="4872.9036">4750-76,'-26'0</inkml:trace>
          <inkml:trace contextRef="#ctx0" brushRef="#br0" timeOffset="4628.7925">5105 178,'0'0,"26"0,-1 0,26 0,-26 0,1 0,-1 0,1 0,-1 0,0 0,-25-26,26 26,-26-25</inkml:trace>
        </inkml:traceGroup>
        <inkml:traceGroup>
          <inkml:annotationXML>
            <emma:emma xmlns:emma="http://www.w3.org/2003/04/emma" version="1.0">
              <emma:interpretation id="{BAEF9BDC-CCAC-4AF3-95C6-F58A3D9B47C7}" emma:medium="tactile" emma:mode="ink">
                <msink:context xmlns:msink="http://schemas.microsoft.com/ink/2010/main" type="inkWord" rotatedBoundingBox="13328,507 15582,473 15597,1443 13343,1477"/>
              </emma:interpretation>
              <emma:one-of disjunction-type="recognition" id="oneOf2">
                <emma:interpretation id="interp10" emma:lang="en-US" emma:confidence="0.5">
                  <emma:literal>line</emma:literal>
                </emma:interpretation>
                <emma:interpretation id="interp11" emma:lang="en-US" emma:confidence="0">
                  <emma:literal>Line</emma:literal>
                </emma:interpretation>
                <emma:interpretation id="interp12" emma:lang="en-US" emma:confidence="0">
                  <emma:literal>lines</emma:literal>
                </emma:interpretation>
                <emma:interpretation id="interp13" emma:lang="en-US" emma:confidence="0">
                  <emma:literal>fine</emma:literal>
                </emma:interpretation>
                <emma:interpretation id="interp14" emma:lang="en-US" emma:confidence="0">
                  <emma:literal>Fine</emma:literal>
                </emma:interpretation>
              </emma:one-of>
            </emma:emma>
          </inkml:annotationXML>
          <inkml:trace contextRef="#ctx0" brushRef="#br0" timeOffset="5646.0565">6299-356,'-25'0,"25"26,0-1,0 26,0-26,0 26,0 0,0 0,0 0,0-1,0 1,25-25,-25 24,0 1,0 0,26-26,-26 1,0 25,0-26,0 0,0 1,0-1,25 1,-25-1,0 0,0 1,0-1,25-25,1-51</inkml:trace>
          <inkml:trace contextRef="#ctx0" brushRef="#br0" timeOffset="6146.7415">6655-152,'0'0,"0"-26,0 1</inkml:trace>
          <inkml:trace contextRef="#ctx0" brushRef="#br0" timeOffset="5961.7842">6706 254,'25'-51,"-25"26,0-1,0 77,0-25,0-1,0 0,0 1,0 25,0-26,0 0,-25 1,25-1,-26 1,26-1,-25 0,25 1,51-26</inkml:trace>
          <inkml:trace contextRef="#ctx0" brushRef="#br0" timeOffset="6747.7263">6960 178,'25'0,"-25"25,0 26,25 0,-25-26,0 1,0-1,0 0,26-25,-26 26,0-1,0 1,0-52,0 1,25 25,-25-51,0 26,26-1,-26 1,25-1,0 1,1 0,-26-1,25 1,1 25,-26-26,25 26,0 0,-25-25,26 25,-1 0,1 0,-1 0,0 0,-25 25,26-25,-26 51,25 0,-25-26,0 1,0-1,0 1,0-1,0 0,0 1,0-1,0 1,0-1,0 0,-25-25,25-25</inkml:trace>
          <inkml:trace contextRef="#ctx0" brushRef="#br0" timeOffset="7313.6503">7823 305,'0'25,"26"-25,24 0,-24 0,-1 0,-25-25,26 25,-1-26,0 1,-25 0,0-1,0 1,0-1,0 1,-50 25,50-25,-26 25,26-26,-51 26,1 0,24 0,1 0,-1 0,1 0,25 51,-51-51,26 25,-1-25,26 51,-25-25,0-1,25 0,-26 1,26-1,0 1,0-1,0 0,0 1,26-26,-26 25,50 1,-50-1,26-25,-26 25,51 1,-26-26,0 0,-25 25,51-25,-25 0,-1 0,26 0,0 0,-1 0,1 0,0 0,0 0,0 0,25 0,-25-25,-26 25,26 0,-26 0,1 0,-1-26,0 26,-50 0,25-25,25 0,-25-1,0 1</inkml:trace>
        </inkml:traceGroup>
      </inkml:traceGroup>
    </inkml:traceGroup>
    <inkml:traceGroup>
      <inkml:annotationXML>
        <emma:emma xmlns:emma="http://www.w3.org/2003/04/emma" version="1.0">
          <emma:interpretation id="{38789B99-0314-4E9C-ACCF-994D99F5326B}" emma:medium="tactile" emma:mode="ink">
            <msink:context xmlns:msink="http://schemas.microsoft.com/ink/2010/main" type="paragraph" rotatedBoundingBox="2348,2171 21499,1864 21548,4896 2397,52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A9648A3-7DD1-461A-BEE9-3C9597CE234D}" emma:medium="tactile" emma:mode="ink">
              <msink:context xmlns:msink="http://schemas.microsoft.com/ink/2010/main" type="inkBullet" rotatedBoundingBox="2361,2978 2845,2971 2846,3046 2362,3054"/>
            </emma:interpretation>
            <emma:one-of disjunction-type="recognition" id="oneOf3">
              <emma:interpretation id="interp15" emma:lang="en-US" emma:confidence="0">
                <emma:literal>-</emma:literal>
              </emma:interpretation>
              <emma:interpretation id="interp16" emma:lang="en-US" emma:confidence="0">
                <emma:literal>.</emma:literal>
              </emma:interpretation>
              <emma:interpretation id="interp17" emma:lang="en-US" emma:confidence="0">
                <emma:literal>_</emma:literal>
              </emma:interpretation>
              <emma:interpretation id="interp18" emma:lang="en-US" emma:confidence="0">
                <emma:literal>,</emma:literal>
              </emma:interpretation>
              <emma:interpretation id="interp19" emma:lang="en-US" emma:confidence="0">
                <emma:literal>1</emma:literal>
              </emma:interpretation>
            </emma:one-of>
          </emma:emma>
        </inkml:annotationXML>
        <inkml:trace contextRef="#ctx0" brushRef="#br0" timeOffset="10353.424">-4674 2134,'-25'0,"76"0,-26 25,26-25,-26 0,1 25,25-25,-26 0,26 0,0 0,-26 0,0 0,1 0,-1 0,1 0,-26-50,0 24</inkml:trace>
      </inkml:traceGroup>
      <inkml:traceGroup>
        <inkml:annotationXML>
          <emma:emma xmlns:emma="http://www.w3.org/2003/04/emma" version="1.0">
            <emma:interpretation id="{D2B51A7A-3E7C-43F5-BC7E-89052585D059}" emma:medium="tactile" emma:mode="ink">
              <msink:context xmlns:msink="http://schemas.microsoft.com/ink/2010/main" type="line" rotatedBoundingBox="3580,2151 21499,1864 21528,3651 3608,3938"/>
            </emma:interpretation>
          </emma:emma>
        </inkml:annotationXML>
        <inkml:traceGroup>
          <inkml:annotationXML>
            <emma:emma xmlns:emma="http://www.w3.org/2003/04/emma" version="1.0">
              <emma:interpretation id="{1EDBC085-8C51-4937-BE53-235A92FE0D88}" emma:medium="tactile" emma:mode="ink">
                <msink:context xmlns:msink="http://schemas.microsoft.com/ink/2010/main" type="inkWord" rotatedBoundingBox="3585,2490 4390,2477 4399,3085 3595,3098"/>
              </emma:interpretation>
              <emma:one-of disjunction-type="recognition" id="oneOf4">
                <emma:interpretation id="interp20" emma:lang="en-US" emma:confidence="0.5">
                  <emma:literal>is</emma:literal>
                </emma:interpretation>
                <emma:interpretation id="interp21" emma:lang="en-US" emma:confidence="0">
                  <emma:literal>i's</emma:literal>
                </emma:interpretation>
                <emma:interpretation id="interp22" emma:lang="en-US" emma:confidence="0">
                  <emma:literal>its</emma:literal>
                </emma:interpretation>
                <emma:interpretation id="interp23" emma:lang="en-US" emma:confidence="0">
                  <emma:literal>ifs</emma:literal>
                </emma:interpretation>
                <emma:interpretation id="interp24" emma:lang="en-US" emma:confidence="0">
                  <emma:literal>ism</emma:literal>
                </emma:interpretation>
              </emma:one-of>
            </emma:emma>
          </inkml:annotationXML>
          <inkml:trace contextRef="#ctx0" brushRef="#br0" timeOffset="11001.7476">-3454 1829,'0'51,"0"-26,0 0,0 1,0-1,0 1,0-1,0 0,0 1,0-1,0 1,0-1,0 0,0 1,0-1,0-50</inkml:trace>
          <inkml:trace contextRef="#ctx0" brushRef="#br0" timeOffset="11186.713">-3353 1651,'-51'-25,"77"25,-1 0</inkml:trace>
          <inkml:trace contextRef="#ctx0" brushRef="#br0" timeOffset="11639.9349">-2667 1854,'-25'0,"-1"0,1 0,-1 0,1 0,0 0,-1 0,26 26,-25-26,-1 25,1 0,0 1,-1-1,1 1,25-1,-26-25,26 25,0 1,0-1,51-25,0 0,-26 0,1 0,-1 0,1 0,-1 0,0 0,-25 26,0-1,-25-25,25 25,-25-25,-1 0,26 26,-51-26,26 0,0 0,25-26</inkml:trace>
        </inkml:traceGroup>
        <inkml:traceGroup>
          <inkml:annotationXML>
            <emma:emma xmlns:emma="http://www.w3.org/2003/04/emma" version="1.0">
              <emma:interpretation id="{E3D157BD-5550-4D31-B904-C0B63399C8A2}" emma:medium="tactile" emma:mode="ink">
                <msink:context xmlns:msink="http://schemas.microsoft.com/ink/2010/main" type="inkWord" rotatedBoundingBox="5169,2126 8162,2078 8183,3407 5190,3455"/>
              </emma:interpretation>
              <emma:one-of disjunction-type="recognition" id="oneOf5">
                <emma:interpretation id="interp25" emma:lang="en-US" emma:confidence="0.5">
                  <emma:literal>Found</emma:literal>
                </emma:interpretation>
                <emma:interpretation id="interp26" emma:lang="en-US" emma:confidence="0">
                  <emma:literal>found</emma:literal>
                </emma:interpretation>
                <emma:interpretation id="interp27" emma:lang="en-US" emma:confidence="0">
                  <emma:literal>-Found</emma:literal>
                </emma:interpretation>
                <emma:interpretation id="interp28" emma:lang="en-US" emma:confidence="0">
                  <emma:literal>-found</emma:literal>
                </emma:interpretation>
                <emma:interpretation id="interp29" emma:lang="en-US" emma:confidence="0">
                  <emma:literal>(Found</emma:literal>
                </emma:interpretation>
              </emma:one-of>
            </emma:emma>
          </inkml:annotationXML>
          <inkml:trace contextRef="#ctx0" brushRef="#br0" timeOffset="12958.5954">-1880 1930,'0'0,"0"26,0-1,26-25,-26 26,25-26,-25 25,26-25,-1 0,0 0,26 25,-25-25,-1 0,0 0,1 0,-1 0,1 0,-1 0,-25-25,25 25</inkml:trace>
          <inkml:trace contextRef="#ctx0" brushRef="#br0" timeOffset="12492.7899">-1676 1549,'0'0,"0"-25,0 50,0 26,0-25,0 24,0-24,0 25,-26-1,26 1,0 0,-25 0,25 25,-26-25,26 0,-25-1,25 1,0-25,-25 24,25-24,0 25,0-26,0 0,0 1,0-1,0 1,0-1,0 0,0 1,25-26,0 0,-25-26,0-24,26 50,-26-51,0 25,0 1,0-26,25 0,-25 1</inkml:trace>
          <inkml:trace contextRef="#ctx0" brushRef="#br0" timeOffset="12736.3346">-1778 1448,'102'-76,"-77"50,0 26,1 0,-26-25,25 25,1 0,-1-26,0 26,1 0,-1 0,1 0,-1 0,0 0,1 0</inkml:trace>
          <inkml:trace contextRef="#ctx0" brushRef="#br0" timeOffset="13459.608">-1067 1854,'0'-25,"-25"25,-1 0,1 0,25 25,-25-25,-1 51,1-51,25 25,-26-25,26 26,-25-1,0-25,25 26,0-1,-26 0,26 1,0-1,0 1,0-1,0 0,0 1,51-26,-51 25,25-25,-25 26,51-26,-25 0,-1 0,0 0,1 0,-1 0,1-51,-1 51,0-26,1 26,-26-25,25 0,-25-1,0 1,0-1,0 1,0 0,0-1,-25-25,25 26,0 0,-51-1,51 1,-25-1,25 1,-26 25,26-25</inkml:trace>
          <inkml:trace contextRef="#ctx0" brushRef="#br0" timeOffset="14032.6146">-584 1778,'0'25,"-26"-25,26 26,0 25,-25-26,25 0,0 1,0-1,0 1,0-1,0 0,0 1,0-1,0 1,25-1,-25 0,26 1,-1-26,-25 25,26-25,-1 0,0 0,-25-51,26 51,-26-25,25 0,-25-1,26 1,-26-1,0 1,0 0,0-1,0 1,25 25,-25-26,0 52,0-1,0 26,25-26,-25 1,0-1,0 1,26-1,-26 0,25-25,-25 26,26-26,-26 25,25-25,0 0,1 0,-1 0,1 0,-1 0</inkml:trace>
          <inkml:trace contextRef="#ctx0" brushRef="#br0" timeOffset="14545.5696">25 1905,'0'25,"0"1,0 25,0-26,-25 0,25 1,0-1,-25 1,-1-1,26 0,-25-25,25 26,0-1,0-50,0-1,0 1,25 0,-25-1,0 1,0-1,0 1,26 0,-1-1,-25 1,25 25,-25-26,26 1,-26 0,25 25,-25-26,26 26,-1 0,0 0,1 51,-1-26,1 1,-26 25,25-51,-25 25,0 0,0 1,0-1,0 1,0-1,-25-25,25 25</inkml:trace>
          <inkml:trace contextRef="#ctx0" brushRef="#br0" timeOffset="15200.7955">914 1956,'0'0,"0"-51,0 26,0-1,-25 26,0 0,-1 0,1 0,-1 26,1-26,0 0,-1 50,1-50,-1 26,1-1,0 1,25-1,0 0,0 1,0-1,0 1,0-1,0 0,25-25,-25 26,25-26,26 0,-25 0,-1 0,0 0,1-26,-1 26,1-50,-1 50,-25-26,25 1,-25-1,26 1,-26 0,0-26,0 25,0-24,0 24,0-25,0 1,0-1,0-25,-26 25,26 0,0-25,-25 50,25-24,0-1,0 25,0 1,-25 0,25-1,0 77,0-26,0 1,0-1,0 1,0 24,0-24,0 25,25-1,-25 1,0 0,0 0,25 0,-25-1,0 1,26 0,-26 0,0 0,0-26,25 0,-25 26,0-25,26-26,-26 25,25 0,0 1,1-26,-26 25,25-25,1 0</inkml:trace>
        </inkml:traceGroup>
        <inkml:traceGroup>
          <inkml:annotationXML>
            <emma:emma xmlns:emma="http://www.w3.org/2003/04/emma" version="1.0">
              <emma:interpretation id="{39A5A060-81EF-458B-A7B9-E15E55513F8D}" emma:medium="tactile" emma:mode="ink">
                <msink:context xmlns:msink="http://schemas.microsoft.com/ink/2010/main" type="inkWord" rotatedBoundingBox="8879,2262 10225,2241 10250,3753 8903,3775"/>
              </emma:interpretation>
              <emma:one-of disjunction-type="recognition" id="oneOf6">
                <emma:interpretation id="interp30" emma:lang="en-US" emma:confidence="0.5">
                  <emma:literal>by</emma:literal>
                </emma:interpretation>
                <emma:interpretation id="interp31" emma:lang="en-US" emma:confidence="0.5">
                  <emma:literal>b y</emma:literal>
                </emma:interpretation>
                <emma:interpretation id="interp32" emma:lang="en-US" emma:confidence="0">
                  <emma:literal>b Y</emma:literal>
                </emma:interpretation>
                <emma:interpretation id="interp33" emma:lang="en-US" emma:confidence="0">
                  <emma:literal>g y</emma:literal>
                </emma:interpretation>
                <emma:interpretation id="interp34" emma:lang="en-US" emma:confidence="0">
                  <emma:literal>b g</emma:literal>
                </emma:interpretation>
              </emma:one-of>
            </emma:emma>
          </inkml:annotationXML>
          <inkml:trace contextRef="#ctx0" brushRef="#br0" timeOffset="17027.462">2032 1448,'0'-26,"0"1,-25 25,-1 0,26 51,-25 0,25-26,-26 26,26 0,-25-1,25-24,-25 25,25-1,0 1,-26-25,26 24,0-24,0-1,-25 1,25-1,0 0,0 1,25-77,-25 26,26 25,-26-51,25 25,-25 1,51 0,-51-1,0 1,25-1,-25 1,26 0,-1-1,-25 1,25-1,1 1,-1 0,1-1,-1 26,0-25,1 25,-1 0,1 0,-1 0,-25 25,25-25,-25 26,0 24,0-24,0 25,0-26,-50 0,50 1,-26 25,26-26,-51 0,51 1,-25-1,0 1,-1-26,1 25,25 0,-26-25,1 26,0-26,25-26,0-24,0 24</inkml:trace>
          <inkml:trace contextRef="#ctx0" brushRef="#br0" timeOffset="17832.0601">2591 1676,'0'-25,"0"76,-26-26,26 26,-25-51,25 25,-25 1,25-1,0 1,0-1,0 0,-26-25,26 26,0-1,0 1,51-26,-26 25,26-25,-25 0,-1 0,0 0,1 0,-1-51,1 51,-1-25,0 25,1-51,-1 26,1 25,-26-26,25 1,0 25,-25-26,0 1,26 25,-26-25,0 50,0 0,0 1,0-1,0 1,0-1,0 0,0 1,0 25,0-26,0 26,0-26,0 26,0-26,0 26,0 0,0 0,-26 0,26-26,0 26,-25 0,25-1,-25-24,25 25,0-1,0-24,-26-1,26 26,0-26,-25 1,25-1,0 1,-26-26,26-51,-25 51,25-26,-25-24,25 24,-26 1,26-1,0 1,-25-26,25 26,0-1,0-24,0 24,0 1,0-26,25 26,-25-26,51 25,-51 1,51-26,-26 26,1-1,-1 1,0 0,1-1,-1 1,1 25,24-26,-24 1,-1 25,-25-25,26 25,-1 0,-50 0,-1 0</inkml:trace>
        </inkml:traceGroup>
        <inkml:traceGroup>
          <inkml:annotationXML>
            <emma:emma xmlns:emma="http://www.w3.org/2003/04/emma" version="1.0">
              <emma:interpretation id="{974A88FC-B674-4BE6-8845-BCA9CC30CE8F}" emma:medium="tactile" emma:mode="ink">
                <msink:context xmlns:msink="http://schemas.microsoft.com/ink/2010/main" type="inkWord" rotatedBoundingBox="11142,2323 16832,2232 16856,3726 11166,3817"/>
              </emma:interpretation>
              <emma:one-of disjunction-type="recognition" id="oneOf7">
                <emma:interpretation id="interp35" emma:lang="en-US" emma:confidence="0.5">
                  <emma:literal>minimising</emma:literal>
                </emma:interpretation>
              </emma:one-of>
            </emma:emma>
          </inkml:annotationXML>
          <inkml:trace contextRef="#ctx0" brushRef="#br0" timeOffset="20802.2412">6426 1778,'0'-25,"0"50,0 0,0 26,-25-51,25 26,0-1,0 0,0 1,0-1,0 1,0-1,0 0,0 1,0-77</inkml:trace>
          <inkml:trace contextRef="#ctx0" brushRef="#br0" timeOffset="21004.0615">6477 1473,'0'-25,"0"-1</inkml:trace>
          <inkml:trace contextRef="#ctx0" brushRef="#br0" timeOffset="22358.1131">6782 1778,'25'-25,"1"-1,-1 26,-25 26,25-26,-25 25,0 0,0 1,0-1,26 1,-26-1,0 0,0 1,0-1,0 1,-26-26,26 25,-25-25,25-25,0-26,0 25,0 1,25 0,-25-1,51 1,-51-1,26 26,-26-25,25 0,0 25,1 0,-1 0,1 0,-26 50,25-50,-25 26,0 25,25-26,-25 0,0 1,0-1,0 1,0-1,0 0,0 1,0-1,0-50,26-1,-1-24,-25 24,26 1,-1-1,0 1,-25 0,26-1,-1 1,-25-1,26 1,-26 0,25 25,-25-26,25 26,1 0,-26 26,0-1,0 26,0-26,0 1,0-1,0 0,0 1,0-1,0 1,25-1,1 0,-1-25,0 0,1 0,-1 0,-25-25,26 25,-1-25,0-26,-25 25,26 26,-26-25,0 0,25-1,-25 1,0-1,26 26,-26-25,0 0,0 75,0-24,0 25,0-26,0 0,0 1,0-1,0 1,0-1,0 0,0 1,0-1,50-25,-24 0</inkml:trace>
          <inkml:trace contextRef="#ctx0" brushRef="#br0" timeOffset="22536.5589">7823 1549,'0'-50,"0"75</inkml:trace>
          <inkml:trace contextRef="#ctx0" brushRef="#br0" timeOffset="23006.0304">8357 1524,'0'0,"-51"25,25 1,1-26,0 25,25 1,-26-26,1 25,-1-25,26 25,-25 1,25-1,-25-25,25 26,-26-1,26 0,0 1,0-1,0 1,0-1,26-25,-26 25,25-25,26 0,-51 26,25-26,1 0,-1 0,0 25,1-25,-26 26,25-26,-25 25,-25 0,-26-25,26 26,-1-26,1 0,-1 0,1 0,0 0,-1 0,26-26,0 1,51 25,-51-51,25 26,-25-1</inkml:trace>
          <inkml:trace contextRef="#ctx0" brushRef="#br0" timeOffset="23275.6472">8611 1702,'0'25,"-26"1,26-1,0 0,-25 1,25-1,0 1,0-1,0 0,0 1,0-1,0 1,0-1,25-25,1-25</inkml:trace>
          <inkml:trace contextRef="#ctx0" brushRef="#br0" timeOffset="23460.3662">8636 1524,'0'-51,"0"26,0-1</inkml:trace>
          <inkml:trace contextRef="#ctx0" brushRef="#br0" timeOffset="23980.807">8941 1676,'0'0,"-26"26,26-1,0 1,0-1,-25 0,25 1,0-1,0 1,0-1,0 0,0-50,0 0,0-1,0 1,0-1,25 1,-25 0,26-1,-1 1,-25-1,26 26,-1-25,-25 0,25-1,1 26,-1 0,-25 26,26-1,-26 0,0 1,25-1,-25 1,0-1,0 0,0 1,0-1,0 1,0-1,0 0,25-25,1 0</inkml:trace>
          <inkml:trace contextRef="#ctx0" brushRef="#br0" timeOffset="24743.974">9576 1778,'0'0,"0"-25,25-26,1 25,-26 1,0 0,-26 25,1 0,-1 0,26 25,-25-25,0 0,25 25,-26-25,1 26,-1-1,26 1,-25-1,25 0,0 1,-25-26,25 25,0 1,50-26,-24 0,-1 0,1 0,-1 0,0 0,1-26,-1 26,1 0,-26-51,25 51,0 0,-25-25,0 50,0 1,0-1,0 1,0-1,0 0,0 26,-25-25,25-1,0 26,0-26,0 26,0-26,0 26,-25-25,25 24,-26 1,26-25,-25 24,25-24,-26 25,26-26,0 26,-25-26,25 1,-25 24,25-24,-26-1,1 1,25-1,-26 0,1 1,0-1,-1-25,1 0,25-25,-26 25,26-26,-25 26,25-50,-25 24,25 1,0-26,0 26,-26-26,26 0,0 0,0 0,0 26,51-26,-51 0,51 26,-51-26,51 26,-26-1,0 1,1 0,-1-1,1 1,-1 25,0-26,1 1,-1 25,1-25,-1-1,0 1,1 25,-26-26,25 26,1-25,-1 0,-25-1</inkml:trace>
          <inkml:trace contextRef="#ctx0" brushRef="#br0" timeOffset="19417.8091">4115 1930,'-26'-25,"26"0,51 25,-25-26,-1 26,-25-25,25 25,1 0,-1 25,-25 1,26-26,-26 50,0-24,25-1,-25 1,0-1,0 0,0 1,0-1,-25-25,25 26,0-52,0 1,0-26,25 51,-25-25,0-1,0 1,25-1,1 1,-1 0,1-1,-1 1,0-1,1 1,-1 0,1-1,-1 26,-25-25,25 25,1 0,-1 0,1 25,-26 26,25-51,-25 25,0 1,0-1,0 1,25-1,-25 0,0 1,0-1,0 1,0-1,0 0,0 1,-25-1,25-50,25 25,-25-51,26 26,-1-1,-25 1,26-1,-1 1,-25 0,25-1,-25 1,26 25,-26-26,25 26,-25-25,26 25,-1 0,0 0,1 0,-1 25,1 1,-26-1,25 1,-25-1,0 0,25-25,-25 26,0-1,26-25,-26 26,25-1,1 0,-1-25,0 0,1 0,-1 0,-25-25,26 25,-26-25,25 25,-25-26,25 26,-25-25,26-1,-26 1,0 0,0-1,0 1,0-1,0 1,0 0,0-1,0 1,0 50,0 26,0-26,0 1,0-1,0 1,0-1,0 0,0 1,0-1,0 1,0-1,0 0,51-25,-26 0</inkml:trace>
          <inkml:trace contextRef="#ctx0" brushRef="#br0" timeOffset="19616.8001">5461 1499,'-25'0,"25"-26</inkml:trace>
          <inkml:trace contextRef="#ctx0" brushRef="#br0" timeOffset="20533.1391">5740 1702,'0'25,"0"1,26 24,-26-24,0-1,0 1,0-1,0 0,0 1,0-1,0 1,0-1,0-50,0-26,0 25,0 1,0 0,0-1,0 1,0-1,0 1,25 0,1-1,-26 1,25 25,-25-26,25 26,-25-25,26 25,-26-25,25 25,1 0,-1 0,0 50,-25-24,26-1,-26 1,25-1,-25 0,0 26,26-25,-26-1,0 0,0 1,0-1,0 1,0-1</inkml:trace>
        </inkml:traceGroup>
        <inkml:traceGroup>
          <inkml:annotationXML>
            <emma:emma xmlns:emma="http://www.w3.org/2003/04/emma" version="1.0">
              <emma:interpretation id="{B05D5ED5-1D2E-4A2D-A8F4-4C6CE049D33E}" emma:medium="tactile" emma:mode="ink">
                <msink:context xmlns:msink="http://schemas.microsoft.com/ink/2010/main" type="inkWord" rotatedBoundingBox="17745,2013 21501,1953 21517,2931 17760,2991"/>
              </emma:interpretation>
              <emma:one-of disjunction-type="recognition" id="oneOf8">
                <emma:interpretation id="interp36" emma:lang="en-US" emma:confidence="0.5">
                  <emma:literal>residual</emma:literal>
                </emma:interpretation>
                <emma:interpretation id="interp37" emma:lang="en-US" emma:confidence="0">
                  <emma:literal>residua</emma:literal>
                </emma:interpretation>
                <emma:interpretation id="interp38" emma:lang="en-US" emma:confidence="0">
                  <emma:literal>residuals</emma:literal>
                </emma:interpretation>
                <emma:interpretation id="interp39" emma:lang="en-US" emma:confidence="0">
                  <emma:literal>residua's</emma:literal>
                </emma:interpretation>
                <emma:interpretation id="interp40" emma:lang="en-US" emma:confidence="0">
                  <emma:literal>residuary</emma:literal>
                </emma:interpretation>
              </emma:one-of>
            </emma:emma>
          </inkml:annotationXML>
          <inkml:trace contextRef="#ctx0" brushRef="#br0" timeOffset="26436.9432">10693 1702,'26'-26,"-1"26,1 0,-26 26,25-1,-25 1,25-26,-25 25,0 0,26 1,-26-1,25 1,-25-1,26-25,-26-25,0-1,0 1,0-1,0 1,0 0,0-1,25 1,-25-1,0 1,25 0,-25-1,26 1,-26-1,25 1,1 0,-26-1,25 26,-25-25</inkml:trace>
          <inkml:trace contextRef="#ctx0" brushRef="#br0" timeOffset="26912.8087">11227 1702,'25'0,"-50"0,76 0,-26 0,-25-26,25 26,-25-25,26 25,-1-25,1-26,-26 25,25 26,-25-25,0 0,-25 25,-1 0,-25 0,51 25,-50-25,50 25,-51 1,25 25,26-26,-25 0,25 1,0-1,0 1,0-1,0 0,0 1,0-1,0 1,25-1,-25 0,26 1,-1-1,1 1,-1-26,0 0,1 0,-1 0,1 0,-1 0,0-26,1 1,-1 25,-25-26,26 26,-26-50,25 24,0 1,-25-1,26 1,-1 0</inkml:trace>
          <inkml:trace contextRef="#ctx0" brushRef="#br0" timeOffset="27360.4841">11887 1549,'0'-50,"-25"50,-26 0,26 25,-1-25,26 25,-25-25,25 26,0-1,0 1,0-1,0 0,0 1,0-1,25-25,-25 26,26-1,-1 0,-25 1,51-26,-51 25,25-25,-25 26,26-26,-26 25,25-25,-25 25,25 1,-25-1,-50-25,24 0,-25 0,26 0,0 0,-1 0,26-25,26 25,-26-26,50 1,-24 0,-1-1,1 1</inkml:trace>
          <inkml:trace contextRef="#ctx0" brushRef="#br0" timeOffset="27667.5676">12217 1651,'0'-25,"0"50,0 26,0-26,0 1,0-1,0 0,0 1,0-1,-25 1,25-1,0 0,0 1,0-1,51-25</inkml:trace>
          <inkml:trace contextRef="#ctx0" brushRef="#br0" timeOffset="27869.4895">12395 1346,'0'0,"0"-76</inkml:trace>
          <inkml:trace contextRef="#ctx0" brushRef="#br0" timeOffset="29083.6213">12852 1727,'26'0,"-26"-25,0-1,-26 26,1 0,0 0,-1 0,1 26,-1-26,26 25,-25-25,25 51,-25-26,-1 1,26-1,-25 1,25-1,-26 0,26 1,-25-1,25 1,0-1,51-25,-26 0,1 0,-1-51,0 51,1-25,-1 25,1-26,-1 1,0 0,-25-1,26 1,-26-1,25 1,-25 0,0-1,26 1,-26-1,0 1,0-26,0 26,0-26,0 26,0-26,0 0,0 26,0-26,0 25,0 1,0 0,0-1,-26 1,26 50,0 26,0-26,0 1,0-1,0 26,0 0,0-26,0 26,0-26,0 26,0 0,0-26,0 1,0 25,0-26,0 0,0 1,0-1,26 1,-26-1,25 0,0 1,1-26,-1 0,1 0,-26-26,25 26,-25-25,0 0,25 25,-25-26,0 1,26-1,-26 1,0 0,25 25,-25-26,0 1,26 25,-26-26,0 1,25 25,-25 25,0 1,0 25,0-26,0 0,0 1,0-1,0 1,0-1,0 0,25 1,-25-1,0 1,26-26,-26 25,25-25,1 0,-1 0,0-25,1 25,-26-51,25 51,-25-26,26 1,-26 0,0-1,0 1,0-1,25 1,-25 0,0-1,0 1,0 50,0 1,0-1,0 0,0 1,0-1,0 1,0-1,0 0,0 1,25-1,-25 1,0-1,26-25,-26 25,25-25,-25 26,26-26,-26-51,25 26,-25-1,25 1,-25-1,0 1,0 0,26-1,-26 1,0-1,0 1</inkml:trace>
          <inkml:trace contextRef="#ctx0" brushRef="#br0" timeOffset="29969.9588">13995 1727,'-25'0,"-26"0,51 26,-25-26,-1 25,1-25,0 25,25 1,-26-26,26 25,0 1,-25-26,25 25,0 0,0 1,0-52,25 26,-25-25,0 0,26 25,-26-26,25 26,-25-25,25 25,1 0,-1 25,1-25,-1 26,0-1,1 0,-1-25,1 26,-1-26,0 0,1 0,-26-51,25 51,-25-25,26 25,-26-26,25 1,-25-1,25 1,-25 0,0-1,26 1,-26-26,25 26,-25-26,26 0,-26 0,25 0,-25 1,25-1,-25 0,0 0,0 26,0-1,0 1,0 0,0-1,-25 26,25 26,25-1,-25 0,0 1,0 25,0-26,0 26,0 25,0-25,26 0,-26-1,0 27,0-52,0 26,0 0,0-1,0-24,0-1,0 1,0-1,0 0,25-25,1 0,-26-50</inkml:trace>
        </inkml:traceGroup>
      </inkml:traceGroup>
      <inkml:traceGroup>
        <inkml:annotationXML>
          <emma:emma xmlns:emma="http://www.w3.org/2003/04/emma" version="1.0">
            <emma:interpretation id="{F7945B6C-C84D-49C3-A474-4AA1221DA9DD}" emma:medium="tactile" emma:mode="ink">
              <msink:context xmlns:msink="http://schemas.microsoft.com/ink/2010/main" type="line" rotatedBoundingBox="3786,3978 12665,3686 12708,4995 3829,5287"/>
            </emma:interpretation>
          </emma:emma>
        </inkml:annotationXML>
        <inkml:traceGroup>
          <inkml:annotationXML>
            <emma:emma xmlns:emma="http://www.w3.org/2003/04/emma" version="1.0">
              <emma:interpretation id="{FDDEA2B0-1DE7-4D18-A777-B52E74CE7EB9}" emma:medium="tactile" emma:mode="ink">
                <msink:context xmlns:msink="http://schemas.microsoft.com/ink/2010/main" type="inkWord" rotatedBoundingBox="3794,4228 6342,4144 6360,4677 3812,4761"/>
              </emma:interpretation>
              <emma:one-of disjunction-type="recognition" id="oneOf9">
                <emma:interpretation id="interp41" emma:lang="en-US" emma:confidence="0.5">
                  <emma:literal>sum</emma:literal>
                </emma:interpretation>
                <emma:interpretation id="interp42" emma:lang="en-US" emma:confidence="0.5">
                  <emma:literal>S um</emma:literal>
                </emma:interpretation>
                <emma:interpretation id="interp43" emma:lang="en-US" emma:confidence="0">
                  <emma:literal>g um</emma:literal>
                </emma:interpretation>
                <emma:interpretation id="interp44" emma:lang="en-US" emma:confidence="0">
                  <emma:literal>S come</emma:literal>
                </emma:interpretation>
                <emma:interpretation id="interp45" emma:lang="en-US" emma:confidence="0">
                  <emma:literal>g come</emma:literal>
                </emma:interpretation>
              </emma:one-of>
            </emma:emma>
          </inkml:annotationXML>
          <inkml:trace contextRef="#ctx0" brushRef="#br0" timeOffset="33824.2595">-2337 3505,'0'-25,"-25"25,25 25,-26-25,1 26,25 24,-25-24,25-1,0 1,-26-1,26 0,0 1,0-1,0 1,0-1,51-25,-51 25,25-25,26 0,-25 0,-1 0,0 0,1 0,-1 0,1-25,-1 25,0 0,1-51,-1 26,1 25,-26-26,25 1,0 0,-25-1,0 1,0-1,0 1,0 0,0-1,0 1,-25 25,25-26,0 52,0-1,0 26,25-51,-25 25,0 1,0-1,0 1,26-1,-26 0,0 1,0-1,25 1,1-26,-1 0,0 0,1 0,-26-26,0 1,0-1,25 1,-25 0,0-1,0 1,0-1,0 1,26 25,-26-25,0-1,25 1,0-1,1 26,-1 0,1 0,-1 26,-25-1,0 26,25-51,-25 25,0 1,0-1,0 1,0-1,26-25,-26 25,0 1,0-52,0 1,0 0,0-1,25 1,-25-1,0 1,26 0,-1-1,-25 1,25 25,1-26,-1 26,1 51,-1-51,-25 26,25-1,-25 0,0 1,26-1,-26 1,0-1,0 0,25-25,-25-25,26 25,-26-25,25 25,-25-26,25 26,-25-25,26-1,-26 1,25 0,1 25,-26-26,25 26,0-25,1 25,-1 0,-25 25,26-25,-26 26,25 24,-25-24,25-26,-25 25,0 1,26-1,-26 0,25 1,-25-1,26-25,-1 0,-25-25,25 25,-25-26,0 1,26 25,-26-25,0-1,0 1,25-1,1 1,-1 0,0 25,1-26</inkml:trace>
          <inkml:trace contextRef="#ctx0" brushRef="#br0" timeOffset="32423.3191">-3226 3785,'-25'25,"25"0,25-25,1 0,-1 0,0 0,1 0,-1-25,1 0,-1 25,0-51,1 51,25-26,-26 1,0 0,1-1,-1 1,-25-1,26 1,-26 0,0-1,25 26,-25-25,0-1,0 1,0 0,0-1,-51 26,51-25,-25 25,-1 0,26 25,0 1,0 24,0-24,0-1,51 1,-51-1,26 0,-26 1,25-1,-25 1,25-26,-25 25,26 0,-26 1,0-1,0 1,0-1,0 0,-26-25,26 26,-25-26,0 0,-1 0,1 0,25 25,-26-25,1 0,25-25</inkml:trace>
        </inkml:traceGroup>
        <inkml:traceGroup>
          <inkml:annotationXML>
            <emma:emma xmlns:emma="http://www.w3.org/2003/04/emma" version="1.0">
              <emma:interpretation id="{2EE01B1F-17E1-4874-AC51-0083C1EFDBB9}" emma:medium="tactile" emma:mode="ink">
                <msink:context xmlns:msink="http://schemas.microsoft.com/ink/2010/main" type="inkWord" rotatedBoundingBox="6944,3874 7805,3846 7847,5099 6985,5127"/>
              </emma:interpretation>
              <emma:one-of disjunction-type="recognition" id="oneOf10">
                <emma:interpretation id="interp46" emma:lang="en-US" emma:confidence="0.5">
                  <emma:literal>of</emma:literal>
                </emma:interpretation>
                <emma:interpretation id="interp47" emma:lang="en-US" emma:confidence="0">
                  <emma:literal>off</emma:literal>
                </emma:interpretation>
                <emma:interpretation id="interp48" emma:lang="en-US" emma:confidence="0">
                  <emma:literal>oft</emma:literal>
                </emma:interpretation>
                <emma:interpretation id="interp49" emma:lang="en-US" emma:confidence="0">
                  <emma:literal>of:</emma:literal>
                </emma:interpretation>
                <emma:interpretation id="interp50" emma:lang="en-US" emma:confidence="0">
                  <emma:literal>offs</emma:literal>
                </emma:interpretation>
              </emma:one-of>
            </emma:emma>
          </inkml:annotationXML>
          <inkml:trace contextRef="#ctx0" brushRef="#br0" timeOffset="34848.0815">102 3531,'0'0,"0"-26,0 1,-26 25,1 0,25 51,-26-51,26 25,-25-25,0 25,25 1,-26-1,26 1,-25-26,25 25,0 0,0 1,0-1,0 1,0-1,25 0,26-25,-26 0,1-50,-1 24,1 1,-26-1,0 1,0 0,0-1,0 1,0-1,0 1,-51 0,51-1,-26 26,26-25,-50 25,24-26,1 26,-1 0,77-25,0 25,0 0,-26 0,26 0,-26-25,1 25,25 0,-26 0,0-26,1 26,-1-25,1 25,-1-26,0 1,-25 0,0-1,0 1,0-1,0 1,-25 0,25-1,0 1,-25-1,25 1,0 0,0-1,-26 26,26 26,0 24,-25-24,25-1,0 1,0 24,0 1,0 0,0 0,0 0,0-1,0 27,51-27,-51 1,0 25,0-25,25 0,-25 0,0 0,0-1,25-24,-25 25,26-26,-1 26,-25-26,26 1,-1-1,-25 0,25-25,-25 26,26-26,-1 0,1 0,-1-26,0-24,1-1,-26 25,0 1,0 0,0-1,0-25,0 26,0-26,-26 26,26-26,-25 0,25 26,-51-26,51 26,-25-1,-1 1,1-1,25 1,-25 25,-1 0,1 0,-1 0,26 25,0 1,26-26,-26 25,51-25,-1 0,-24 0,-1 0,1-51,24 51,-24 0,-1-25,1 0,-1 25,-25-26</inkml:trace>
        </inkml:traceGroup>
        <inkml:traceGroup>
          <inkml:annotationXML>
            <emma:emma xmlns:emma="http://www.w3.org/2003/04/emma" version="1.0">
              <emma:interpretation id="{CFF92D2F-7F4F-46AF-A3CB-834DB84C0679}" emma:medium="tactile" emma:mode="ink">
                <msink:context xmlns:msink="http://schemas.microsoft.com/ink/2010/main" type="inkWord" rotatedBoundingBox="8794,3945 12670,3818 12708,4995 8832,5122"/>
              </emma:interpretation>
              <emma:one-of disjunction-type="recognition" id="oneOf11">
                <emma:interpretation id="interp51" emma:lang="en-US" emma:confidence="0.5">
                  <emma:literal>Squares</emma:literal>
                </emma:interpretation>
                <emma:interpretation id="interp52" emma:lang="en-US" emma:confidence="0.5">
                  <emma:literal>S 9 wares</emma:literal>
                </emma:interpretation>
                <emma:interpretation id="interp53" emma:lang="en-US" emma:confidence="0.5">
                  <emma:literal>S quarts</emma:literal>
                </emma:interpretation>
                <emma:interpretation id="interp54" emma:lang="en-US" emma:confidence="0">
                  <emma:literal>S 9 wars</emma:literal>
                </emma:interpretation>
                <emma:interpretation id="interp55" emma:lang="en-US" emma:confidence="0">
                  <emma:literal>S q wares</emma:literal>
                </emma:interpretation>
              </emma:one-of>
            </emma:emma>
          </inkml:annotationXML>
          <inkml:trace contextRef="#ctx0" brushRef="#br0" timeOffset="37005.7452">3175 3226,'0'0,"-25"0,-52-76,52 76,0 0,-1 0,1 0,-1 0,1 0,0 25,-1-25,1 25,-1-25,1 26,0-1,-1 1,1-1,-1 0,1 1,25-1,-25-25,25 26,0-1,-26 0,26 1,0-1,0 1,51-26,-26 0,-25 25,26-25,25 0,-26 0,0 0,1-51,-1 51,-25-25,26 25,-26-26,25 26,-25-25,25 0,1-1,-26 1,25-1,-25 1,26 0,-26 75,0 1,0-25,0-1,0 26,25 0,-25-1,0 1,0 0,0 0,25 0,-25-1,0 1,26 0,-26 0,0-26,0 26,0-26,0 26,0-25,0-1,0 0,0-50,0-26,0 26,0-1</inkml:trace>
          <inkml:trace contextRef="#ctx0" brushRef="#br0" timeOffset="38924.4248">3556 3327,'0'0,"-25"0,-1 0,26 26,0-1,0 1,0-1,0 0,0 1,0-1,0 1,0-1,0 0,0 1,26-1,-26 1,25-26,-25 25,25-25,1 25,-1-25,1 0,-1-50,0 50,-25-26,26 1,-26-1,0 1,0 0,0-1,0 1,25-1,-25 1,0 0,0-1,0 1,26 25,-26 25,0 1,0-1,25-25,-25 25,0 1,0-1,0 1,25-26,-25 25,0 0,26 1,-26-1,25 1,1-1,-1 0,0-25,1 0,-1 0,1-50,-1 24,0 26,1-51,-1 26,-25 0,26 25,-26-26,25 1,-25-1,25-24,-25 24,0 1,0-1,0 1,0 0,0-1,0 1,-25-1,25 1,-25 25,-1 0,1 51,-1 0,1-1,25-24,-25-1,25 1,0-1,-26 0,26 1,0-1,0 1,0-1,0 0,26-25,-26 26,25-26,0 0,1 0,-26-51,25 51,1-25,-26-1,25 26,-25-25,0-1,25 26,-25-25,0 0,26 25,-26 25,25-25,-25 51,26-26,-1 1,0-1,-25 0,26 1,-1-26,-25 25,26-25,-1 26,0-26,-25-51,26 51,-26-26,25 1,-25 0,0-1,0 1,26-1,-26-24,0 24,25 1,-25-1,0 1,25 0,-25-1,26 1,-26-1,25 26,-25-25,26 0,-1 25,0 25,-25 26,26-51,-26 25,0 1,0-1,0 0,0 1,0-1,0 1,0-1,25 0,-25 1,0-1,26-25,-1 26,0-26,1 0,-1 0,1 0,-1-26,0 26,-25-25,26-1,-26 1,25 0,-25-1,0 1,26 25,-26-26,0 1,25-26,-25 26,0-1,0 1,0-26,0 26,25-1,-25 1,0 0,-25 50,25 0,-25 1,25-1,0 1,-26-1,26 0,0 1,0-1,0 1,0 24,0-24,0-1,0 1,0 24,0-24,0-1,0 1,26-1,-26 0,0 1,25-1,0 1,1-26,-1 0,1 0,-1 0,-25-26,25 26,1-51,-1 51,1-50,-1 24,0 1,1-1,-1-24,1 24,-1 1,0-26,1 26,-1-26,1 25,-1 1,-25 0,25-1,-25 1,0-1,-50 26,50 26,0-1,0 1,0-1,25 0,-25 1,0-1,0 1,0-1,0 0,0 1,0-1,0 1,0-1,0 26,0-26,0 1,0-1,0 0,0 1,-25-26,-1 0,1 0,25-51,-26 51,1 0,25-25,-25 25,25-26,0 1</inkml:trace>
          <inkml:trace contextRef="#ctx0" brushRef="#br0" timeOffset="36335.422">1778 3683,'-25'0,"75"0,-50-25,26 25,-26-26,25 26,1-25,-1-1,0 26,1-25,-1 0,1-1,-1 1,0-26,1 26,-1-1,-25 1,26-1,-1 1,0 0,-25-1,0 1,0-1,0 1,0 0,0-1,-25 1,-26-1,26 26,-1 0,1 0,25 26,0 25,-25-51,25 50,0-24,0-1,0 1,0-1,50 26,-50-26,26 1,-26 24,25-24,-25-1,51 1,-51 24,25-24,-25-1,0 1,26-1,-26 0,0 1,-26-26,26-26,-25 26,25-25,-25 25,25-25,-26 25,26-26,-25 26,25-25,25 25,1 0</inkml:trace>
        </inkml:traceGroup>
      </inkml:traceGroup>
    </inkml:traceGroup>
    <inkml:traceGroup>
      <inkml:annotationXML>
        <emma:emma xmlns:emma="http://www.w3.org/2003/04/emma" version="1.0">
          <emma:interpretation id="{0D446D30-7568-4A0D-9CD2-130068A8CF82}" emma:medium="tactile" emma:mode="ink">
            <msink:context xmlns:msink="http://schemas.microsoft.com/ink/2010/main" type="paragraph" rotatedBoundingBox="3360,5587 20314,5342 20336,6832 3381,70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EB03FE0-B9C1-43BF-8E37-283F9A89F752}" emma:medium="tactile" emma:mode="ink">
              <msink:context xmlns:msink="http://schemas.microsoft.com/ink/2010/main" type="line" rotatedBoundingBox="3360,5587 20314,5342 20336,6832 3381,7077"/>
            </emma:interpretation>
          </emma:emma>
        </inkml:annotationXML>
        <inkml:traceGroup>
          <inkml:annotationXML>
            <emma:emma xmlns:emma="http://www.w3.org/2003/04/emma" version="1.0">
              <emma:interpretation id="{55A021BC-48B1-40E2-BC42-337174B00521}" emma:medium="tactile" emma:mode="ink">
                <msink:context xmlns:msink="http://schemas.microsoft.com/ink/2010/main" type="inkWord" rotatedBoundingBox="3365,5948 5078,5923 5092,6892 3379,6916"/>
              </emma:interpretation>
              <emma:one-of disjunction-type="recognition" id="oneOf12">
                <emma:interpretation id="interp56" emma:lang="en-US" emma:confidence="0.5">
                  <emma:literal>RSS</emma:literal>
                </emma:interpretation>
                <emma:interpretation id="interp57" emma:lang="en-US" emma:confidence="0">
                  <emma:literal>RSs</emma:literal>
                </emma:interpretation>
                <emma:interpretation id="interp58" emma:lang="en-US" emma:confidence="0">
                  <emma:literal>Ross</emma:literal>
                </emma:interpretation>
                <emma:interpretation id="interp59" emma:lang="en-US" emma:confidence="0">
                  <emma:literal>BSs</emma:literal>
                </emma:interpretation>
                <emma:interpretation id="interp60" emma:lang="en-US" emma:confidence="0">
                  <emma:literal>Bess</emma:literal>
                </emma:interpretation>
              </emma:one-of>
            </emma:emma>
          </inkml:annotationXML>
          <inkml:trace contextRef="#ctx0" brushRef="#br0" timeOffset="65050.946">-3658 5512,'26'-26,"-26"52,-26-1,26 1,0-1,0 0,0 1,0-1,0 1,0 24,0-24,0-1,0 1,0-1,0 0,0 1,0-1,0 1,0-1,0 0,0-75,-25 50,25-26</inkml:trace>
          <inkml:trace contextRef="#ctx0" brushRef="#br0" timeOffset="65667.9944">-3658 5436,'0'0,"26"-77,-26 52,25 0,1-1,-26 1,25 25,0-26,-25 1,26 25,-1-25,1-1,-1 1,0 25,1-26,25 26,-26-25,0 25,1 0,-1 0,1 0,-1 0,-25 51,0-26,0 1,-25-1,25 0,-77 26,27-25,24 24,-25-24,1-1,-1 26,25-26,-24 1,24-1,1-25,-1 26,26-1,-25-25,76 0,-26-25,1 25,-1 0,0 0,1 0,-1 0,1 0,-1 0,-25 25,25-25,1 0,-1 0,-25 25,26-25,-1 0,0 0,-25 26,26-26,-26 25,25 1,1-1,-26 0,0 26,0-25,25-1,-25 0,0 1,25-1,-25 1,0-1,26 0,-26 1,25-26,-25 25,26-25,-26-25,0-1,-51 1,51 0,0-1,0 1</inkml:trace>
          <inkml:trace contextRef="#ctx0" brushRef="#br0" timeOffset="66177.9763">-2565 5334,'0'-51,"-26"51,26 26,-25-26,25 25,-26-25,1 51,0-26,25 1,-26-1,1 0,25 1,0-1,0 1,25-1,26-25,-51 25,25-25,-25 26,51-26,-25 25,-1 1,0-1,-25 0,0 1,0-1,0 1,-50-1,24 0,1 1,-1-26,26 25,-25-25,0 0,25-51,0 26,0 0,0-26</inkml:trace>
          <inkml:trace contextRef="#ctx0" brushRef="#br0" timeOffset="66738.8069">-1981 5232,'0'-50,"-26"50,1 0,0 50,-1-50,26 26,-25-26,-1 25,26 1,-25-1,0 0,25 1,-26-1,26 1,-25-1,-1 0,26 1,0-1,-25-25,25 26,0-1,51-25,-51 25,51-25,-26 0,-25 26,51-26,-26 0,1 0,-26 25,25-25,-25 26,0-1,0 0,-51-25,51 26,-25-26,25 25,-26-25,1 0,25 26,-25-26,-1 0,26 25,-25-25,-1 0,1 0,0 0</inkml:trace>
        </inkml:traceGroup>
        <inkml:traceGroup>
          <inkml:annotationXML>
            <emma:emma xmlns:emma="http://www.w3.org/2003/04/emma" version="1.0">
              <emma:interpretation id="{E3306C9D-901C-4FA3-A826-7894B380F27D}" emma:medium="tactile" emma:mode="ink">
                <msink:context xmlns:msink="http://schemas.microsoft.com/ink/2010/main" type="inkWord" rotatedBoundingBox="5938,6151 6298,6146 6303,6472 5943,6477"/>
              </emma:interpretation>
              <emma:one-of disjunction-type="recognition" id="oneOf13">
                <emma:interpretation id="interp61" emma:lang="en-US" emma:confidence="0.5">
                  <emma:literal>=</emma:literal>
                </emma:interpretation>
                <emma:interpretation id="interp62" emma:lang="en-US" emma:confidence="0">
                  <emma:literal>l</emma:literal>
                </emma:interpretation>
                <emma:interpretation id="interp63" emma:lang="en-US" emma:confidence="0">
                  <emma:literal>,</emma:literal>
                </emma:interpretation>
                <emma:interpretation id="interp64" emma:lang="en-US" emma:confidence="0">
                  <emma:literal>t</emma:literal>
                </emma:interpretation>
                <emma:interpretation id="interp65" emma:lang="en-US" emma:confidence="0">
                  <emma:literal>-</emma:literal>
                </emma:interpretation>
              </emma:one-of>
            </emma:emma>
          </inkml:annotationXML>
          <inkml:trace contextRef="#ctx0" brushRef="#br0" timeOffset="67555.2653">-1118 5588,'26'25,"25"-25,-26 0,-25-25,25 25,1 0,-1 0,1 0,-1 0,0 0,1 0,-1 0,1 0,-1 0</inkml:trace>
          <inkml:trace contextRef="#ctx0" brushRef="#br0" timeOffset="67225.9925">-1118 5385,'0'0,"0"25,26-25,25 0,-26 0,0 0,1 0,-1 0,1 0,-1 0,0-25,1 25,-1-26,1 26,-26-25,25 25,-25-25,0-1</inkml:trace>
        </inkml:traceGroup>
        <inkml:traceGroup>
          <inkml:annotationXML>
            <emma:emma xmlns:emma="http://www.w3.org/2003/04/emma" version="1.0">
              <emma:interpretation id="{828B5933-CEBF-4AA7-8B8F-A5F320799942}" emma:medium="tactile" emma:mode="ink">
                <msink:context xmlns:msink="http://schemas.microsoft.com/ink/2010/main" type="inkWord" rotatedBoundingBox="7454,5528 17456,5383 17478,6873 7475,7018"/>
              </emma:interpretation>
              <emma:one-of disjunction-type="recognition" id="oneOf14">
                <emma:interpretation id="interp66" emma:lang="en-US" emma:confidence="0.5">
                  <emma:literal>ep-teste-get....</emma:literal>
                </emma:interpretation>
                <emma:interpretation id="interp67" emma:lang="en-US" emma:confidence="0">
                  <emma:literal>ester-test....</emma:literal>
                </emma:interpretation>
                <emma:interpretation id="interp68" emma:lang="en-US" emma:confidence="0">
                  <emma:literal>ep-testiest....</emma:literal>
                </emma:interpretation>
                <emma:interpretation id="interp69" emma:lang="en-US" emma:confidence="0">
                  <emma:literal>ep-teste-gat....</emma:literal>
                </emma:interpretation>
                <emma:interpretation id="interp70" emma:lang="en-US" emma:confidence="0">
                  <emma:literal>ep-teste-yet....</emma:literal>
                </emma:interpretation>
              </emma:one-of>
            </emma:emma>
          </inkml:annotationXML>
          <inkml:trace contextRef="#ctx0" brushRef="#br0" timeOffset="70576.3852">2921 5436,'25'0,"1"0,-1-26,1 26,-1 0,-25-25,25 25,-25-26,26 1,-26 0,0-1,0 1,0-1,0 1,-26 0,1-1,0 26,-1 0,1 0,-1 0,1 0,25 26,-25-26,25 25,-26-25,1 51,25-26,-26 1,26-1,0 0,-25 1,25-1,0 1,0-1,0 26,0-26,51 1,-51-1,0 0,25 26,-25-25,26-1,-26 0,25-25,-25 26,25-26,-25 25,26-25,-1 0,1 0,-1-25,0-1,1 26,-26-50,25 24</inkml:trace>
          <inkml:trace contextRef="#ctx0" brushRef="#br0" timeOffset="71146.7401">3226 5639,'0'0,"25"0,1 0,-26-26,25 26,0 0,1 0,-26 26,0-1,25-25,-25 26,0-1,0 0,0 1,0-1,-51 1,51-1,-25 0,25 1,0-1,51-25,-26-25,26 25,-26-51,1 51,-26-25,25-1,1 1,-1 25</inkml:trace>
          <inkml:trace contextRef="#ctx0" brushRef="#br0" timeOffset="71647.5137">3327 4623,'0'0,"26"0,-1 0,1 0,-1 0,0 0,1 0,-1 0,-25 25,0 1,26-26,-26 50,0-24,0-1,0 1,0-1,0 0,0 1,-51-1,51 1,0-1,-26-25,26 25,0 1,51-26,-25-26,-1 26,0 0,1 0,-1 0,1 0,-1-25,0 25</inkml:trace>
          <inkml:trace contextRef="#ctx0" brushRef="#br0" timeOffset="72240.5388">4013 5385,'127'0,"-76"0,-26 0,1 0,25 0,-26 0,0-26,26 26,-25 0,-1 0,0 0</inkml:trace>
          <inkml:trace contextRef="#ctx0" brushRef="#br0" timeOffset="72542.9317">4267 5207,'0'-51,"0"77,0 24,0-24,0 25,0-26,0 0,0 26,0-25,0 24,0-24,0 25,0-26,0 0,0 1,0-1,0 1,-51-1,51 0,0 1,0-1,0 1</inkml:trace>
          <inkml:trace contextRef="#ctx0" brushRef="#br0" timeOffset="68503.9187">406 5563,'51'0,"-25"50,-1-50,0 0,1 0,-1 0,1 0,-1 0,0-50,1 50,-26-26,25 26,-25-25,26-1,-26 1,0 0,0-1,0 1,-51-1,25 1,1 25,25-25,-25 25,25 50,-26-50,26 26,-25-1,25 1,-26-1,1 0,0 26,25-25,-26-1,26 0,0 1,-25-1,25 1,0-1,0 0,0 1,0-1,51 1,-26-26,0 0,1 0,-1 0,1 0,-1 0,0 0,1 0,-1-26,1 26,-1-25,0 25,1-26,-1 26,-25-50</inkml:trace>
          <inkml:trace contextRef="#ctx0" brushRef="#br0" timeOffset="68774.0872">914 5740,'26'26,"-26"-1,0 1,25-1,-25 0,0 1,26-1,-26 1,0-1,0 0,0 1,0-1,0 1,0-1,0 0,0 1,-26-26</inkml:trace>
          <inkml:trace contextRef="#ctx0" brushRef="#br0" timeOffset="69274.5503">940 4851,'0'-25,"25"0,1 25,-1 0,0 0,1 0,-1 25,1 0,-1 26,-25-25,25-1,-25 0,0 1,0-1,0 1,0 24,0-24,-50-1,50 1,-26-1,26 0,-51 1,51-1,-25 1,25-1,-51-25,51 25,26-50,24 25,-50-25,26 25,-1-26,1 26,-26-25,25 25,0 0,1 0,-1 0</inkml:trace>
          <inkml:trace contextRef="#ctx0" brushRef="#br0" timeOffset="69677.5424">1727 5588,'-25'-25,"76"25,-51-26,25 26,26 0,-26 0,1 0,-1 0,0 0,1 0,-1-25,1 25,-1 0,0 0,1 0,-26-26,25 26,-25-25</inkml:trace>
          <inkml:trace contextRef="#ctx0" brushRef="#br0" timeOffset="69960.3167">2007 5232,'0'0,"0"26,0 25,0-26,0 0,0 1,-26-1,26 1,0-1,0 0,0 1,0-1,0 1,0-1,0 0,0 1,0-1,0 1,0-1,0 0,0 1,0-1,0 1,0-1</inkml:trace>
          <inkml:trace contextRef="#ctx0" brushRef="#br0" timeOffset="73050.5386">5080 5359,'25'0,"1"0,-1 0,1 0,-1 0,0 0,1-50,-1 50,1-26,-1 26,-25-25,25-1,-25 1,0 0,0-1,-50 26,50-25,-26 25,-25 0,26 0,0 0,25 25,-26-25,26 26,-25-26,25 50,-26-24,26-1,-25 1,0 24,25-24,-26-1,26 1,0 24,-25-24,25-1,0 1,0-1,0 0,0 1,0-1,0 1,25-26,-25 25,51-25,-26 0,1 0,-1 0,1 0,-1 0,0-25,1 25,-1-26,1 26,-1-51</inkml:trace>
          <inkml:trace contextRef="#ctx0" brushRef="#br0" timeOffset="73625.762">5537 5690,'0'0,"0"-26,26 1,-26-1,25 26,0 0,-25-25,26 25,-1 0,1 0,-1 0,0 0,1 0,-1 0,-25 25,0 1,0-1,0 1,0-1,-25 0,25 1,0-1,-26-25,26 26,0-1,0 0,0 1,-25-26,25 25,-51 1,26-26,25 25,-26 0,1-25,0 26,-1-1,1-25,-1 26,1-26,0 0,-1 0,26-26</inkml:trace>
          <inkml:trace contextRef="#ctx0" brushRef="#br0" timeOffset="74334.8697">5766 4699,'0'-25,"25"25,1 0,-26-26,25 26,0 0,1 0,-26 26,0 24,0-24,0-1,0 1,0-1,-51 0,51 1,0-1,0 1,0-1,0 0,0 1,0-1,0 1,25-26,1 0,-1 0,1 0,-1 0,-25-26,25 26,1 0,-26-25,25 25,1-26</inkml:trace>
          <inkml:trace contextRef="#ctx0" brushRef="#br0" timeOffset="75022.135">6452 5486,'0'0,"50"0,-24 0,-1 0,1 0,24 0,-24-25,-1 25,1 0,24 0,-24 0,-1 0,26 0,-26 0,1-25,-1 25,1 0,-1-26,0 26,-25-25</inkml:trace>
          <inkml:trace contextRef="#ctx0" brushRef="#br0" timeOffset="75300.4117">6858 5207,'0'0,"0"25,0 26,0-25,0-1,0 0,0 1,0-1,0 1,0-1,0 0,0 1,0-1,0 1,0-1,25 0,-25 1,0-1,0 1,0-1,0 0,0 1,0-1</inkml:trace>
          <inkml:trace contextRef="#ctx0" brushRef="#br0" timeOffset="76617.5507">8204 5842,'26'0,"-1"0</inkml:trace>
          <inkml:trace contextRef="#ctx0" brushRef="#br0" timeOffset="76843.9201">8763 5766,'0'-26,"51"26,-26 0,1 0,-1 0,0 0,-25-25</inkml:trace>
          <inkml:trace contextRef="#ctx0" brushRef="#br0" timeOffset="77033.6102">9271 5740,'0'26,"0"-1,25-25</inkml:trace>
          <inkml:trace contextRef="#ctx0" brushRef="#br0" timeOffset="77249.6869">9677 5817,'0'25,"26"-25</inkml:trace>
          <inkml:trace contextRef="#ctx0" brushRef="#br0" timeOffset="77519.1875">10389 5791,'25'0,"-25"-25</inkml:trace>
        </inkml:traceGroup>
        <inkml:traceGroup>
          <inkml:annotationXML>
            <emma:emma xmlns:emma="http://www.w3.org/2003/04/emma" version="1.0">
              <emma:interpretation id="{B56795D6-1EDB-420C-8ECA-714951D140CC}" emma:medium="tactile" emma:mode="ink">
                <msink:context xmlns:msink="http://schemas.microsoft.com/ink/2010/main" type="inkWord" rotatedBoundingBox="18756,5474 20316,5451 20335,6741 18775,6764"/>
              </emma:interpretation>
              <emma:one-of disjunction-type="recognition" id="oneOf15">
                <emma:interpretation id="interp71" emma:lang="en-US" emma:confidence="0.5">
                  <emma:literal>en</emma:literal>
                </emma:interpretation>
                <emma:interpretation id="interp72" emma:lang="en-US" emma:confidence="0">
                  <emma:literal>ends</emma:literal>
                </emma:interpretation>
                <emma:interpretation id="interp73" emma:lang="en-US" emma:confidence="0">
                  <emma:literal>en?</emma:literal>
                </emma:interpretation>
                <emma:interpretation id="interp74" emma:lang="en-US" emma:confidence="0">
                  <emma:literal>enzyme</emma:literal>
                </emma:interpretation>
                <emma:interpretation id="interp75" emma:lang="en-US" emma:confidence="0">
                  <emma:literal>Enzo</emma:literal>
                </emma:interpretation>
              </emma:one-of>
            </emma:emma>
          </inkml:annotationXML>
          <inkml:trace contextRef="#ctx0" brushRef="#br0" timeOffset="78406.6467">11709 5258,'0'25,"0"1,0-1,26-25,-1 25,26-25,-26 0,1 0,-1 0,1 0,-1-50,0 50,1-26,-1 26,1-25,-1 25,-25-26,25 26,-25-25,0 0,0-1,-25 26,0 0,25-25,-51 25,25 0,1 0,0 0,-1 0,1 0,-1 0,1 51,0-51,-1 25,1-25,25 25,-26 1,26-1,0 1,0-1,0 0,0 1,0-1,0 1,0-1,0 0,0 1,26-26,-26 25,0 1,0-1,25-25,-25 25,26 1,-26-1,25-25,0 0,1 0,-1 0,1-25,-1 25,-25-26,25 26,1-25,-1 0,-25-1</inkml:trace>
          <inkml:trace contextRef="#ctx0" brushRef="#br0" timeOffset="79207.4714">12243 5563,'0'25,"25"-25,-25-25,26 25,-26-26,25 26,0 0,1 0,-1 26,-25 24,0-24,0-1,0 1,0-1,0 0,-51 1,51-1,0 1,-25-1,25 0,-25 1,25-52,0 1,25 0,-25-1,25 1,-25-1,26 1,-26 0,25 25,-25-26,26 1,-26-1,25 1,-25 0,25-1,-25 1,26 25,-1-26,1 26,-26 26,25-26,-25 25,25-25,-25 51,0-26,26 1,-26-1,0 1,0-1,0 0,0 1,0-1</inkml:trace>
          <inkml:trace contextRef="#ctx0" brushRef="#br0" timeOffset="79877.3137">12675 4648,'0'-25,"25"25,-25-26,25 26,1 0,-1 0,1 0,-26 26,25-26,0 0,-25 25,0 26,0-26,0 1,0-1,0 1,0 24,-25-24,25-1,0 1,-51-1,51 0,51-25,0 0,-26-25,1 25,-1 0,26-51,-26 51,26 0,-26 0,26-25,-25 25,-1-26,26 1</inkml:trace>
        </inkml:traceGroup>
      </inkml:traceGroup>
    </inkml:traceGroup>
    <inkml:traceGroup>
      <inkml:annotationXML>
        <emma:emma xmlns:emma="http://www.w3.org/2003/04/emma" version="1.0">
          <emma:interpretation id="{2AD836D6-6DC9-4E04-882D-FA7ACB96CB1C}" emma:medium="tactile" emma:mode="ink">
            <msink:context xmlns:msink="http://schemas.microsoft.com/ink/2010/main" type="paragraph" rotatedBoundingBox="4480,7443 23268,7126 23309,9569 4521,988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848AEC4-6BC8-4ABF-AC53-0C75355683DF}" emma:medium="tactile" emma:mode="ink">
              <msink:context xmlns:msink="http://schemas.microsoft.com/ink/2010/main" type="line" rotatedBoundingBox="4480,7443 23268,7126 23309,9569 4521,9886"/>
            </emma:interpretation>
          </emma:emma>
        </inkml:annotationXML>
        <inkml:traceGroup>
          <inkml:annotationXML>
            <emma:emma xmlns:emma="http://www.w3.org/2003/04/emma" version="1.0">
              <emma:interpretation id="{85BA0696-5326-4889-B5C7-2CDD7D2D890F}" emma:medium="tactile" emma:mode="ink">
                <msink:context xmlns:msink="http://schemas.microsoft.com/ink/2010/main" type="inkWord" rotatedBoundingBox="4495,8338 4948,8330 4953,8658 4501,8666"/>
              </emma:interpretation>
              <emma:one-of disjunction-type="recognition" id="oneOf16">
                <emma:interpretation id="interp76" emma:lang="en-US" emma:confidence="0.5">
                  <emma:literal>=</emma:literal>
                </emma:interpretation>
                <emma:interpretation id="interp77" emma:lang="en-US" emma:confidence="0">
                  <emma:literal>_</emma:literal>
                </emma:interpretation>
                <emma:interpretation id="interp78" emma:lang="en-US" emma:confidence="0">
                  <emma:literal>E</emma:literal>
                </emma:interpretation>
                <emma:interpretation id="interp79" emma:lang="en-US" emma:confidence="0">
                  <emma:literal>-</emma:literal>
                </emma:interpretation>
                <emma:interpretation id="interp80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82012.8369">-2540 7493,'0'0,"-25"0,75 0,-24 0,-1 0,1 0,-1 0,0 25,1-25,-1 0,1 0,-1 0,0 0,1 0,-1 0,1 0,-1 0,0-50</inkml:trace>
          <inkml:trace contextRef="#ctx0" brushRef="#br0" timeOffset="82285.8509">-2489 7722,'0'0,"-26"25,1-25,25 25,51-25,-51 26,25-26,1 0,-1 0,0 0,1 0,-1 0,1 0,-1 0,0 0,1-26,-1 26,1 0,-1-25,0 25,1 0</inkml:trace>
        </inkml:traceGroup>
        <inkml:traceGroup>
          <inkml:annotationXML>
            <emma:emma xmlns:emma="http://www.w3.org/2003/04/emma" version="1.0">
              <emma:interpretation id="{DA9DD500-CDB4-4650-AB32-AF439CD97D0B}" emma:medium="tactile" emma:mode="ink">
                <msink:context xmlns:msink="http://schemas.microsoft.com/ink/2010/main" type="inkWord" rotatedBoundingBox="5498,7899 9536,7432 9720,9018 5681,9484"/>
              </emma:interpretation>
              <emma:one-of disjunction-type="recognition" id="oneOf17">
                <emma:interpretation id="interp81" emma:lang="en-US" emma:confidence="0.5">
                  <emma:literal>(ye-frot</emma:literal>
                </emma:interpretation>
                <emma:interpretation id="interp82" emma:lang="en-US" emma:confidence="0">
                  <emma:literal>(y-frot</emma:literal>
                </emma:interpretation>
                <emma:interpretation id="interp83" emma:lang="en-US" emma:confidence="0">
                  <emma:literal>(yr-frot</emma:literal>
                </emma:interpretation>
                <emma:interpretation id="interp84" emma:lang="en-US" emma:confidence="0">
                  <emma:literal>(yo-frot</emma:literal>
                </emma:interpretation>
                <emma:interpretation id="interp85" emma:lang="en-US" emma:confidence="0">
                  <emma:literal>(ya-frot</emma:literal>
                </emma:interpretation>
              </emma:one-of>
            </emma:emma>
          </inkml:annotationXML>
          <inkml:trace contextRef="#ctx0" brushRef="#br0" timeOffset="97528.7573">279 7518,'-25'26,"0"-26,50 0,0 0,26-26,-25 26,-1-25,0 25,1 0,-1 0,1-25,-1 25,-50 25,25 0,-26-25,1 0,25 26,-26-26,1 25</inkml:trace>
          <inkml:trace contextRef="#ctx0" brushRef="#br0" timeOffset="155226.5982">889 7163,'0'-26,"0"1,25 25,-25-25,26 25,-1-26,-25 1,26 25,-26-26,0 1,25 25,-25-25,25 25,-50 0,25 25,-25-25,-1 25,1-25,-1 26,1-26,25 25,-25-25,25 26,-26-26,26 25,-25-25,25 25,-26 1,26-1,0 1,-25-26,25 25,0 0,-25-25,25 26,-26-1,26 1,-25-26,25 25,0 0,-26-25,26 26,0-1,0 1,0-1,0 0,-25 1,25-1,0 1,0-1,0 0,0 1,0-1,0 1,0-1,0 0,0 1,0-1,0 1,0-1,-25-25,25 25,0 1,0-1,0 1,0-1,0 0,0 1,0-1,25 1,0-1,1-25,-26 25,25-25,1 0,-26 26,25-26,0 25,-25 1,26-26,-26 25,25-25,-25 25,26-25,-26 26,25-26,-25 25,25-25,-25 26,-25-26,0 0,-1 0,1 0,25-51,-26 51,26-26,-25-24</inkml:trace>
          <inkml:trace contextRef="#ctx0" brushRef="#br0" timeOffset="102380.0717">1168 7315,'0'-25,"0"76,0-1,0-24,0 25,0-26,0 26,0 0,-25-26,25 26,0-26,0 26,0-26,0 26,0-25,0-1,0 0,0 1,0-1,0 1,0-1,25-25,-25 25,0-75,0 24,0 1,0-1,0 1,0 0,0-1,0 1,0-1</inkml:trace>
          <inkml:trace contextRef="#ctx0" brushRef="#br0" timeOffset="103066.026">1219 7315,'0'-25,"0"-1,26 26,-26-25,25 25,0-25,1 25,-1-26,1 26,-26-25,25 25,0-26,1 1,-1 0,1 25,-26-26,25 26,-25 26,0-1,0 26,0-26,0 1,0-1,0 0,0 1,0-1,-51 1,51-1,-25 0,25 1,-26-26,52 0,-26-26,25 26,1 0,-26 51,0-25,25-26,-25 25,0 0,-51 1,26-1,-1-25,26 26,-25-26,0 0</inkml:trace>
          <inkml:trace contextRef="#ctx0" brushRef="#br0" timeOffset="103551.4814">2007 7544,'-26'0,"26"25,-25-25,-1 26,26-1,-25-25,25 25,-25-25,25 26,-26-1,26 1,-25-1,25 0,-26 1,26-1,26-25,-1 0,-25-25,26 25,-26-26,25 26,-25-25,0-26,25 51,-25-25,0-1,0 1,0 0,0-1,-25 1,25-1,-25 26,25-25,-26 25,26-25</inkml:trace>
          <inkml:trace contextRef="#ctx0" brushRef="#br0" timeOffset="103946.0567">2337 7391,'-26'0,"52"0,-1 0,1 0,-1 0,0 0,1 0,-26-25,25 25,1 0,-1 0,-25-25,25 25</inkml:trace>
          <inkml:trace contextRef="#ctx0" brushRef="#br0" timeOffset="104669.8841">2388 7315,'-26'-51,"26"26,0 0,26 25,-1 0,-25-26,0 1,0-1,25 26,-25 26,0-1,0 1,0-1,0 0,0 1,0-1,0 1,0-1,0 0,0 1,0-1,0 1,0-1,0 0,0 1,0-1,26-25,-26 26,0-1,0-50,0-26,0 25,25 1</inkml:trace>
          <inkml:trace contextRef="#ctx0" brushRef="#br0" timeOffset="96464.6361">-991 7315,'0'26,"0"-1,0 0,0 1,0-1,0 1,0-1,26-25,-26 25,0 1,25-26,-25 25,26-25,-1 26,0-26,1 0,-1 0,1 0,-1 0,0 0,-25-26,26 26,-1 0,1-25,-1-1,-25 1,25 25,-25-25,0-1,0 1,0-1,0 1,0 50,0 26,0-25,0-1,0 0,51 26,-51-25,0 24,0 1,0 0,0 0,26 0,-26-1,0-24,0 25,0-1,0-24,0 25,0-26,0 26,0-26,0 1,0-1,0 0,0 1,0-1,0 1,0-1,-26-25,26 25,0 1,-25-26,-1 0,1 0,25-51,-25 51,-1-25,26-1,0 1,0-1,-25 26,25-25,0-26,0 26,0-1,0 1,0 0,0-1,0 1,25 25,-25-26,0 1,51 0,-51-1,0 1,0-1,25 26,-25-25,26 0,-26-1</inkml:trace>
          <inkml:trace contextRef="#ctx0" brushRef="#br0" timeOffset="96953.7899">-178 7620,'-25'-25,"25"75,0 1,0-25,0-1,0 0,0 1,0-1,0 1,0-1,0 0,0 1,0-1,0 1,0-1,0-50</inkml:trace>
          <inkml:trace contextRef="#ctx0" brushRef="#br0" timeOffset="111086.2674">-1041 6985,'-51'0,"25"0,26 25,-25-25,0 0,25 26,-26-26,1 25,-1 1,1-1,25 0,-25 1,25-1,0 1,-26-1,26 0,-25 26,25-25,-26 24,26 1,-25 0,25 0,-25-26,25 26,-26 0,26 0,0-1,0 1,0-25,0 24,0 1,0-25,0 24,51-24,-51-1,0 1,25-1,-25 0,26 1,-1-1,-25 1,26-26,-26 25,25-25,-25 25,25-25,1 0,-1 0,1-25,-1 0</inkml:trace>
        </inkml:traceGroup>
        <inkml:traceGroup>
          <inkml:annotationXML>
            <emma:emma xmlns:emma="http://www.w3.org/2003/04/emma" version="1.0">
              <emma:interpretation id="{14367753-0B3F-40CA-955D-8769896E531D}" emma:medium="tactile" emma:mode="ink">
                <msink:context xmlns:msink="http://schemas.microsoft.com/ink/2010/main" type="inkWord" rotatedBoundingBox="10061,7349 13219,7295 13245,8880 10088,8933"/>
              </emma:interpretation>
              <emma:one-of disjunction-type="recognition" id="oneOf18">
                <emma:interpretation id="interp86" emma:lang="en-US" emma:confidence="0.5">
                  <emma:literal>B,</emma:literal>
                </emma:interpretation>
                <emma:interpretation id="interp87" emma:lang="en-US" emma:confidence="0">
                  <emma:literal>B</emma:literal>
                </emma:interpretation>
                <emma:interpretation id="interp88" emma:lang="en-US" emma:confidence="0">
                  <emma:literal>BI</emma:literal>
                </emma:interpretation>
                <emma:interpretation id="interp89" emma:lang="en-US" emma:confidence="0">
                  <emma:literal>By</emma:literal>
                </emma:interpretation>
                <emma:interpretation id="interp90" emma:lang="en-US" emma:confidence="0">
                  <emma:literal>By,</emma:literal>
                </emma:interpretation>
              </emma:one-of>
            </emma:emma>
          </inkml:annotationXML>
          <inkml:trace contextRef="#ctx0" brushRef="#br0" timeOffset="105153.7831">3124 7188,'-25'0,"25"26,0 24,0-24,-26-1,26 26,0-26,-25 1,25 25,0-26,0 26,0-26,-25 1,25-1,0 26,0-26,0 1,0-1,0 0,0 1,0-1,0-50,25-26,-25 26</inkml:trace>
          <inkml:trace contextRef="#ctx0" brushRef="#br0" timeOffset="105745.9046">3073 7137,'0'-25,"0"0,0-1,0 1,26 25,25-26,-26 1,0 25,1 0,-1 0,-25 25,0 1,0-1,0 1,0-1,0 0,-51 1,51-1,-25 26,25-26,-25 1,25 25,-26-26,1 0,25 1,51-26,-51-26,25 26,0-25,1 25,-1 0,1 0,-1 0,-25 25,0 1,0-1,0 26,-25-51,25 25,-51 1,25-1,1-25,0 0,-1 0,26-25,0-1,26 26</inkml:trace>
          <inkml:trace contextRef="#ctx0" brushRef="#br0" timeOffset="106078.0419">3480 7493,'25'0,"-25"25,0 1,26-26,-26 25,0 1,0-1,0 0,0 1,0-1,0 1,0-1,0 0,-26-25,26 26,0-1,0 1,0-1,0 0,0-50</inkml:trace>
        </inkml:traceGroup>
        <inkml:traceGroup>
          <inkml:annotationXML>
            <emma:emma xmlns:emma="http://www.w3.org/2003/04/emma" version="1.0">
              <emma:interpretation id="{F086E8F7-ADC9-4A8A-BA70-A7D542F7D8BB}" emma:medium="tactile" emma:mode="ink">
                <msink:context xmlns:msink="http://schemas.microsoft.com/ink/2010/main" type="inkWord" rotatedBoundingBox="10727,7538 13073,7153 13320,8660 10974,9044"/>
              </emma:interpretation>
              <emma:one-of disjunction-type="recognition" id="oneOf19">
                <emma:interpretation id="interp91" emma:lang="en-US" emma:confidence="0.5">
                  <emma:literal>spit</emma:literal>
                </emma:interpretation>
                <emma:interpretation id="interp92" emma:lang="en-US" emma:confidence="0">
                  <emma:literal>1 pt</emma:literal>
                </emma:interpretation>
                <emma:interpretation id="interp93" emma:lang="en-US" emma:confidence="0">
                  <emma:literal>18 pt</emma:literal>
                </emma:interpretation>
                <emma:interpretation id="interp94" emma:lang="en-US" emma:confidence="0">
                  <emma:literal>pit</emma:literal>
                </emma:interpretation>
                <emma:interpretation id="interp95" emma:lang="en-US" emma:confidence="0">
                  <emma:literal>•8 pt</emma:literal>
                </emma:interpretation>
              </emma:one-of>
            </emma:emma>
          </inkml:annotationXML>
          <inkml:trace contextRef="#ctx0" brushRef="#br0" timeOffset="107533.2063">3759 7239,'26'0,"-1"0,-25 25,0 1,25-26,1 0,-1 0,-25 25,26-25,-26 26,0-1,0 0,0 1,25-1,-25 1,0-1,0 0,-51-25,51 26,-25-26,-1 0,1 0,25-26,0 1,0 0,25 25,-25-26,26 26,-26-25,51 25,-51-26,25 1,0 0,1-1,-26 1,25-1,1 26,-26-25,25 0,0-1,-25 1,0-1,-25 26,0 0,25 51,-26-51,1 0,25 51,-26-26,26 1,0-1,0 1,0-1,0 0,0 1,0-1,0 1,0-1,0 0,0 1,0-1,0 1,26-26,-1-51,1 25,-1-24</inkml:trace>
          <inkml:trace contextRef="#ctx0" brushRef="#br0" timeOffset="108458.9137">4394 7518,'0'0,"0"-25,26 25,-26 25,0 1,0-1,0 1,0-1,0 0,0 1,0-1,0 1,0-1,0 0,0 1,0-1,0 1,0-1,0 0,0-50,0 0,0-1,25 26,-25-25,0-1,0 1,0 0,0-1,0 1,0-1</inkml:trace>
          <inkml:trace contextRef="#ctx0" brushRef="#br0" timeOffset="109901.4919">4801 6782,'-26'0,"26"25,26-25,-26 26,0-1,25-25,-25 25,25-25,-25 26,0-1,26-25,-26 26,0-1,25-25,-25 25,0 1,26-1,-26 1,25-1,-25 0,0 1,0-1,25 1,-25-1,0 0,0 1,0-1,0 1,0 24,0-24,0-1,0 1,0-1,-25 0,25 1,0-1,0 1,-25-1,25 0,0 1,-26-1,26 1,0-1,-25 0,-1 1,26-1,-25-25,25 26,-25-26,-1 25,26 0,-25-25,-1 26,1-1,0-25,25 26,-26-26,26-26,0-25,0 1</inkml:trace>
          <inkml:trace contextRef="#ctx0" brushRef="#br0" timeOffset="114870.1962">5029 6452,'26'0,"-1"0,-25 25,0 0,0 1,25-26,-25 25,0 1,0-1,0 0,0 1,0-1,0 1,-25-26,25 25,0 0,25-25,1 0,-1 0,1-50,-1 50,0 0,1 0,-1 0,1 0,-1-26,0 26,1-25,-1 25,1 0</inkml:trace>
          <inkml:trace contextRef="#ctx0" brushRef="#br0" timeOffset="156964.7311">4267 6909,'26'0,"-1"0,0 0,1 0,-26 25,0 1,25-26,-25 25,0 0,0 1,26-26,-26 25,0 1,0-1,0 0,0 1,0-1,-26-25,26 26,0-1,0 0,0 1,0-1,0 1,0-1,0 0,0 1,0-1,0 1,0-1,0 0,0 1,0-1,0 1,0-1,0 0,-25 1,25-1,0 1,-26-1,26 0,0 1,-25-26,25 25,0 1,-25-26,25 25,-26 0,26 1,0-1,-25-25,25 26,-26-1,1 0,0-25,-1 26,1-26,-1-26,26 1</inkml:trace>
          <inkml:trace contextRef="#ctx0" brushRef="#br0" timeOffset="158093.7105">4216 7671,'26'0,"-26"-26,0 1,25 25,1 0,-26 25,0 1,0-1,0 1,0-1,0 0,-26-25,26 26,0-1,0 1,-25-26,25 25,0-76,0 26,0-1,25 1,-25 0,0-1,26 1,-26-1,25 1,-25 0,0-1,0 1,25 25,-25-26,0 77,-25-51,25 26,-25-1,-1 0,1 1,25-1,-26-25,26-25,0-1</inkml:trace>
          <inkml:trace contextRef="#ctx0" brushRef="#br0" timeOffset="161123.5693">5867 7366,'-25'0,"0"0,-1 0,1 0,-1 0,1 0,0 0,-1 0,1 0,-1 0,52 0,25 0,-26 0,0 0,1 0,-1 0,1 0,24-25,-24 25,-1 0,1 0,-1-26,26 26,-26-25,1 25,-1 0,0 0,1 0,-1-26,-50 26,25 26,-26-26,26 25,-25-25</inkml:trace>
          <inkml:trace contextRef="#ctx0" brushRef="#br0" timeOffset="161740.3883">5944 7214,'0'0,"-26"-26,26 1,0-1,0 1,0 0,-25 25,25-26,0 52,0 24,0 1,25-25,-25-1,0 26,0-26,26 26,-26 0,0-26,0 26,0-26,0 26,0-25,0-1,0 26,0-26,0 1,0-1,0 0,0 1,0-1,0 1,0-77,0 25,25 1,-25 0,25-1,-25 1</inkml:trace>
        </inkml:traceGroup>
        <inkml:traceGroup>
          <inkml:annotationXML>
            <emma:emma xmlns:emma="http://www.w3.org/2003/04/emma" version="1.0">
              <emma:interpretation id="{F860B298-09B4-4D50-B34E-D0D53B302B57}" emma:medium="tactile" emma:mode="ink">
                <msink:context xmlns:msink="http://schemas.microsoft.com/ink/2010/main" type="inkWord" rotatedBoundingBox="13364,9685 13622,7424 14449,7518 14191,9779"/>
              </emma:interpretation>
              <emma:one-of disjunction-type="recognition" id="oneOf20">
                <emma:interpretation id="interp96" emma:lang="en-US" emma:confidence="0.5">
                  <emma:literal>(y</emma:literal>
                </emma:interpretation>
                <emma:interpretation id="interp97" emma:lang="en-US" emma:confidence="0">
                  <emma:literal>(Y</emma:literal>
                </emma:interpretation>
                <emma:interpretation id="interp98" emma:lang="en-US" emma:confidence="0">
                  <emma:literal>My</emma:literal>
                </emma:interpretation>
                <emma:interpretation id="interp99" emma:lang="en-US" emma:confidence="0">
                  <emma:literal>my</emma:literal>
                </emma:interpretation>
                <emma:interpretation id="interp100" emma:lang="en-US" emma:confidence="0">
                  <emma:literal>By</emma:literal>
                </emma:interpretation>
              </emma:one-of>
            </emma:emma>
          </inkml:annotationXML>
          <inkml:trace contextRef="#ctx0" brushRef="#br0" timeOffset="163181.2266">6934 7010,'0'0,"0"-25,0 76,-25-51,25 51,0-26,0 0,-26 1,26-1,0 1,0-1,0 0,0 1,26-26,-26 25,51 1,-51-1,25-25,0 0,1 0,-1 0,-25-51,26 51,-26-25,25 25,-25-26,25 1,-25 0,26-1,-26 1,0-1,0 1,0 0,25 25,-25-26,0 1,0-1,0 52,0-1,0 1,0-1,0 0,0 1,0 25,0-26,0 26,0 0,0-26,0 26,0 25,0-25,0 0,0-1,0 1,0 0,0 0,0 0,0-1,-25-24,25 25,0-26,-26 26,26-26,0 1,0-1,-25 0,25 1,0-1,0 1,-25-26,25 25,-26-25,1 0,-1-25,1-1,25 1,-25-26,25 26,0-1,0-25,0 26,0 0,0-1,50 1,-50-26,0 26,26-1,-26 1,25-26,-25 26,26-1,-26 1,25-1,0 1,1 0,-26-1,25 26,-25-25,26-1,-1 26,0 0,1 0</inkml:trace>
          <inkml:trace contextRef="#ctx0" brushRef="#br0" timeOffset="187254.4177">6934 6604,'-25'0,"-1"0,1 0,25 25,-25 1,-1 25,26-26,-25-25,25 25,-26 1,26 25,-25-26,0 0,-1 26,26-25,-25 24,-1-24,1 25,25-1,-25 1,-1 0,1 25,-1-25,26 0,-25 0,0-1,25 27,0-27,0 1,0 25,0 1,0-27,0 27,25-1,-25 0,0 26,51-52,-51 27,0-1,25 0,-25-25,0 0,0-1,0-24,26 25,-26-26,25 0,-25 1,25-1,1-25,-1 26,1-26,-1 0,0 0,1 0,25 0,-26 0,0-51</inkml:trace>
        </inkml:traceGroup>
        <inkml:traceGroup>
          <inkml:annotationXML>
            <emma:emma xmlns:emma="http://www.w3.org/2003/04/emma" version="1.0">
              <emma:interpretation id="{1F798B72-0CF2-4B38-8CE8-E6AB3ED774BA}" emma:medium="tactile" emma:mode="ink">
                <msink:context xmlns:msink="http://schemas.microsoft.com/ink/2010/main" type="inkWord" rotatedBoundingBox="14454,8677 14628,8175 14924,8278 14750,8780"/>
              </emma:interpretation>
              <emma:one-of disjunction-type="recognition" id="oneOf21">
                <emma:interpretation id="interp101" emma:lang="en-US" emma:confidence="0.5">
                  <emma:literal>Q</emma:literal>
                </emma:interpretation>
                <emma:interpretation id="interp102" emma:lang="en-US" emma:confidence="0">
                  <emma:literal>2</emma:literal>
                </emma:interpretation>
                <emma:interpretation id="interp103" emma:lang="en-US" emma:confidence="0">
                  <emma:literal>F</emma:literal>
                </emma:interpretation>
                <emma:interpretation id="interp104" emma:lang="en-US" emma:confidence="0">
                  <emma:literal>T</emma:literal>
                </emma:interpretation>
                <emma:interpretation id="interp105" emma:lang="en-US" emma:confidence="0">
                  <emma:literal>L</emma:literal>
                </emma:interpretation>
              </emma:one-of>
            </emma:emma>
          </inkml:annotationXML>
          <inkml:trace contextRef="#ctx0" brushRef="#br0" timeOffset="164029.4853">7696 7468,'-25'0,"-1"0,26 25,-25-25,0 0,25-25,0-1,0 1,25 25,0-26,1 26,-1 0,-25-25,26 25,-26 51,25-51,-25 25,0 1,0-1,0 0,-51 1,51-1,-25 26,25-26,-51 1,51-1,-51 1,51-1,0 0,-51-25,51 26,-25-26,25 25,-25-25,-1 0,1 0,25-25,0-1,0 1,25 25,-25-25,26 25,-1-26,0 26,1 0,-1 0,1 0,-1 0,-25 26,0-1,25-25,-25 25,0 1,26-26,-26 25,0 1,0-1,25-25,-25 25,0-50,0 0,0-1</inkml:trace>
        </inkml:traceGroup>
        <inkml:traceGroup>
          <inkml:annotationXML>
            <emma:emma xmlns:emma="http://www.w3.org/2003/04/emma" version="1.0">
              <emma:interpretation id="{D02D9A7D-FEE0-4868-A1B9-8F4FA5469236}" emma:medium="tactile" emma:mode="ink">
                <msink:context xmlns:msink="http://schemas.microsoft.com/ink/2010/main" type="inkWord" rotatedBoundingBox="15331,7680 16370,7662 16399,9387 15360,9404"/>
              </emma:interpretation>
              <emma:one-of disjunction-type="recognition" id="oneOf22">
                <emma:interpretation id="interp106" emma:lang="en-US" emma:confidence="0.5">
                  <emma:literal>-</emma:literal>
                </emma:interpretation>
                <emma:interpretation id="interp107" emma:lang="en-US" emma:confidence="0">
                  <emma:literal>_</emma:literal>
                </emma:interpretation>
                <emma:interpretation id="interp108" emma:lang="en-US" emma:confidence="0">
                  <emma:literal>.</emma:literal>
                </emma:interpretation>
                <emma:interpretation id="interp109" emma:lang="en-US" emma:confidence="0">
                  <emma:literal>,</emma:literal>
                </emma:interpretation>
                <emma:interpretation id="interp110" emma:lang="en-US" emma:confidence="0">
                  <emma:literal>~</emma:literal>
                </emma:interpretation>
              </emma:one-of>
            </emma:emma>
          </inkml:annotationXML>
          <inkml:trace contextRef="#ctx0" brushRef="#br0" timeOffset="165260.1697">8306 7417,'0'0,"0"-26,-26 26,52 0,25 0,-26 0,0 0,1 0,25-25,-26 25,0 0,1 0,-1-25,1 25,-1 0,-50 0,-1 0,26 25,-25-25,-1 0</inkml:trace>
        </inkml:traceGroup>
        <inkml:traceGroup>
          <inkml:annotationXML>
            <emma:emma xmlns:emma="http://www.w3.org/2003/04/emma" version="1.0">
              <emma:interpretation id="{FCBF55E3-F505-4459-BB62-4431341277CB}" emma:medium="tactile" emma:mode="ink">
                <msink:context xmlns:msink="http://schemas.microsoft.com/ink/2010/main" type="inkWord" rotatedBoundingBox="15487,9332 15838,7641 16523,7783 16171,9474"/>
              </emma:interpretation>
              <emma:one-of disjunction-type="recognition" id="oneOf23">
                <emma:interpretation id="interp111" emma:lang="en-US" emma:confidence="0.5">
                  <emma:literal>Bo:</emma:literal>
                </emma:interpretation>
                <emma:interpretation id="interp112" emma:lang="en-US" emma:confidence="0">
                  <emma:literal>(B.</emma:literal>
                </emma:interpretation>
                <emma:interpretation id="interp113" emma:lang="en-US" emma:confidence="0">
                  <emma:literal>AB.</emma:literal>
                </emma:interpretation>
                <emma:interpretation id="interp114" emma:lang="en-US" emma:confidence="0">
                  <emma:literal>$B.</emma:literal>
                </emma:interpretation>
                <emma:interpretation id="interp115" emma:lang="en-US" emma:confidence="0">
                  <emma:literal>Boo:</emma:literal>
                </emma:interpretation>
              </emma:one-of>
            </emma:emma>
          </inkml:annotationXML>
          <inkml:trace contextRef="#ctx0" brushRef="#br0" timeOffset="165861.2762">8992 7137,'0'-25,"0"0,0-1,-26 26,26 51,-25-51,25 25,0 26,0-25,-26 24,26-24,-25 25,25-1,-25 1,25 0,0-26,-26 26,26 0,0-26,-25 26,25-25,0 24,-26-24,26-1,0 1,0-1,-25 0,25 1,0-1,0 1,0-52,0-25,0 26,25-26,-25 26,0-1,26-24</inkml:trace>
          <inkml:trace contextRef="#ctx0" brushRef="#br0" timeOffset="166462.7189">8915 7087,'0'0,"26"-26,-26 1,25-1,-25 1,26 25,-26-25,25 25,0-26,1 26,-1 0,1 0,-26 26,0-1,0 26,-26-51,26 25,-51 1,51-1,-25 0,-26 1,51-1,-51 1,51-1,-25-25,25 25,25-25,26 0,-25 0,-1 0,0 0,1 0,-1 0,1 0,-1 0,-25 26,25-26,-25 25,0 1,0-1,0 0,-50 1,50-1,-26-25,26 26,-25-1,25 0,-51-25,26 26,-1-26,26 25,-25-25,-1 0,1 0,25-25,0-1,-25 26,25-25,50 25</inkml:trace>
          <inkml:trace contextRef="#ctx0" brushRef="#br0" timeOffset="167030.7513">9322 7569,'0'0,"-26"0,1 0,25 26,-25-26,25 25,-26 0,1 1,25-1,-26-25,26 26,0-1,0 0,26-25,-1 0,1-25,-26 0,25-26,0 51,-25-26,0 1,0 0,26 25,-26-26,0 1,-26 25,26-26</inkml:trace>
          <inkml:trace contextRef="#ctx0" brushRef="#br0" timeOffset="176189.0908">8865 6883,'0'-25,"25"25,-25-25,25 25,-25-26,-25 26,0 0,25 26,-26-26,1 25,25 0,-26 1,26-1,-25 1,25-1,-25 0,25 1,0-1,0 1,-26-1,26 0,0 1,0-1,0 1,-25-26,25 25,0 0,0 1,0-1,0 1,-26-1,26 0,0 1,0-1,0 1,0-1,0 0,0 1,-25-26,25 25,0 1,0-1,0 0,0 1,0-1,0 1,0-1,0 0,-25-25,25 26,0-1,0 1,0-1,0 0,0 1,0-1,0 1,0-1,0 0,0 1,0-1,0 1,0-1,0 0,0 1,0-1,0 1,0-1,0 0,25 1,-25-1,0 1,25-1,-25 0,0 1,26-1,-26 1,25-26,-25 25,26-25,-26 25,25-25,-25-50,0 24,0 1,0-26,0 26,0-26</inkml:trace>
        </inkml:traceGroup>
        <inkml:traceGroup>
          <inkml:annotationXML>
            <emma:emma xmlns:emma="http://www.w3.org/2003/04/emma" version="1.0">
              <emma:interpretation id="{F51B505B-3085-4630-A2A7-DEB7F8FA0C4D}" emma:medium="tactile" emma:mode="ink">
                <msink:context xmlns:msink="http://schemas.microsoft.com/ink/2010/main" type="inkWord" rotatedBoundingBox="16774,8387 16861,7885 17127,7930 17041,8432"/>
              </emma:interpretation>
              <emma:one-of disjunction-type="recognition" id="oneOf24">
                <emma:interpretation id="interp116" emma:lang="en-US" emma:confidence="0.5">
                  <emma:literal>+</emma:literal>
                </emma:interpretation>
                <emma:interpretation id="interp117" emma:lang="en-US" emma:confidence="0">
                  <emma:literal>Y</emma:literal>
                </emma:interpretation>
                <emma:interpretation id="interp118" emma:lang="en-US" emma:confidence="0">
                  <emma:literal>,</emma:literal>
                </emma:interpretation>
                <emma:interpretation id="interp119" emma:lang="en-US" emma:confidence="0">
                  <emma:literal>*</emma:literal>
                </emma:interpretation>
                <emma:interpretation id="interp120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168339.1571">9754 7290,'50'0,"-24"0,25 0,-26 0,0 0,1 0,-1 0,1 0,-26-26,25 26,-25-25</inkml:trace>
          <inkml:trace contextRef="#ctx0" brushRef="#br0" timeOffset="168708.4472">9881 7061,'0'-25,"0"50,0 1,0-1,0 0,0 1,0-1,0 1,0-1,0 0,0 1,0-1,0 1,-26-1,26 0,0 1,0-1,-25-25,25 26,0-1,0 0,0 1</inkml:trace>
        </inkml:traceGroup>
        <inkml:traceGroup>
          <inkml:annotationXML>
            <emma:emma xmlns:emma="http://www.w3.org/2003/04/emma" version="1.0">
              <emma:interpretation id="{A0BDB714-51FF-4358-914C-BAD9E2EB3B43}" emma:medium="tactile" emma:mode="ink">
                <msink:context xmlns:msink="http://schemas.microsoft.com/ink/2010/main" type="inkWord" rotatedBoundingBox="17018,7565 19563,7144 19932,9374 17387,9795"/>
              </emma:interpretation>
              <emma:one-of disjunction-type="recognition" id="oneOf25">
                <emma:interpretation id="interp121" emma:lang="en-US" emma:confidence="0.5">
                  <emma:literal>$insB</emma:literal>
                </emma:interpretation>
                <emma:interpretation id="interp122" emma:lang="en-US" emma:confidence="0">
                  <emma:literal>$imsB</emma:literal>
                </emma:interpretation>
                <emma:interpretation id="interp123" emma:lang="en-US" emma:confidence="0">
                  <emma:literal>$mnsB)</emma:literal>
                </emma:interpretation>
                <emma:interpretation id="interp124" emma:lang="en-US" emma:confidence="0">
                  <emma:literal>$insB)</emma:literal>
                </emma:interpretation>
                <emma:interpretation id="interp125" emma:lang="en-US" emma:confidence="0">
                  <emma:literal>$imsB)</emma:literal>
                </emma:interpretation>
              </emma:one-of>
            </emma:emma>
          </inkml:annotationXML>
          <inkml:trace contextRef="#ctx0" brushRef="#br0" timeOffset="169161.0276">10465 7137,'-51'0,"51"26,-25-1,-1 1,26-1,0 0,0 1,-25-1,25 1,0 24,0-24,-26-1,26 1,0 24,-25-24,25-1,-25 26,25-26,-26 1,26 25,-25-26,25 0,0 1,-26-1,26 1,-25-1,25 0,0 1,0-52,0-24,0 24,0-25,25 26</inkml:trace>
          <inkml:trace contextRef="#ctx0" brushRef="#br0" timeOffset="169779.0341">10439 7112,'0'0,"0"-25,0-1,0 1,26 25,-1 0,1 0,-1 0,0 0,-25 25,0 1,-25-1,25 0,-51 1,26-1,-1 1,-24-1,24 0,1 1,-1-26,1 25,25 1,-25-26,25 25,25-25,0 0,1 0,-1 0,1 0,-1 0,-25-25,25 25,1 0,-1 0,1 25,-26 0,0 1,0-1,0 1,-26-26,26 25,0 0,-51-25,51 26,-25-26,25 25,-25-25,25 26,-26-26,1 0,-1 0,26-26,0 1,51-1</inkml:trace>
          <inkml:trace contextRef="#ctx0" brushRef="#br0" timeOffset="170179.7121">10668 7544,'0'0,"25"25,-25 1,0-1,0 0,0 1,0-1,-25-25,25 26,-25-1,25 0,0 1,0-1,0 1,-26-26,26 25,0 0,-25 1,25-1,-26 1,26-52,0 1</inkml:trace>
          <inkml:trace contextRef="#ctx0" brushRef="#br0" timeOffset="171148.1059">10973 7214,'0'-26,"0"1,25 25,1 0,-1 0,-25-26,25 26,1 0,-26 51,25-25,-25-1,0 0,0 1,0-1,0 1,-51-1,26 0,0 1,-26-26,51 25,-26-25,1 0,25 26,-25-26,-1 0,26 25,51-76,-26 26,1-1,-26 1,25 0,1 25,-1-26,-25 1,25 25,1-26,-26 1,25 25,1-25,-1-1,0 26,-25-25,26 25,-26-26,25 26,-25-25,0 50,-25-25,25 26,-26 25,26-26,-25 0,25 1,-25-1,25 1,-26-1,26 0,-25 1,25-1,0 1,0-1,0 0,51-25,-26 0,0 0,1 0,-26-25,25 25,-25-25,26 25,-26-26,25 26,-25-25,25 25,-25-26</inkml:trace>
          <inkml:trace contextRef="#ctx0" brushRef="#br0" timeOffset="171876.3939">11532 7493,'0'0,"-26"0,1 0,-1 0,26-25,26 25,-1 0,1 0,-1 0,-25 25,0 0,-51 26,51-25,-25-1,-1 0,26 1,-25-1,25 1,-25-26,25 25,0 0,25-25,0 0,1 0,-1 0,1 0,-26-25,25 25,0 0,1 0,-1 0,1 0,-26-25</inkml:trace>
          <inkml:trace contextRef="#ctx0" brushRef="#br0" timeOffset="177445.26">11811 6756,'0'-25,"0"0,0 75,25-50,1 0,-26 51,25-51,-25 26,26-1,-26 0,25 1,-25-1,0 26,25-26,-25 1,0-1,26 1,-26-1,0 0,0 26,0-25,25-1,-25 0,0 1,0-1,0 1,0-1,0 0,0 1,0 25,0-26,0 0,0 26,0-25,-25-1,25 26,0-26,-26 1,26 24,0-24,-25-1,25 1,0-1,-25 0,25 1,0-1,0 1,0-1,-26 0,26 1,-25-1,25 1,-26-26,26 25,-25-25,0 0,25 25,-26-25,1 26,-1-1,26 1,-25-26,25 25,-25-25,25-51,0 26,0-1,0 1,0 0,0-1</inkml:trace>
          <inkml:trace contextRef="#ctx0" brushRef="#br0" timeOffset="184539.6668">11913 6401,'25'-26,"0"26,26 0,-25 0,-1 0,0 0,-25 26,0-1,26-25,-26 26,0-1,0 0,0 1,0-1,0 1,-51-26,51 25,-25 0,25 1,-26-1,26 1,-51-1,51 0,-25 1,0-26,25 25,-26 1,52-26,24 0,-24-26,-1 26,1 0,-1 0,0 0,1-25,-1 25,1 0,-26-26,25 26,0-25,1 25</inkml:trace>
          <inkml:trace contextRef="#ctx0" brushRef="#br0" timeOffset="185996.4407">12497 6604,'0'25,"25"-25,-25 26,0-1,51 1,-51-1,0 0,0 1,0 25,0-1,0 1,25 0,-25 0,0 25,0-25,0 0,0 25,0-25,-25 25,25-25,0-1,-25 27,25-27,-26 1,26 0,-25 0,-1 0,1 25,25-51,-25 26,-1 0,1 0,-1-1,1-24,0 25,-1-1,1-24,-26 25,26-1,-26-24,0 25,0-1,0-24,1-1,-1 26,0-26,0 1,0-26,1 25,-1-25</inkml:trace>
        </inkml:traceGroup>
        <inkml:traceGroup>
          <inkml:annotationXML>
            <emma:emma xmlns:emma="http://www.w3.org/2003/04/emma" version="1.0">
              <emma:interpretation id="{17DA0933-04CC-4168-AE11-C1DE0B0CFE1A}" emma:medium="tactile" emma:mode="ink">
                <msink:context xmlns:msink="http://schemas.microsoft.com/ink/2010/main" type="inkWord" rotatedBoundingBox="20136,7902 20543,7895 20554,8556 20147,8563"/>
              </emma:interpretation>
              <emma:one-of disjunction-type="recognition" id="oneOf26">
                <emma:interpretation id="interp126" emma:lang="en-US" emma:confidence="0.5">
                  <emma:literal>t....</emma:literal>
                </emma:interpretation>
                <emma:interpretation id="interp127" emma:lang="en-US" emma:confidence="0">
                  <emma:literal>t...</emma:literal>
                </emma:interpretation>
                <emma:interpretation id="interp128" emma:lang="en-US" emma:confidence="0">
                  <emma:literal>to...</emma:literal>
                </emma:interpretation>
                <emma:interpretation id="interp129" emma:lang="en-US" emma:confidence="0">
                  <emma:literal>L....</emma:literal>
                </emma:interpretation>
                <emma:interpretation id="interp130" emma:lang="en-US" emma:confidence="0">
                  <emma:literal>1....</emma:literal>
                </emma:interpretation>
              </emma:one-of>
            </emma:emma>
          </inkml:annotationXML>
          <inkml:trace contextRef="#ctx0" brushRef="#br0" timeOffset="188522.3774">13106 7366,'-25'0,"50"0,1 0,-1 0,1 0,-1 0,0 0,1 0,-1 0,1 0,-1 0,0-25,1 25,-1 0,1-26,-1 26,0 0,-25-25</inkml:trace>
          <inkml:trace contextRef="#ctx0" brushRef="#br0" timeOffset="188838.4092">13310 7087,'0'-26,"-26"1,26 76,0-26,0 0,0 1,0-1,0 1,0-1,0 0,0 1,26-1,-26 1,0-1,0 0,25 1,-25-1,0 1,0-1,0 0,0 1,0-1,0 1,0-1,0 0,0 1,0-1</inkml:trace>
          <inkml:trace contextRef="#ctx0" brushRef="#br0" timeOffset="189439.2371">14249 7671,'-25'0,"50"0,1 0,25 0</inkml:trace>
          <inkml:trace contextRef="#ctx0" brushRef="#br0" timeOffset="189639.7107">14834 7595,'25'25,"0"-25</inkml:trace>
          <inkml:trace contextRef="#ctx0" brushRef="#br0" timeOffset="189824.4581">15367 7569,'0'26,"25"-26</inkml:trace>
          <inkml:trace contextRef="#ctx0" brushRef="#br0" timeOffset="190024.743">16154 7569,'26'0,"-26"26,0-1,25-25,-25 25,26-25</inkml:trace>
        </inkml:traceGroup>
      </inkml:traceGroup>
    </inkml:traceGroup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5:26:03.43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D48A750-225E-4A2E-AF70-359456E4C354}" emma:medium="tactile" emma:mode="ink">
          <msink:context xmlns:msink="http://schemas.microsoft.com/ink/2010/main" type="writingRegion" rotatedBoundingBox="4459,13319 4582,18149 3679,18172 3556,13342"/>
        </emma:interpretation>
      </emma:emma>
    </inkml:annotationXML>
    <inkml:traceGroup>
      <inkml:annotationXML>
        <emma:emma xmlns:emma="http://www.w3.org/2003/04/emma" version="1.0">
          <emma:interpretation id="{7066796D-F46D-436C-8E8E-C516F3725BDB}" emma:medium="tactile" emma:mode="ink">
            <msink:context xmlns:msink="http://schemas.microsoft.com/ink/2010/main" type="paragraph" rotatedBoundingBox="4459,13319 4582,18149 3679,18172 3556,133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5CE4F99-4B0A-4B60-9EE3-66256D1620E1}" emma:medium="tactile" emma:mode="ink">
              <msink:context xmlns:msink="http://schemas.microsoft.com/ink/2010/main" type="line" rotatedBoundingBox="4459,13319 4582,18149 3679,18172 3556,13342"/>
            </emma:interpretation>
          </emma:emma>
        </inkml:annotationXML>
        <inkml:traceGroup>
          <inkml:annotationXML>
            <emma:emma xmlns:emma="http://www.w3.org/2003/04/emma" version="1.0">
              <emma:interpretation id="{6303CE58-BCB0-4143-BD00-260617C0E510}" emma:medium="tactile" emma:mode="ink">
                <msink:context xmlns:msink="http://schemas.microsoft.com/ink/2010/main" type="inkWord" rotatedBoundingBox="4495,14740 4582,18149 3679,18172 3592,14763"/>
              </emma:interpretation>
              <emma:one-of disjunction-type="recognition" id="oneOf0">
                <emma:interpretation id="interp0" emma:lang="en-US" emma:confidence="0.5">
                  <emma:literal>sis</emma:literal>
                </emma:interpretation>
                <emma:interpretation id="interp1" emma:lang="en-US" emma:confidence="0">
                  <emma:literal>sis'</emma:literal>
                </emma:interpretation>
                <emma:interpretation id="interp2" emma:lang="en-US" emma:confidence="0">
                  <emma:literal>sis/</emma:literal>
                </emma:interpretation>
                <emma:interpretation id="interp3" emma:lang="en-US" emma:confidence="0">
                  <emma:literal>-sis</emma:literal>
                </emma:interpretation>
                <emma:interpretation id="interp4" emma:lang="en-US" emma:confidence="0">
                  <emma:literal>-sis/</emma:literal>
                </emma:interpretation>
              </emma:one-of>
            </emma:emma>
          </inkml:annotationXML>
          <inkml:trace contextRef="#ctx0" brushRef="#br0">26 1346,'0'-25,"0"50,-26-25,26 51,-25-51,25 25,0 1,-26-1,26 1,-25-1,25 0,-25 1,25-1,-26-25,26 26,0-52,26 26,-26-25,0-1,25 26,-25-25,25 0,1-1,-1 1,-25-1,26 26,-26-25,25 25,-25-25,25 25,-25-26,26 26,-26 26,25-26,-25 25,26-25,-26 25,25 1,-25-1,25 1,-25-1,0 0,0 1,26-26,-26-26,0 1</inkml:trace>
          <inkml:trace contextRef="#ctx0" brushRef="#br0" timeOffset="-1314.2392">-228 1905,'0'-25,"25"25,0-26,-25 1,26 25,-26-26,25 26,1 0,-26-25,25 25,-25 25,25-25,-25 26,0-1,0 1,0-1,0 0,0 1,0-1,0 1,0-1,0 0,0 1,26-26,-1 0,1 0,-1-26,0 1,1 0,-1-1,-25 1,26-1,-26 1,0 0,0-1,0 1,0-1,0 52,0-1,0 1,0-1,0 0,0 1,0-1,0 1,0-1,0 0,0 1,0 25,0-26,0 0,0 26,0-25,0 24,0-24,0 25,0-26,0 26,0-26,0 26,0-26,0 26,-26 0,26-26,0 26,-25 0,25-26,0 26,0 0,-26-26,26 1,0-1,0 1,-25-1,25 0,0 1,0-1,-25-25,-1 0,26-25,-25-1,25-24,-26 24,26 1,0-1,0-24,0 24,0 1,0-1,0-24,0 24,0 1,26-26,-26 26,0-26,25 25,-25 1,51 0,-51-26,25 25,1 1,-26 0,25-1,1 26,-26-25,25-1,-25 1,25 25,-25-25,26 25,-26-26,25 26,-25-25</inkml:trace>
          <inkml:trace contextRef="#ctx0" brushRef="#br0" timeOffset="28843.2469">203 3429,'-25'0,"50"0,1 0,-1-25,1 25,-1-26,0 26,1 0,-1 0,26-25,-26 25,1-26,25 26,-26-25,0 25,1 0,-1-25,1 25,-1 0,0 0,-25 25,0 0,-25-25,25 26,0-1,-25-25,25-25</inkml:trace>
          <inkml:trace contextRef="#ctx0" brushRef="#br0" timeOffset="-118606.2419">0 25,'26'0,"-26"-25</inkml:trace>
          <inkml:trace contextRef="#ctx0" brushRef="#br0" timeOffset="-116702.2477">-76 76,'25'-51,"1"51,-26-25,25 25,-25-25,26 25,-26-26,0 1,25-1,-25 52,0-1,0 1,0-1,0 0,0 1,0-1,0 1,0-1,0 0,0 1,0-1,25 1,-25-1,26 0,-1-25,1 0,-1 0,-25-25,0 0,25 25,-25-26,0 1,0-1,26 26,-26-25,25 0,1-1,-1 26,-25-25,25 25,-25-26,26 26,-26-25,0 0,0-1,-26 52,26-1,0 0,0 1,0-1,0 1,0-1,0 0,0 1,0-1,0 1,26-1,-26 0,25 1,-25-1,0 1,26-26,-26 25,0 0,0 1,0-1,25 26,-25-26,0 1,0-1,0 1,25-1,-25 0,0 1,0-1,0 1,0-1,0 0,0 1,0-1,-25 1,25-1,-25 0,25 1,-26-1,1-25,25 26,-26-26,1 25,0-76,25 0,0 26,-26 0,26-1,0 1,-25-1,25 1,0 0,-26-26,26 25,0 1,-25 25,25-25,0-1,0 1,25-1,26 1,-25 0,-1-1,0 26,1-25,-1-1,1 26,-26-25,25 25,0 0,1 0,-1 0,1 0</inkml:trace>
        </inkml:traceGroup>
        <inkml:traceGroup>
          <inkml:annotationXML>
            <emma:emma xmlns:emma="http://www.w3.org/2003/04/emma" version="1.0">
              <emma:interpretation id="{0E8F0772-A30C-479C-92B3-8FCA2E4EBF86}" emma:medium="tactile" emma:mode="ink">
                <msink:context xmlns:msink="http://schemas.microsoft.com/ink/2010/main" type="inkWord" rotatedBoundingBox="3891,18143 4003,17163 4388,17206 4277,18187"/>
              </emma:interpretation>
              <emma:one-of disjunction-type="recognition" id="oneOf1">
                <emma:interpretation id="interp5" emma:lang="en-US" emma:confidence="0.5">
                  <emma:literal>.</emma:literal>
                </emma:interpretation>
                <emma:interpretation id="interp6" emma:lang="en-US" emma:confidence="0">
                  <emma:literal>B</emma:literal>
                </emma:interpretation>
                <emma:interpretation id="interp7" emma:lang="en-US" emma:confidence="0">
                  <emma:literal>,</emma:literal>
                </emma:interpretation>
                <emma:interpretation id="interp8" emma:lang="en-US" emma:confidence="0">
                  <emma:literal>n</emma:literal>
                </emma:interpretation>
                <emma:interpretation id="interp9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28199.7193">229 3734,'0'25,"-26"-25,26 26,-25-1,25 0,-25 1,25-1,0 1,0-1,0 0,0 1,25-26,0 0,1 0,-1 0,1 0,-1 0,-25-26,25 26,1-25,-1 25,-25-25,26 25,-26-26,25 1,0-1,-25 1,26 25,-26-25,0 50,0 0,0 1,0-1,0 1,0-1,0 0,0 1,0-1,0 1,0 24,0-24,0-1,0 26,0 0,0-26,0 26,0 0,0-26,-26 26,26 0,0-26,0 1,-25 24,25-24,-25-1,25 1,-26-26,26 25,-25-25,-1 25,1-25,0 0,-1 0,1 0,-1 0,1-25,0 0,25-1,-26 26,26-25,-25-1,25 1,0 0,0-1,0 1,0-1,0 1,51 0,-51-1,0 1,25-1,0 1,-25 0,26 25,-1-26,1 1,-26-1,25 26,-25-25,25 25,1-25,-26-1,25 1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5:24:07.54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A12B1F15-7E28-4E1E-99C7-A87C896C8372}" emma:medium="tactile" emma:mode="ink">
          <msink:context xmlns:msink="http://schemas.microsoft.com/ink/2010/main" type="writingRegion" rotatedBoundingBox="4604,12990 16450,12599 16615,17610 4770,18001"/>
        </emma:interpretation>
      </emma:emma>
    </inkml:annotationXML>
    <inkml:traceGroup>
      <inkml:annotationXML>
        <emma:emma xmlns:emma="http://www.w3.org/2003/04/emma" version="1.0">
          <emma:interpretation id="{F42D353F-FCD6-43CF-BC07-27FA1799FF8D}" emma:medium="tactile" emma:mode="ink">
            <msink:context xmlns:msink="http://schemas.microsoft.com/ink/2010/main" type="paragraph" rotatedBoundingBox="4616,12895 10305,12836 10319,14144 4629,142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5F02EE8-0C44-4FC2-BF26-D54FFF74BA9C}" emma:medium="tactile" emma:mode="ink">
              <msink:context xmlns:msink="http://schemas.microsoft.com/ink/2010/main" type="inkBullet" rotatedBoundingBox="4622,13512 4647,13511 4648,13537 4623,13538"/>
            </emma:interpretation>
            <emma:one-of disjunction-type="recognition" id="oneOf0">
              <emma:interpretation id="interp0" emma:lang="en-US" emma:confidence="0">
                <emma:literal>.</emma:literal>
              </emma:interpretation>
              <emma:interpretation id="interp1" emma:lang="en-US" emma:confidence="0">
                <emma:literal>r</emma:literal>
              </emma:interpretation>
              <emma:interpretation id="interp2" emma:lang="en-US" emma:confidence="0">
                <emma:literal>-</emma:literal>
              </emma:interpretation>
              <emma:interpretation id="interp3" emma:lang="en-US" emma:confidence="0">
                <emma:literal>,</emma:literal>
              </emma:interpretation>
              <emma:interpretation id="interp4" emma:lang="en-US" emma:confidence="0">
                <emma:literal>:</emma:literal>
              </emma:interpretation>
            </emma:one-of>
          </emma:emma>
        </inkml:annotationXML>
        <inkml:trace contextRef="#ctx0" brushRef="#br0">788 102,'0'0,"0"-26,25 26</inkml:trace>
      </inkml:traceGroup>
      <inkml:traceGroup>
        <inkml:annotationXML>
          <emma:emma xmlns:emma="http://www.w3.org/2003/04/emma" version="1.0">
            <emma:interpretation id="{AB5F48CE-F7B8-4CCE-99CE-B9EA582B2D6B}" emma:medium="tactile" emma:mode="ink">
              <msink:context xmlns:msink="http://schemas.microsoft.com/ink/2010/main" type="line" rotatedBoundingBox="4663,12895 10305,12836 10319,14144 4676,14203"/>
            </emma:interpretation>
          </emma:emma>
        </inkml:annotationXML>
        <inkml:traceGroup>
          <inkml:annotationXML>
            <emma:emma xmlns:emma="http://www.w3.org/2003/04/emma" version="1.0">
              <emma:interpretation id="{099CE8A0-B156-400C-BA4C-F25ADF60CB85}" emma:medium="tactile" emma:mode="ink">
                <msink:context xmlns:msink="http://schemas.microsoft.com/ink/2010/main" type="inkWord" rotatedBoundingBox="4671,13665 4849,13663 4852,13892 4673,13894"/>
              </emma:interpretation>
              <emma:one-of disjunction-type="recognition" id="oneOf1">
                <emma:interpretation id="interp5" emma:lang="en-US" emma:confidence="0.5">
                  <emma:literal>.</emma:literal>
                </emma:interpretation>
                <emma:interpretation id="interp6" emma:lang="en-US" emma:confidence="0">
                  <emma:literal>u</emma:literal>
                </emma:interpretation>
                <emma:interpretation id="interp7" emma:lang="en-US" emma:confidence="0">
                  <emma:literal>L</emma:literal>
                </emma:interpretation>
                <emma:interpretation id="interp8" emma:lang="en-US" emma:confidence="0">
                  <emma:literal>b</emma:literal>
                </emma:interpretation>
                <emma:interpretation id="interp9" emma:lang="en-US" emma:confidence="0">
                  <emma:literal>U</emma:literal>
                </emma:interpretation>
              </emma:one-of>
            </emma:emma>
          </inkml:annotationXML>
          <inkml:trace contextRef="#ctx0" brushRef="#br0" timeOffset="-267.9774">838 229,'0'25,"0"0,0 1,0-1,0 1,0-1,26 0,-26 1,0-1,25-25,1 0,-1 0,0-25,1 25,-26-51,25 51,-25-25</inkml:trace>
        </inkml:traceGroup>
        <inkml:traceGroup>
          <inkml:annotationXML>
            <emma:emma xmlns:emma="http://www.w3.org/2003/04/emma" version="1.0">
              <emma:interpretation id="{65E0368A-A903-411B-9BD2-37C4499BCD82}" emma:medium="tactile" emma:mode="ink">
                <msink:context xmlns:msink="http://schemas.microsoft.com/ink/2010/main" type="inkWord" rotatedBoundingBox="5478,12886 9010,12849 9018,13671 5487,13707"/>
              </emma:interpretation>
              <emma:one-of disjunction-type="recognition" id="oneOf2">
                <emma:interpretation id="interp10" emma:lang="en-US" emma:confidence="0.5">
                  <emma:literal>-actual</emma:literal>
                </emma:interpretation>
                <emma:interpretation id="interp11" emma:lang="en-US" emma:confidence="0">
                  <emma:literal>-actuals</emma:literal>
                </emma:interpretation>
                <emma:interpretation id="interp12" emma:lang="en-US" emma:confidence="0">
                  <emma:literal>-actuate</emma:literal>
                </emma:interpretation>
                <emma:interpretation id="interp13" emma:lang="en-US" emma:confidence="0">
                  <emma:literal>tactual</emma:literal>
                </emma:interpretation>
                <emma:interpretation id="interp14" emma:lang="en-US" emma:confidence="0">
                  <emma:literal>factual</emma:literal>
                </emma:interpretation>
              </emma:one-of>
            </emma:emma>
          </inkml:annotationXML>
          <inkml:trace contextRef="#ctx0" brushRef="#br0" timeOffset="3718.9627">2794 76,'0'-25,"-25"25,-1-26,1 26,0 0,-1 0,1 0,-1 0,1 26,0-26,25 25,-26 1,26-1,-25-25,25 25,0 1,51-26,-51 25,25-25,0 0,1 0,-1 0,1 0,-1 0,-25-25,25 25,1-26,-1 1,-25 0,26 25,-26-26,0 1,0-1,0 1,0 50,0 1,0-1,0 1,25-26,-25 25,25 0,1-25,-1 0,1 0,-26 26,25-26,-25-51,25 51</inkml:trace>
          <inkml:trace contextRef="#ctx0" brushRef="#br0" timeOffset="4273.7188">3302 0,'0'-25,"-25"25,-1 25,-24-25,24 25,1 1,-1-26,26 25,0 1,-25-26,25 25,0 0,0 1,51-26,-51 25,25 1,1-26,-26 25,50-25,-24 0,-1 0,1 0,-1 0,0-25,1 25,-1-26,-25-25,26 26,-26 0</inkml:trace>
          <inkml:trace contextRef="#ctx0" brushRef="#br0" timeOffset="4785.1134">3607-356,'0'-25,"0"0,0-1,0 52,0-1,0 26,0-26,0 1,-25-26,25 25,0 0,0 1,0-1,0 1,0-1,0 0,0 1,0 25,0-26,0 0,0 1,0-1,25 1,-25-1,0 0,0 1,25-1,-25 1,26-26,-1 0,1 0,-1-26,0 26,-25-25,26 25,-1-51,-25 26,0-1,0 1,0-1,0 1,0 0,-25-1</inkml:trace>
          <inkml:trace contextRef="#ctx0" brushRef="#br0" timeOffset="4975.2746">3607-76,'-25'0,"50"0,0 0,1 0,-1 0</inkml:trace>
          <inkml:trace contextRef="#ctx0" brushRef="#br0" timeOffset="5676.8986">4064-51,'0'-25,"-25"25,25 25,0 1,-26 24,26-24,0-1,0 1,0-1,0 0,0 1,0-1,26-25,-1 0,1 0,-1-51,0 51,-25-50,26 50,-26-26,0 1,25-1,-25 1,0 0,0-1,0 1,0-1,26 26,-26 26,0-1,25-25,-25 26,0-1,25 0,-25 1,26-1,-26 1,25-26,-25 25,26-25,-1 0,0-25,1 25,-26-26,25 26</inkml:trace>
          <inkml:trace contextRef="#ctx0" brushRef="#br0" timeOffset="6562.812">4725-51,'0'-25,"-26"25,1 0,-1 0,1 0,0 0,-1 0,26 25,-25-25,-1 26,1-26,25 25,0 0,0 1,0-1,0 1,0-1,0 0,25-25,1 0,-26-25,25 25,-25-25,26-1,-26 1,25 25,-25-26,25 26,1 0,-1 0,1 26,-1-26,-25 25,25-25,-25 26,0-1,26-25,-1 0,1 0,-26-25,25-1,-25 1,25 25,-25-51,26 26,-1-1,-25 1,26-1,-26 1,25-26,-25 26,25-1,-25 1,0-26,0 26,0-26,0 26,0-1,0 1,0-1,0 1,0 0,-25 25,25-26,-25 26,25-25,0 76,0-26,0 0,0 1,0-1,0 1,-26-1,26 26,0-26,0 1,0 24,0-24,0-1,0 1,0 24,0-24,26-1,-26 1,0-1,50 0,-50 1,26-1,-26 1,25-26,1 25,-1-25,0 0,1-51</inkml:trace>
          <inkml:trace contextRef="#ctx0" brushRef="#br0" timeOffset="1197.8101">1677 127,'-26'0,"52"0,-1 0,0 0,1 0,-1 0,1 0,-1 0,-50 0,-1 0,52 0,-1 0</inkml:trace>
        </inkml:traceGroup>
        <inkml:traceGroup>
          <inkml:annotationXML>
            <emma:emma xmlns:emma="http://www.w3.org/2003/04/emma" version="1.0">
              <emma:interpretation id="{1DEFD8BE-6F4F-4B13-8898-BFBD92DE4285}" emma:medium="tactile" emma:mode="ink">
                <msink:context xmlns:msink="http://schemas.microsoft.com/ink/2010/main" type="inkWord" rotatedBoundingBox="9675,13185 10309,13178 10319,14144 9685,14151"/>
              </emma:interpretation>
              <emma:one-of disjunction-type="recognition" id="oneOf3">
                <emma:interpretation id="interp15" emma:lang="en-US" emma:confidence="0.5">
                  <emma:literal>y</emma:literal>
                </emma:interpretation>
                <emma:interpretation id="interp16" emma:lang="en-US" emma:confidence="0">
                  <emma:literal>Y</emma:literal>
                </emma:interpretation>
                <emma:interpretation id="interp17" emma:lang="en-US" emma:confidence="0">
                  <emma:literal>z</emma:literal>
                </emma:interpretation>
                <emma:interpretation id="interp18" emma:lang="en-US" emma:confidence="0">
                  <emma:literal>Z</emma:literal>
                </emma:interpretation>
                <emma:interpretation id="interp19" emma:lang="en-US" emma:confidence="0">
                  <emma:literal>J</emma:literal>
                </emma:interpretation>
              </emma:one-of>
            </emma:emma>
          </inkml:annotationXML>
          <inkml:trace contextRef="#ctx0" brushRef="#br0" timeOffset="7811.4668">5842-152,'0'-26,"0"77,0-26,26-25,-26 26,0-1,25 1,-25-1,25-25,-25 25,26-25,-26 26,25-26,1 0,-1 0,0 0,1 0,-1-26,1 26,-26-50,25 24,-25 1,25-1,-25 1,0 0,0-1,0 1,0-1,0 1,0 50,26 26,-26-25,25-1,-25 0,26 1,-26-1,0 1,0 24,25-24,-25 25,0-26,0 26,25-26,-25 26,0-26,0 26,0 0,0-26,0 1,0-1,0 26,0-26,0 1,0-1,0 1,0-1,0 0,0 1,-25-26,0 25,-1-25,1 0,-1 0,26-25,-25 25,0-26,25 1,-26 25,26-25,0-1,0 1,0-1,0 1,0 0,0-26,0 25,51 1,-51-26,25 26,-25-26,26 26,-26-1,51 1,-26-1,0 1,1 0,-1 25,-25-26,26 26,-26-25,25 25,0 0,-25-26,26 26,-1 0</inkml:trace>
        </inkml:traceGroup>
      </inkml:traceGroup>
    </inkml:traceGroup>
    <inkml:traceGroup>
      <inkml:annotationXML>
        <emma:emma xmlns:emma="http://www.w3.org/2003/04/emma" version="1.0">
          <emma:interpretation id="{A00A3838-6087-4A7B-9265-2B2C0F4FC580}" emma:medium="tactile" emma:mode="ink">
            <msink:context xmlns:msink="http://schemas.microsoft.com/ink/2010/main" type="paragraph" rotatedBoundingBox="4721,14552 12296,14283 12351,15829 4775,160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35AB731-02C2-473A-8779-6B415DEF2A8E}" emma:medium="tactile" emma:mode="ink">
              <msink:context xmlns:msink="http://schemas.microsoft.com/ink/2010/main" type="inkBullet" rotatedBoundingBox="4742,15152 5431,15128 5444,15483 4755,15508"/>
            </emma:interpretation>
            <emma:one-of disjunction-type="recognition" id="oneOf4">
              <emma:interpretation id="interp20" emma:lang="en-US" emma:confidence="0">
                <emma:literal>x</emma:literal>
              </emma:interpretation>
              <emma:interpretation id="interp21" emma:lang="en-US" emma:confidence="0">
                <emma:literal>y</emma:literal>
              </emma:interpretation>
              <emma:interpretation id="interp22" emma:lang="en-US" emma:confidence="0">
                <emma:literal>o</emma:literal>
              </emma:interpretation>
              <emma:interpretation id="interp23" emma:lang="en-US" emma:confidence="0">
                <emma:literal>(</emma:literal>
              </emma:interpretation>
              <emma:interpretation id="interp24" emma:lang="en-US" emma:confidence="0">
                <emma:literal>0</emma:literal>
              </emma:interpretation>
            </emma:one-of>
          </emma:emma>
        </inkml:annotationXML>
        <inkml:trace contextRef="#ctx0" brushRef="#br0" timeOffset="116913.4389">965 1956,'0'-26,"0"52,-25-52,0 26,25-25,25 25,0 0,1 0,-1 0,1 0,-1 0,0 0,1 0,-1 0,1-25,24 25,-24 0,-1-26,1 26,-1-25,0 25,1 0,-1 0,1 0,-26-26,25 26,0 0,-25 26</inkml:trace>
        <inkml:trace contextRef="#ctx0" brushRef="#br0" timeOffset="117517.7793">1296 1753,'0'-26,"25"1,26 25,-51 25,25-25,1 26,-1-26,0 0,1 25,-1-25,1 0,-1 0,0 0,-25 25,0 1,0-1,-50-25,50 26,-26-26,26 25,-25-25,-1 25,1-25,25 26,-25-26,25 25,-26-25,26 26,-25-26,25 25,-26-25,26 25,-25-25</inkml:trace>
      </inkml:traceGroup>
      <inkml:traceGroup>
        <inkml:annotationXML>
          <emma:emma xmlns:emma="http://www.w3.org/2003/04/emma" version="1.0">
            <emma:interpretation id="{85B8E168-56CE-4971-A24C-5C01170FBFB8}" emma:medium="tactile" emma:mode="ink">
              <msink:context xmlns:msink="http://schemas.microsoft.com/ink/2010/main" type="line" rotatedBoundingBox="6381,14493 12296,14283 12351,15829 6436,16039"/>
            </emma:interpretation>
          </emma:emma>
        </inkml:annotationXML>
        <inkml:traceGroup>
          <inkml:annotationXML>
            <emma:emma xmlns:emma="http://www.w3.org/2003/04/emma" version="1.0">
              <emma:interpretation id="{DBEF355D-5B88-4162-A68C-4BF638769603}" emma:medium="tactile" emma:mode="ink">
                <msink:context xmlns:msink="http://schemas.microsoft.com/ink/2010/main" type="inkWord" rotatedBoundingBox="6381,14493 10594,14343 10643,15727 6430,15876"/>
              </emma:interpretation>
              <emma:one-of disjunction-type="recognition" id="oneOf5">
                <emma:interpretation id="interp25" emma:lang="en-US" emma:confidence="0.5">
                  <emma:literal>predicted</emma:literal>
                </emma:interpretation>
                <emma:interpretation id="interp26" emma:lang="en-US" emma:confidence="0.5">
                  <emma:literal>predicter d</emma:literal>
                </emma:interpretation>
                <emma:interpretation id="interp27" emma:lang="en-US" emma:confidence="0.5">
                  <emma:literal>p predicted</emma:literal>
                </emma:interpretation>
                <emma:interpretation id="interp28" emma:lang="en-US" emma:confidence="0">
                  <emma:literal>p reedited</emma:literal>
                </emma:interpretation>
                <emma:interpretation id="interp29" emma:lang="en-US" emma:confidence="0">
                  <emma:literal>p Predicted</emma:literal>
                </emma:interpretation>
              </emma:one-of>
            </emma:emma>
          </inkml:annotationXML>
          <inkml:trace contextRef="#ctx0" brushRef="#br0" timeOffset="121824.9463">2718 1702,'0'-26,"0"1,0 76,0-26,-25 1,25-1,0 0,0 1,0-1,-26 1,26-1,0 0,0 1,0 25,0-26,0 0,0 26,0-25,0-1,0 0,0 1,0-1,0 1,0-1,0 0,0 1,0-1,0 1,0-1,0 0,-25-25,25-25,-26 25,26-25,0-1,0 1,-25-1,25 1,0 0,0-1,0 1,0-1,0 1,0 0,0-1,0 1,0-1,0 1,0 0,25-1,-25 1,0-1,0 1,26 0,-26-1,0 1,25-1,-25 1,0 0,0-1,0 1,0-1,26 26,-26-25,0 0,25 25,-25-26,25 26,-25-25,26 25,-26-26,25 26,1 0,-1 0,0 0,1 0,-26 26,25-26,-25 25,26 26,-26-26,0 1,0-1,0 1,0-1,-26 0,1-25,25 26,-51-26,26 0,25 25,-26-25,1 0,-1 26,1-26,25-26,0 1</inkml:trace>
          <inkml:trace contextRef="#ctx0" brushRef="#br0" timeOffset="122796.0599">3124 1880,'0'0,"26"0,-26-26,25 1,26-1,-26 1,-25-26,26 26,-26-1,25 1,-25 0,0-1,0 1,0-1,0 1,0 0,0-1,0 1,-25 25,25 25,0 1,0-1,25-25,-25 25,0 1,26-1,-1-25,-25 26,0-1,0 0,0 1,0-1,0 1,0-1,0 0,-25 1,25-1,0 1,0-1,0 0,25-25,26 0,-26 0,1 0,-1 0,0 0,1 0,-1-25,1 25,-1-25,0 25,-25-26,26 26,-26-25,25 25,-25-26,0 1,26 25,-26-25</inkml:trace>
          <inkml:trace contextRef="#ctx0" brushRef="#br0" timeOffset="123583.2661">3810 1727,'0'0,"26"0,-1 0,-25-25,25 25,1 0,-26-26,25 1,-25 0,0-1,0 1,-25 25,-1 0,1 0,0 0,-1 25,1 1,-1-1,1 26,0-26,25 1,0-1,0 0,0 1,0-1,25-25,-25 26,25-26,-25 25,26-25,-26 25,25-25,-25 26,26-26,-1 0,0 0,1 0,-26 25,25-25,1 0,-1 0,0 0,1-51,-1 51,-25-25,26 25,-26-25,25 25,-25-26,0 1,25-1,-25 1,26 25,-26-25,0-1,25 26</inkml:trace>
          <inkml:trace contextRef="#ctx0" brushRef="#br0" timeOffset="124552.4861">4496 1600,'-25'0,"-1"0,1 0,-1 0,1 0,0 0,-1 51,1-51,-1 0,1 25,0 1,-1-1,1 1,25-1,0 0,0 1,0-1,-26-25,26 26,0-1,0 0,0 1,51-26,-25 0,-1 0,-25-26,25 26,1-25,-1 25,1-51,-26 26,25-1,0-24,-25 24,26 1,-26-26,0 26,25-26,-25 25,0-24,0 24,0-25,0 26,0-26,0 0,0 26,-51 0,51-1,0 1,0-1,-25 1,25 0,0-1,0 52,0 24,0 1,0-25,0-1,0 0,0 1,0 25,0-26,0 0,0 26,25 0,-25-26,0 26,26-25,-26 24,25-24,-25 25,0-26,0 0,26 1,-26-1,25 1,-25-1,25-25,-25 25,26-25,-1 0,-25-25,26 25,-26-25,0-26,25 51,-25-26,0 1,25 0,-25-1,0 1,0-1,0 1,0 0,0-1,0 52,0-1,0 26,0-26,0 1,26-1,-26 0,0 1,25-26,-25 25,26-25,-26 26,25-26,0 0,1 0,-1 0,-25-26,26 26,-26-51</inkml:trace>
          <inkml:trace contextRef="#ctx0" brushRef="#br0" timeOffset="124699.6702">4852 1473,'0'-25,"25"25</inkml:trace>
          <inkml:trace contextRef="#ctx0" brushRef="#br0" timeOffset="125423.2688">5207 1524,'-25'0,"25"-25,-26 25,1 0,0 25,25 0,-26-25,26 26,-25-1,25 1,-26-1,26 0,0 1,0-1,0 1,0-1,26 0,-26 1,25-26,-25 25,26 1,-1-26,0 0,1 0,-1 0,1 0,-1-26,0-25,1 51,-1-25,1 0,-1-1,0 26,1-25,-26-1,25 26,-25-25,0 0,26-1</inkml:trace>
          <inkml:trace contextRef="#ctx0" brushRef="#br0" timeOffset="126007.2697">5410 1575,'-25'0,"25"-26,51 1,-26 25,26 0,0-25,-26 25,1 0,-1-26,0 26,1-25,-1 25,1-26,-1 26,0 0,1 0</inkml:trace>
          <inkml:trace contextRef="#ctx0" brushRef="#br0" timeOffset="125817.2008">5537 1270,'0'0,"0"-25,0-1,0 77,0-26,0 26,0-25,-50-1,50 0,0 1,0-1,0 26,0-26,0 1,0-1,0 1,0-1,0 0,0 26,0-25,0-1,0 0,0 1,0-1,25 1,0-26,1 0,-1-26,1 26,-26-25,25 25,0-51,1 26,-26-1,0 1</inkml:trace>
          <inkml:trace contextRef="#ctx0" brushRef="#br0" timeOffset="126547.2694">5918 1626,'0'25,"26"-25,-1-25,1 25,-26-51,25 51,-25-26,0 1,-25 0,-26 25,51-26,-26 26,1 0,0 51,-1-26,26 1,0-1,0 1,0-1,0 0,26 1,-26-1,25-25,-25 26,25-26,-25 25,26-25,-26 25,25-25,1 0,-1 0,0 0,1 0,-26-25,25 25,-25-25,26 25,-26-26,25 26,-25-25,25 25,-25-26,26 26,-26-25,25 25</inkml:trace>
          <inkml:trace contextRef="#ctx0" brushRef="#br0" timeOffset="127218.8591">6553 1524,'0'-25,"-25"-1,0 26,-1 0,1 0,-1 0,1 0,25 26,-25-26,-1 25,1-25,25 25,-26-25,26 51,-25-51,25 26,-25-1,25 0,0 1,0-1,0 1,0-1,0 0,25-25,0 0,1 0,-1 0,-25-25,26 25,-1-25,0-26,1 25,-1 1,-25 0,26-1,-26 1,25-1,-25 1,25-26,-25 26,0-1,0-24,0-1,26 0,-26 26,0-26,0 0,0 26,0-26,0 25,0 1,0 0,0-1,0 1,0-1,0 52,0-1,0 1,0-1,0 0,0 26,0-25,0-1,0 26,0 0,0-26,0 26,0 0,0-26,0 26,0-26,25 1,-25 24,0-24,26-1,-1 1,-25-1,25 0,1-25,-1 0,-25-25,26-26,-26 26,25 25,-25-26</inkml:trace>
        </inkml:traceGroup>
        <inkml:traceGroup>
          <inkml:annotationXML>
            <emma:emma xmlns:emma="http://www.w3.org/2003/04/emma" version="1.0">
              <emma:interpretation id="{690E82AF-383E-4D5D-AD30-6D33C7D5A984}" emma:medium="tactile" emma:mode="ink">
                <msink:context xmlns:msink="http://schemas.microsoft.com/ink/2010/main" type="inkWord" rotatedBoundingBox="11574,14731 12311,14705 12351,15829 11614,15855"/>
              </emma:interpretation>
              <emma:one-of disjunction-type="recognition" id="oneOf6">
                <emma:interpretation id="interp30" emma:lang="en-US" emma:confidence="0.5">
                  <emma:literal>y</emma:literal>
                </emma:interpretation>
                <emma:interpretation id="interp31" emma:lang="en-US" emma:confidence="0">
                  <emma:literal>Y</emma:literal>
                </emma:interpretation>
                <emma:interpretation id="interp32" emma:lang="en-US" emma:confidence="0">
                  <emma:literal>z</emma:literal>
                </emma:interpretation>
                <emma:interpretation id="interp33" emma:lang="en-US" emma:confidence="0">
                  <emma:literal>Z</emma:literal>
                </emma:interpretation>
                <emma:interpretation id="interp34" emma:lang="en-US" emma:confidence="0">
                  <emma:literal>V</emma:literal>
                </emma:interpretation>
              </emma:one-of>
            </emma:emma>
          </inkml:annotationXML>
          <inkml:trace contextRef="#ctx0" brushRef="#br0" timeOffset="140164.0401">7747 1321,'0'-26,"0"52,0-1,0 1,0-1,0 0,0 1,0-1,0 1,26-1,-1-25,-25 25,25-25,1 0,-1 0,1 0,-1 0,-25-25,25 25,-25-25,26 25,-26-26,0 1,25-1,-25 1,0 0,0-1,0 1,0-1,26 26,-26 26,0 25,25-26,-25 0,0 1,0-1,0 1,25-1,-25 26,0-26,26 1,-26-1,0 26,0-26,25 1,-25 24,0-24,0-1,0 26,0-26,0 1,0-1,0 1,0-1,0 0,0 1,0-1,0 1,0-1,0 0,-25-25,25 26,0-1,0 1,-26-26,26 25,-25 0,25 1,-25-26,25 25,-26-25,26 26,-25-26,25 25,-26-25,1 0,25-51,-25 26,25-26,-26 26,26-1,0 1,0-1,0 1,0 0,0-1,0-25,0 26,26 0,-26-1,50 1,-50-1,51 1,-25 0,-1-1,0 1,1-1,-1 1,1 0,24-1,-24 1,-1-1,1 26,-1-25,-25 0,25-1,1 26,-1-25,-25-1,26 26,-1-25,-25 0,25-1,1 26</inkml:trace>
        </inkml:traceGroup>
      </inkml:traceGroup>
    </inkml:traceGroup>
    <inkml:traceGroup>
      <inkml:annotationXML>
        <emma:emma xmlns:emma="http://www.w3.org/2003/04/emma" version="1.0">
          <emma:interpretation id="{7BB97896-6BF0-448A-983B-DD876A48365C}" emma:medium="tactile" emma:mode="ink">
            <msink:context xmlns:msink="http://schemas.microsoft.com/ink/2010/main" type="paragraph" rotatedBoundingBox="5143,16168 16555,15791 16615,17610 5203,179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B028CE8-BD7B-46A9-90F1-548B43CA12AF}" emma:medium="tactile" emma:mode="ink">
              <msink:context xmlns:msink="http://schemas.microsoft.com/ink/2010/main" type="inkBullet" rotatedBoundingBox="5174,17086 6117,17055 6129,17415 5185,17446"/>
            </emma:interpretation>
            <emma:one-of disjunction-type="recognition" id="oneOf7">
              <emma:interpretation id="interp35" emma:lang="en-US" emma:confidence="0">
                <emma:literal>→</emma:literal>
              </emma:interpretation>
            </emma:one-of>
          </emma:emma>
        </inkml:annotationXML>
        <inkml:trace contextRef="#ctx0" brushRef="#br0" timeOffset="145459.4293">1372 3861,'0'0,"-26"0,26-26,26 26,-1 0,1 0,-1 0,0-25,26 25,0 0,0-25,0 25,-1 0,-24 0,25-26,-1 26,-24 0,25 0,-26 0,0 0,1 0,-1 0,1 0,-1 0</inkml:trace>
        <inkml:trace contextRef="#ctx0" brushRef="#br0" timeOffset="145965.9589">1905 3658,'0'-26,"26"26,-1 0,0 0,26 0,-25 0,-1 0,0 0,1 0,-1 0,1 0,-1 26,0-26,-25 25,26-25,-26 25,0 1,25-26,-25 25,0 1,0-1,-51-25,51 25,-50 1,50-1,-26-25,1 26,-1-26,1 25,0 0,-1-25,26 26,-25-26</inkml:trace>
      </inkml:traceGroup>
      <inkml:traceGroup>
        <inkml:annotationXML>
          <emma:emma xmlns:emma="http://www.w3.org/2003/04/emma" version="1.0">
            <emma:interpretation id="{7C3F167B-8DE8-4F60-9551-24431A5C4CA5}" emma:medium="tactile" emma:mode="ink">
              <msink:context xmlns:msink="http://schemas.microsoft.com/ink/2010/main" type="line" rotatedBoundingBox="7099,16104 16555,15791 16615,17610 7159,17923"/>
            </emma:interpretation>
          </emma:emma>
        </inkml:annotationXML>
        <inkml:traceGroup>
          <inkml:annotationXML>
            <emma:emma xmlns:emma="http://www.w3.org/2003/04/emma" version="1.0">
              <emma:interpretation id="{8961BEEC-5281-417F-AC67-79A34B1814E8}" emma:medium="tactile" emma:mode="ink">
                <msink:context xmlns:msink="http://schemas.microsoft.com/ink/2010/main" type="inkWord" rotatedBoundingBox="7122,16802 10531,16689 10568,17800 7159,17913"/>
              </emma:interpretation>
              <emma:one-of disjunction-type="recognition" id="oneOf8">
                <emma:interpretation id="interp36" emma:lang="en-US" emma:confidence="0.5">
                  <emma:literal>average</emma:literal>
                </emma:interpretation>
                <emma:interpretation id="interp37" emma:lang="en-US" emma:confidence="0">
                  <emma:literal>averages</emma:literal>
                </emma:interpretation>
                <emma:interpretation id="interp38" emma:lang="en-US" emma:confidence="0">
                  <emma:literal>Average</emma:literal>
                </emma:interpretation>
                <emma:interpretation id="interp39" emma:lang="en-US" emma:confidence="0">
                  <emma:literal>averaged</emma:literal>
                </emma:interpretation>
                <emma:interpretation id="interp40" emma:lang="en-US" emma:confidence="0">
                  <emma:literal>overage</emma:literal>
                </emma:interpretation>
              </emma:one-of>
            </emma:emma>
          </inkml:annotationXML>
          <inkml:trace contextRef="#ctx0" brushRef="#br0" timeOffset="147858.1892">4115 3531,'0'25,"0"0,0 1,0-1,0 1,0-1,0 0,0 1,0-1,0 1,25-26,-25 25,0 0,26-25,-1 0,-25-25,26 25,-26-25,25-1,-25 1,0-1,25 1,-25 0,26 25,-26-26,25 1,-25-1,26 1,-26 0,0-1,25 26,-25-25,0-1,25 26,-25-25</inkml:trace>
          <inkml:trace contextRef="#ctx0" brushRef="#br0" timeOffset="148604.0018">4572 3556,'0'25,"0"1,51-26,-26 0,1 0,-26-26,0 1,25 25,-25-25,0-1,0 1,0-1,0 1,-25 25,-1 0,1 0,0 25,-1-25,26 51,-25-25,-1-1,26 0,0 1,0-1,0 1,0-1,0 0,0 1,0-1,0 1,51-1,-51 0,26-25,-26 26,25-26,0 0,1 0,-1 0,1 0,-1 0,0 0,1-51,-1 51,-25-25,26 25,-1-51,-25 25,25 1,-25 0,26-1,-26 1,0-1,0 1,25 0,-25-1,0 1,0-1,0 1,0 0,-51-1,51 1,0-1,51 26,-25 0,-26 26,25-1,0 1,-25-1,0 0,0 1,0-1,26 1,-26-1,0 0,0 1,0-1,0 1,0-1,25 0,1-25,-1 0,0 0,-25-25,26 25,-26-25,25 25,-25-26,26 1</inkml:trace>
          <inkml:trace contextRef="#ctx0" brushRef="#br0" timeOffset="147401.944">3632 3505,'0'-25,"0"-1,0 1,-25 25,0 0,-1-25,1 25,-1 0,1 0,0 0,-1 0,26 50,-25-50,-1 0,26 26,-25-26,25 25,-25 1,25-1,-26 0,26 1,0-1,0 1,0-1,0 0,0 1,0-1,0 1,0-1,26 0,-1-25,0 0,1 0,-1 0,1 0,-1 0,-25-25,25 25,1-25,-1-1,1 26,-1-51,-25 26,25 0,1-1,-1 1,-25-1,26 1,-26 0,0-1,25 26,-25-25,0-1,-25 26,-1 0,26 26,0-1,-25-25,25 26,0-1,0 0,0 1,0-1,0 1,0-1,25 0,-25 1,26-26,-26 25,25-25,0 0,1 0,-1 0,1 0,-1 0,0-25,1-1,-1 26</inkml:trace>
          <inkml:trace contextRef="#ctx0" brushRef="#br0" timeOffset="149188.4493">5512 3556,'0'-25,"0"-1,0 1,0-1,-51 26,26 0,-1 0,1 0,0 0,-1 26,1-26,25 25,-26-25,26 26,-25-26,25 50,0-24,0-1,-25 1,25-1,0 0,0 1,50-1,-24-25,-1 0,1 0,-1-25,0-1,1 26,-26-25,25 25,-25-51,26 26,-26-1,0 1,25 25,-25-25,0-1,0 52,0-1,0 0,25 1,1-1,25 1,-26-1,0 0,1-25,-1 0,1 0,-1 0,0 0,1-25,-1 25,1-51</inkml:trace>
          <inkml:trace contextRef="#ctx0" brushRef="#br0" timeOffset="150152.8363">6045 3302,'0'0,"0"-25,-25 25,0 0,25 25,-26 0,1 1,-1-1,1 1,0-1,25 0,-26 1,26-1,0 1,0-1,26-25,-1 0,0 0,-25 25,26-25,-26 26,0-1,0 1,0-1,25 0,-25 1,0-1,0 1,26-1,-26 0,0 26,0-25,25-26,-25 25,0 0,0 1,0-1,0 1,0-1,0 0,0 1,0-1,0 1,0-1,0 0,0 1,0-1,-25-25,25 26,-26-1,1 0,-1 1,1-26,0 0,-1 25,1-25,-1 0,26-51,-25 51,25-25,0 0,-25-1,25 1,0-1,0-24,0 24,0 1,50-1,-50-24,26 24,-26 1,51-1,-51-24,50 50,-24-26,-1 1,1-1,-1 1,0 0,1-1,-1 1,1-1,24 1,-24 25,-1-25,1-1,-1 1,-25-1,25 1,1 25,-26-25,0-1,25 1,-25-1,26 26,-26-25,0 0,0-1,0 1,0-1,-26 26,26 26,-25 25,25-26,0 0,-26 1,26-1,0 1,0 24,0-24,-25-1,25 1,0-1,0 0,0 1,51-1,-26 1,26-26,-26 0,1 0,-1-51,1 51,-1-26,0 26,1-25,-1 0,1-1,-1-25,0 26,1 0</inkml:trace>
        </inkml:traceGroup>
        <inkml:traceGroup>
          <inkml:annotationXML>
            <emma:emma xmlns:emma="http://www.w3.org/2003/04/emma" version="1.0">
              <emma:interpretation id="{078937FC-DB22-45F7-9692-4A2B5A9EA279}" emma:medium="tactile" emma:mode="ink">
                <msink:context xmlns:msink="http://schemas.microsoft.com/ink/2010/main" type="inkWord" rotatedBoundingBox="11223,15967 13680,15886 13719,17070 11262,17151"/>
              </emma:interpretation>
              <emma:one-of disjunction-type="recognition" id="oneOf9">
                <emma:interpretation id="interp41" emma:lang="en-US" emma:confidence="0.5">
                  <emma:literal>valve</emma:literal>
                </emma:interpretation>
                <emma:interpretation id="interp42" emma:lang="en-US" emma:confidence="0">
                  <emma:literal>valves</emma:literal>
                </emma:interpretation>
                <emma:interpretation id="interp43" emma:lang="en-US" emma:confidence="0">
                  <emma:literal>Valve</emma:literal>
                </emma:interpretation>
                <emma:interpretation id="interp44" emma:lang="en-US" emma:confidence="0">
                  <emma:literal>valved</emma:literal>
                </emma:interpretation>
                <emma:interpretation id="interp45" emma:lang="en-US" emma:confidence="0">
                  <emma:literal>Valves</emma:literal>
                </emma:interpretation>
              </emma:one-of>
            </emma:emma>
          </inkml:annotationXML>
          <inkml:trace contextRef="#ctx0" brushRef="#br0" timeOffset="151308.1243">7417 3404,'0'-26,"25"52,1-1,-26 26,25-51,-25 25,26 1,-26-1,25 0,-25 1,0-1,0 1,25-26,1 0,-26-26,25 26,-25-25,26-26,-26 26,0-1,25 1,-25-1,25 1,-25 0,26-1,-26 1,25 25,-25-26,0 1,0 0</inkml:trace>
          <inkml:trace contextRef="#ctx0" brushRef="#br0" timeOffset="152880.9007">8255 3302,'-25'0,"-1"0,1 0,0 0,-1 0,1 0,25 25,-26-25,1 51,0-25,25-1,-26-25,26 25,-25 1,25-1,0 1,0-1,0 0,0 1,0-1,25-25,-25 26,26-26,-1 0,0 0,1 0,-26-26,25 26,-25-25,26 25,-26-26,25 1,-25 0,25-1,-25 1,0-1,0 1,26 0,-26-1,25 26,-25 26,26-26,-26 25,25-25,-25 25,25-25,-25 26,0-1,26 1,-1-1,1 0,-1-25,-25 26,25-26,1 0,-1-51,1 26,-1-1,0 1,1-26,-26 26,25-26,1 25,-26-24,25-1,-25-25,0 25,0-25,25-1,-25 27,0-27,0 1,0 25,0-25,0 51,0-26,0 26,0-1,-25 26,25 26,-25 24,25-24,0-1,0 1,0-1,-26 26,26 0,0-26,0 26,0 0,0-1,0 1,0 0,0 0,51 0,-51-1,0-24,25 25,-25-1,26 1,-26-25,25 24,-25-24,26-1,-26 1,25-1,-25 0,0 1,25-26,-25 25,26-25,-1 0,-25-51,26 1,-26 24,25 1,-25-1,25 1,-25 0,0-1,0 1,0-1,26 1,-26 0,0-1,0 1,25 25,-25 25,0 1,26-26,-26 25,0 26,25-26,-25 1,0-1,25 0,-25 1,0-1,0 1,0-1,26 0,-26 1,0-1,25-25,-25 26,26-26,-26-26,25 26,-25-51,25 1,-25 24,26 1,-26-1,0 1,25 0,-25-1,0 1,26-1,-26 1,0 50,25-25,0 26,1-1,-1-25,1 26,-1-1,0-25,1 25,-1-25,1 0,-26 26,25-26,0 0,-25-51,26 51,-26-25,25 25,-25-26,26 26,-26-51,25 26,-25 0,25-1,-25 1,0-1,0 1,-25 25,25 51,-25-26,25 1,0-1,0 0,-26 1,26-1,0 1,0-1,0 0,0 1,0-1,0 1,0-1,0 0,26-25,-26 26,0-1,25-25,0 0,1 0,-1-25,1 25,-1-51,26 26</inkml:trace>
        </inkml:traceGroup>
        <inkml:traceGroup>
          <inkml:annotationXML>
            <emma:emma xmlns:emma="http://www.w3.org/2003/04/emma" version="1.0">
              <emma:interpretation id="{6CFC1476-E374-4C63-B7D6-676A3A34997D}" emma:medium="tactile" emma:mode="ink">
                <msink:context xmlns:msink="http://schemas.microsoft.com/ink/2010/main" type="inkWord" rotatedBoundingBox="14425,16200 15295,16171 15335,17391 14465,17420"/>
              </emma:interpretation>
              <emma:one-of disjunction-type="recognition" id="oneOf10">
                <emma:interpretation id="interp46" emma:lang="en-US" emma:confidence="0.5">
                  <emma:literal>of</emma:literal>
                </emma:interpretation>
                <emma:interpretation id="interp47" emma:lang="en-US" emma:confidence="0">
                  <emma:literal>off</emma:literal>
                </emma:interpretation>
                <emma:interpretation id="interp48" emma:lang="en-US" emma:confidence="0">
                  <emma:literal>oof</emma:literal>
                </emma:interpretation>
                <emma:interpretation id="interp49" emma:lang="en-US" emma:confidence="0">
                  <emma:literal>oft</emma:literal>
                </emma:interpretation>
                <emma:interpretation id="interp50" emma:lang="en-US" emma:confidence="0">
                  <emma:literal>oaf</emma:literal>
                </emma:interpretation>
              </emma:one-of>
            </emma:emma>
          </inkml:annotationXML>
          <inkml:trace contextRef="#ctx0" brushRef="#br0" timeOffset="154038.9361">10973 3175,'0'0,"-25"0,25 25,-51-25,51 51,-26-51,1 26,0-26,-1 25,1 0,-1 1,1-1,0-25,-1 26,26-1,-25 0,-1 1,26-1,0 1,0-1,0 0,26-25,25 0,-26 0,26-50,-26 50,1-26,-1 26,0-51,-25 26,26 25,-26-25,25-1,-25 1,0-1,0 1,0 0,0-1,0 1,-51-1,51 1,0 0,-25 25,25-26,0 1,-25 25,75 0,-24 25,25-25,-26 0,0 0,1 0,-1 0,1-25,-1 25,0 0,-25-26,26 26,-1-25,1 25,-26-25,0-1,25 1,-25-1,25 1,-25 0,0-1,0 1,0-1,0 1,0 0,0-1,-25 26,0 51,25 0,0-26,0 26,-26 0,26 0,0-1,0 1,0 0,0 0,0 0,0 25,0-25,26-1,-26 1,0 25,0-50,25 25,-25-1,0 1,0-25,25 24,-25-24,0-1,0 1,26-1,-26 0,25-25,1-50,-1 24,-25 1,25 25,-25-51,0 26,0-1,0 1,-25-1,25 1,-51 0,51-1,-25 1,25-1,-51 1,51 0,-25-1,-1 1,1 25,76 0,-26 0,0 0,1 0,-1-51,1 51,-1-25,0 25,1-26,-1 26,1 0,-26-25,25 25</inkml:trace>
        </inkml:traceGroup>
        <inkml:traceGroup>
          <inkml:annotationXML>
            <emma:emma xmlns:emma="http://www.w3.org/2003/04/emma" version="1.0">
              <emma:interpretation id="{7E8E43B0-9A6C-4160-93FC-FE96F4736E23}" emma:medium="tactile" emma:mode="ink">
                <msink:context xmlns:msink="http://schemas.microsoft.com/ink/2010/main" type="inkWord" rotatedBoundingBox="15918,16517 16578,16495 16615,17610 15955,17632"/>
              </emma:interpretation>
              <emma:one-of disjunction-type="recognition" id="oneOf11">
                <emma:interpretation id="interp51" emma:lang="en-US" emma:confidence="0.5">
                  <emma:literal>y</emma:literal>
                </emma:interpretation>
                <emma:interpretation id="interp52" emma:lang="en-US" emma:confidence="0">
                  <emma:literal>Y</emma:literal>
                </emma:interpretation>
                <emma:interpretation id="interp53" emma:lang="en-US" emma:confidence="0">
                  <emma:literal>z</emma:literal>
                </emma:interpretation>
                <emma:interpretation id="interp54" emma:lang="en-US" emma:confidence="0">
                  <emma:literal>V</emma:literal>
                </emma:interpretation>
                <emma:interpretation id="interp55" emma:lang="en-US" emma:confidence="0">
                  <emma:literal>Z</emma:literal>
                </emma:interpretation>
              </emma:one-of>
            </emma:emma>
          </inkml:annotationXML>
          <inkml:trace contextRef="#ctx0" brushRef="#br0" timeOffset="154882.0375">12091 3099,'0'51,"0"-26,0 0,0 1,0-1,0 1,0-1,25-25,-25 25,0 1,25-26,1 0,-1 0,-25-26,26 26,-26-25,25 25,0-51,-25 26,26-1,-26 1,25 0,-25-1,26 1,-26-1,0 77,0-25,0-1,25 0,-25 1,0-1,0 1,0 24,25-24,-25-1,0 26,0-26,0 1,0 25,0-26,0 0,0 1,0 25,0-26,0 0,0 1,0-1,0 1,0-1,0 0,0 26,0-25,0-1,0 0,0 1,0-1,-25 1,25-1,0 0,-25 1,25-1,-26-25,26 26,-25-26,25 25,-26-25,1 0,25-25,-25-1,25-25,-26 26,26 0,0-1,0 1,0-1,0-24,0 24,0 1,26-1,-26 1,50 0,-50-1,51 1,-25 25,-1-26,0 1,1 0,-1-1,1 1,-1 25,0-26,1 1,-1 0,1-1,-1 26,0-25,-25-1,26 1,-26 0,25 25,-25-26,0 1,26-1,-26 1,0 0,25 25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31.62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8CE9B10-FB32-46C2-B70B-110EF707F8A3}" emma:medium="tactile" emma:mode="ink">
          <msink:context xmlns:msink="http://schemas.microsoft.com/ink/2010/main" type="inkDrawing" rotatedBoundingBox="3205,6881 3303,10626 3089,10631 2990,6887" semanticType="verticalRange" shapeName="Other">
            <msink:sourceLink direction="with" ref="{F07BB5B6-0E2F-4F15-8E33-A09D74A68389}"/>
          </msink:context>
        </emma:interpretation>
      </emma:emma>
    </inkml:annotationXML>
    <inkml:trace contextRef="#ctx0" brushRef="#br0">0 26,'0'-26,"0"52,0 0,0 0,0 1,0-1,26 0,-26 0,0 0,26 0,-26 1,0-1,0 0,0 0,0 0,0 1,0-1,26 0,-26 0,0 0,0 0,0 1,0-1,0 0,26 0,-26 0,0 1,0-1,0 0,26 0,-26 0,0 1,0-1,0 0,0 0,27 0,-27 0,0 1,0-1,26 0,-26 0,0 0,0 1,0-1,0 0,0 0,0 0,26 0,-26 1,0-1,0 0,0 0,0 0,0 1,0-1,0 0,0 0,0 0,0 1,26-1,-26 26,0-26,0 0,0 1,0-1,0 0,0 26,0-25,0-1,0 26,0-26,0 27,0-27,0 0,0 26,0-25,0-1,0 0,0 0,0 0,0 1,0-1,0 0,0 0,0 0,0 0,0 1,0-1,0 0,0 0,0 0,0 1,0-1,0 0,0 0,0 0,0 1,0-1,-26 0,26 0,0 0,0 0,0 1,0-1,0 0,0 0,0 0,0 1,0-1,0 0,-26 0,26 0,0 0,0 1,-26-1,26 0,0 0,0 0,-27-26,27 27,0-1,0 0,0 0,0 0,0 1,0-1,0 0,0 0,0 0,0 0,0 1,0-1,0 0,0 0,0 0,-26 1,26-1,0 0,0 0,0 0,-26-26,26-52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33.37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809919D-3744-40C1-80D4-4A3E9DC31B48}" emma:medium="tactile" emma:mode="ink">
          <msink:context xmlns:msink="http://schemas.microsoft.com/ink/2010/main" type="inkDrawing" rotatedBoundingBox="2890,10484 7419,10208 7437,10499 2908,10776" shapeName="Other">
            <msink:destinationLink direction="with" ref="{6BBD9605-EE07-45BB-BC2B-274C6CC64E2B}"/>
          </msink:context>
        </emma:interpretation>
      </emma:emma>
    </inkml:annotationXML>
    <inkml:trace contextRef="#ctx0" brushRef="#br0">0 398,'0'-26,"26"26,-26-26,26 26,0 0,1 0,-1 0,0 0,-26-27,26 27,0 0,0 0,1 0,-1 0,0 0,0 0,0-26,1 26,-1 0,0 0,0-26,0 26,1 0,-1 0,0 0,0 0,0 0,0 0,-26-26,27 26,-1 0,0 0,0-26,0 26,1 0,-1 0,0 0,0-26,0 26,0 0,1 0,-1 0,0-27,0 27,0 0,1 0,-1 0,0 0,0 0,27 0,-27 0,0 0,26 0,-26 0,27 0,-27 0,26 0,-25-26,25 26,-26 0,27 0,-1 0,-26 0,26-26,1 26,-27 0,26-26,-25 26,25 0,0 0,-26-26,27 26,-27-27,0 27,27 0,-27 0,26-26,-26 26,1 0,25 0,-26 0,0 0,27 0,-27 0,0 0,26 0,-25 0,-1 0,26 0,-26 0,0 0,27 0,-27 0,0 0,0 0,1 0,-1 0,0 0,0 0,0 0,1 0,-1 0,0 0,0 0,26 0,-25 0,-1 0,0 0,0 0,0 0,1 26,-1-26,0 0,0 0,0 0,0 0,1 0,-1 0,26 0,-26 0,1 0,-1 0,0 0,0 0,0 0,27 0,-27 0,0 0,0 0,0 0,1 0,-1 0,0 0,0 0,0 0,1 0,-1 0,0 27,0-27,0 0,-26 26,27-26,-1 26,0-26,0 0,0 26,0-26,1 0,-1 0,0 0,0 0,0 0,1 0,-1 0,0 0,-26 26,-26-52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35.86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07BB5B6-0E2F-4F15-8E33-A09D74A68389}" emma:medium="tactile" emma:mode="ink">
          <msink:context xmlns:msink="http://schemas.microsoft.com/ink/2010/main" type="writingRegion" rotatedBoundingBox="3375,6064 3432,7412 2842,7437 2786,6088">
            <msink:destinationLink direction="with" ref="{98CE9B10-FB32-46C2-B70B-110EF707F8A3}"/>
          </msink:context>
        </emma:interpretation>
      </emma:emma>
    </inkml:annotationXML>
    <inkml:traceGroup>
      <inkml:annotationXML>
        <emma:emma xmlns:emma="http://www.w3.org/2003/04/emma" version="1.0">
          <emma:interpretation id="{D306B795-D217-4316-B8A6-F67A012FA2CF}" emma:medium="tactile" emma:mode="ink">
            <msink:context xmlns:msink="http://schemas.microsoft.com/ink/2010/main" type="paragraph" rotatedBoundingBox="3375,6064 3432,7412 2842,7437 2786,60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F79F64-C3DA-4A63-8CFC-321629723284}" emma:medium="tactile" emma:mode="ink">
              <msink:context xmlns:msink="http://schemas.microsoft.com/ink/2010/main" type="line" rotatedBoundingBox="3375,6064 3432,7412 2842,7437 2786,6088"/>
            </emma:interpretation>
          </emma:emma>
        </inkml:annotationXML>
        <inkml:traceGroup>
          <inkml:annotationXML>
            <emma:emma xmlns:emma="http://www.w3.org/2003/04/emma" version="1.0">
              <emma:interpretation id="{054E610D-7212-4B32-ACC2-CFD68220B676}" emma:medium="tactile" emma:mode="ink">
                <msink:context xmlns:msink="http://schemas.microsoft.com/ink/2010/main" type="inkWord" rotatedBoundingBox="3375,6064 3432,7412 2842,7437 2786,6088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.5">
                  <emma:literal>. .</emma:literal>
                </emma:interpretation>
                <emma:interpretation id="interp2" emma:lang="en-US" emma:confidence="0">
                  <emma:literal>.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@ .</emma:literal>
                </emma:interpretation>
              </emma:one-of>
            </emma:emma>
          </inkml:annotationXML>
          <inkml:trace contextRef="#ctx0" brushRef="#br0">-1124-3220,'0'0,"0"-27,26 27,-26-26,26 26,1-26,-1 26,0 0,-26 52,0-25,26-27,-26 26,0 26,0-26,0 1,0-1,0 0,-26-26,0 0,26 26,-26-26,26-26,0 0,26 26,-26-53,0 27,0 0,26 0,-26 0,26-1,-26 1,0 0,26 0,-26 0,27 26,-27-26,26-1,-26 1,26 0,-26 0,26 0,-26-1,0 1,26 26,-26-26,0 52,-26-26,26 53,-52-53,52 26,0 0,-26-26,-1 0,27 26,0 0,0 1,0-1,0 0,0 0,0 0,0 0,27 1,-27-1,0 0,26-26,-26 26,26 0,0 1,-26-1,26-26,0 26,1-26,-1 0,0 0,-26-26,26 26,-26-53,26 53,-26-26,0 0</inkml:trace>
          <inkml:trace contextRef="#ctx0" brushRef="#br0" timeOffset="-1021.5439">-862-2775,'-26'0,"0"26,26 26,-53-25,53-1,-26 0,26 0,-26 0,26 0,0 1,0-1,-26 0,26 0,0 0,0 1,0-1,0 0,0 0,-27-26,27 26,0 0,0 1,0-54,0 1,0 0,0 0,0 0,0 0,0-1,0 1,0 0,0 0,0 0,0-1,53 1,-53 0,0 0,26 0,-26 0,0-1,26 27,-26-26,26 26,-26-26,27 26,-1 0,0 0,0 0,-26 26,26-26,-26 26,26 1,-26-1,27-26,-27 26,0 0,26-26,-26 26,26 0,-26 1,26-1,0 0,-26 0,27 0,-1 1,-26-1,26 0,0 0,-26 0,26-26,-26 26,27-26,-27-52,-53 26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44.47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0CC3C53-15D9-4BB3-A65F-A86D1445F85D}" emma:medium="tactile" emma:mode="ink">
          <msink:context xmlns:msink="http://schemas.microsoft.com/ink/2010/main" type="writingRegion" rotatedBoundingBox="3843,9708 6095,8023 6275,8263 4023,9949">
            <msink:destinationLink direction="with" ref="{1BC5C058-E6C9-4C9C-8660-9C67D2F786AB}"/>
          </msink:context>
        </emma:interpretation>
      </emma:emma>
    </inkml:annotationXML>
    <inkml:traceGroup>
      <inkml:annotationXML>
        <emma:emma xmlns:emma="http://www.w3.org/2003/04/emma" version="1.0">
          <emma:interpretation id="{D6ADCA0C-A7FC-44CE-BB42-45835D2B1151}" emma:medium="tactile" emma:mode="ink">
            <msink:context xmlns:msink="http://schemas.microsoft.com/ink/2010/main" type="paragraph" rotatedBoundingBox="3843,9708 6095,8023 6275,8263 4023,99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C227868-2AA3-488D-A81C-6D6F0716CE97}" emma:medium="tactile" emma:mode="ink">
              <msink:context xmlns:msink="http://schemas.microsoft.com/ink/2010/main" type="inkBullet" rotatedBoundingBox="3851,9718 3956,9640 4129,9870 4023,9949"/>
            </emma:interpretation>
            <emma:one-of disjunction-type="recognition" id="oneOf0">
              <emma:interpretation id="interp0" emma:lang="en-US" emma:confidence="1">
                <emma:literal>.</emma:literal>
              </emma:interpretation>
              <emma:interpretation id="interp1" emma:lang="en-US" emma:confidence="0">
                <emma:literal>8</emma:literal>
              </emma:interpretation>
              <emma:interpretation id="interp2" emma:lang="en-US" emma:confidence="0">
                <emma:literal>:</emma:literal>
              </emma:interpretation>
              <emma:interpretation id="interp3" emma:lang="en-US" emma:confidence="0">
                <emma:literal>,</emma:literal>
              </emma:interpretation>
              <emma:interpretation id="interp4" emma:lang="en-US" emma:confidence="0">
                <emma:literal>&amp;</emma:literal>
              </emma:interpretation>
            </emma:one-of>
          </emma:emma>
        </inkml:annotationXML>
        <inkml:trace contextRef="#ctx0" brushRef="#br0">2 0,'0'27,"0"-1,0 0,0 0,0 0,0 1,26-27,0 26,1-26,-27 26,26-26,-26-26,0 0,0-27,0 27,-26 26,-1 0,27-26,-26 26,0 0,26 26,0 0,52-26,-52 26,27-26,-1 0,-26-26,-26 26,26-26,-27 26,1 0,0 0,26 26,26-26,-26 26,0 1,53-1,-27 0,-26 0,26-26,-26 26,0-78,-26 52,26-26,-26 26,-1 0,27-26,0-1,0 1</inkml:trace>
      </inkml:traceGroup>
      <inkml:traceGroup>
        <inkml:annotationXML>
          <emma:emma xmlns:emma="http://www.w3.org/2003/04/emma" version="1.0">
            <emma:interpretation id="{29C778EB-123D-4041-887A-343BFF562DE5}" emma:medium="tactile" emma:mode="ink">
              <msink:context xmlns:msink="http://schemas.microsoft.com/ink/2010/main" type="line" rotatedBoundingBox="4477,9234 6095,8023 6259,8242 4642,9454"/>
            </emma:interpretation>
          </emma:emma>
        </inkml:annotationXML>
        <inkml:traceGroup>
          <inkml:annotationXML>
            <emma:emma xmlns:emma="http://www.w3.org/2003/04/emma" version="1.0">
              <emma:interpretation id="{E3C33DAA-1E32-44EE-94F5-536D35A6628B}" emma:medium="tactile" emma:mode="ink">
                <msink:context xmlns:msink="http://schemas.microsoft.com/ink/2010/main" type="inkWord" rotatedBoundingBox="4537,9315 4701,9192 4805,9331 4642,9454"/>
              </emma:interpretation>
              <emma:one-of disjunction-type="recognition" id="oneOf1">
                <emma:interpretation id="interp5" emma:lang="en-US" emma:confidence="0.5">
                  <emma:literal>D</emma:literal>
                </emma:interpretation>
                <emma:interpretation id="interp6" emma:lang="en-US" emma:confidence="0">
                  <emma:literal>A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9</emma:literal>
                </emma:interpretation>
                <emma:interpretation id="interp9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1333.5084">709-392,'0'-27,"26"27,-26 27,0-1,26-26,-26 26,27-26,-27 26,0-52,-27 26,27-26,-26 26,0 0,0 0,0 0,26 26,0 0,0 0,52-26,-52 27,26-27,0 0,1 0,-1-27,-26 1,0 0,0 0,0 0,0-1,-26 27,-1 0,27 27,27-1,-27 0,26-26,-79 0,53-52</inkml:trace>
        </inkml:traceGroup>
        <inkml:traceGroup>
          <inkml:annotationXML>
            <emma:emma xmlns:emma="http://www.w3.org/2003/04/emma" version="1.0">
              <emma:interpretation id="{4B77E5C0-C303-4EB6-BD79-77ABF7384596}" emma:medium="tactile" emma:mode="ink">
                <msink:context xmlns:msink="http://schemas.microsoft.com/ink/2010/main" type="inkWord" rotatedBoundingBox="5236,8772 5391,8656 5504,8807 5349,8923"/>
              </emma:interpretation>
              <emma:one-of disjunction-type="recognition" id="oneOf2">
                <emma:interpretation id="interp10" emma:lang="en-US" emma:confidence="0.5">
                  <emma:literal>q</emma:literal>
                </emma:interpretation>
                <emma:interpretation id="interp11" emma:lang="en-US" emma:confidence="0">
                  <emma:literal>.</emma:literal>
                </emma:interpretation>
                <emma:interpretation id="interp12" emma:lang="en-US" emma:confidence="0">
                  <emma:literal>*</emma:literal>
                </emma:interpretation>
                <emma:interpretation id="interp13" emma:lang="en-US" emma:confidence="0">
                  <emma:literal>o</emma:literal>
                </emma:interpretation>
                <emma:interpretation id="interp14" emma:lang="en-US" emma:confidence="0">
                  <emma:literal>N</emma:literal>
                </emma:interpretation>
              </emma:one-of>
            </emma:emma>
          </inkml:annotationXML>
          <inkml:trace contextRef="#ctx0" brushRef="#br0" timeOffset="2714.2197">1495-968,'-27'0,"1"0,26 26,0 0,-26-26,26 26,0 0,-26-26,26 27,0-1,0 0,52-26,-52-26,26 26,-52 0,26-26,-26 26,26-27,-26 27,52 0,-26 27,26-27,-26 26,26-26,1 0,-1 0,-26-26,0-1,0 1,-53 0,53 0,-26 26,26-26,-26 26</inkml:trace>
        </inkml:traceGroup>
        <inkml:traceGroup>
          <inkml:annotationXML>
            <emma:emma xmlns:emma="http://www.w3.org/2003/04/emma" version="1.0">
              <emma:interpretation id="{CA1BA956-53AB-4696-9E52-C967CCFCAF67}" emma:medium="tactile" emma:mode="ink">
                <msink:context xmlns:msink="http://schemas.microsoft.com/ink/2010/main" type="inkWord" rotatedBoundingBox="5977,8111 6095,8023 6246,8224 6128,8312"/>
              </emma:interpretation>
              <emma:one-of disjunction-type="recognition" id="oneOf3">
                <emma:interpretation id="interp15" emma:lang="en-US" emma:confidence="0.5">
                  <emma:literal>.</emma:literal>
                </emma:interpretation>
                <emma:interpretation id="interp16" emma:lang="en-US" emma:confidence="0">
                  <emma:literal>d</emma:literal>
                </emma:interpretation>
                <emma:interpretation id="interp17" emma:lang="en-US" emma:confidence="0">
                  <emma:literal>o</emma:literal>
                </emma:interpretation>
                <emma:interpretation id="interp18" emma:lang="en-US" emma:confidence="0">
                  <emma:literal>@</emma:literal>
                </emma:interpretation>
                <emma:interpretation id="interp19" emma:lang="en-US" emma:confidence="0">
                  <emma:literal>°</emma:literal>
                </emma:interpretation>
              </emma:one-of>
            </emma:emma>
          </inkml:annotationXML>
          <inkml:trace contextRef="#ctx0" brushRef="#br0" timeOffset="3802.4217">2228-1492,'0'-26,"0"52,0 0,-26-26,26 26,-27-26,27 26,0 1,27-27,-1 0,0 0,-26-27,0 1,0 0,-26 26,26-26,-26 26,-1 0,54 0,-1 0,0 0,0 0,-78-26,52-1,-26 27,-1 0,1 0,26-26,0 0,0 0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5:01.03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BC5C058-E6C9-4C9C-8660-9C67D2F786AB}" emma:medium="tactile" emma:mode="ink">
          <msink:context xmlns:msink="http://schemas.microsoft.com/ink/2010/main" type="inkDrawing" rotatedBoundingBox="3667,9840 8669,6079 8859,6332 3857,10093" semanticType="strikethrough" shapeName="Other">
            <msink:sourceLink direction="with" ref="{10CC3C53-15D9-4BB3-A65F-A86D1445F85D}"/>
            <msink:destinationLink direction="from" ref="{86F68BDB-7839-4FA5-9C48-A28741B28EC0}"/>
          </msink:context>
        </emma:interpretation>
      </emma:emma>
    </inkml:annotationXML>
    <inkml:trace contextRef="#ctx0" brushRef="#br0">54 3823,'-26'26,"26"0,0 0,-27-26,27-26,27 26,-27-26,26 0,-26 0,0-1,0 1,26 26,-26-26,26 0,-26 0,26 26,-26-26,27 26,-27-27,26 1,-26 0,26 26,-26-26,26 0,-26-1,26 27,-26-26,27 26,-27-26,26 26,0 0,0 0,-26-26,26 26,-26-26,26 26,-26-26,27 26,-27-27,26 27,-26-26,26 26,0 0,-26-26,26 26,1 0,-27-26,26 26,0 0,-26-26,26 26,0 0,-26-27,27 27,-27-26,26 26,-26-26,26 26,-26-26,26 26,-26-26,26 26,-26-27,26 27,-26-26,27 26,-27-26,26 26,-26-26,26 26,-26-26,26 0,0-1,-26 1,27 26,-27-26,26 26,-26-26,26 26,0-26,0-1,0 27,-26-26,27 0,-1 0,0 0,-26 0,26 26,-26-27,26 27,-26-26,27 26,-27-26,26 26,-26-26,26 26,0 0,0 0,-26-26,27 26,-1 0,-26-27,26 27,-26-26,26 26,0-26,0 26,-26-26,27 26,-27-26,26 26,0-27,0 27,0 0,1-26,-1 26,0 0,0 0,0 0,0 0,-26-26,27 0,-27 0,26 0,0 26,-26-27,26 27,0-26,1 26,-27-26,26 26,0 0,-26-26,0 0,26 26,-26-27,26 27,1-26,-1 26,-26-26,26 26,0-26,0 0,0 26,-26-27,27 27,-1 0,0-26,0 26,0-26,1 0,-1 26,-26-26,26 26,-26-26,26 26,0 0,-26-27,26 27,-26-26,27 26,-1-26,0 26,-26-26,26 26,-26-26,26-1,-26 1,27 26,-27-26,26 26,-26-26,26 26,-26-26,26 26,-26-26,26 26,1-27,-1 27,-26-26,26 26,-26-26,26 26,0-26,0 26,1-26,-1 26,0-27,0 27,0 0,1 0,-1-26,0 26,-26-26,26 26,-26-26,26 26,-26-26,27 26,-27-27,26 27,0-26,0 0,0 26,-26-26,26 26,-26-26,27 26,-27-26,26 26,0-27,0 27,-26-26,26 26,-26-26,27 26,-1 0,-26-26,26 26,-26-26,26-1,0 1,0 0,1 26,-1-26,0 26,0 0,-26-26,26 26,1 0,-27-26,26 26,0-27,-26 1,26 26,0-26,1 26,-1 0,-26-26,26 26,0 0,-26-26,26 26,-26-27,26 27,-26-26,27 26,-1-26,0 26,-26-26,26 26,0-26,1-1,-1 27,0-26,0 0,0 26,-26-26,26 26,-26-26,27 26,-1-26,0-1,0 27,-26-26,26 26,-26-26,27 26,-1 0,-26-26,26 26,0 0,0 0,-26-26,27-1,-27 1,26 26,-26-26,26 26,-26-26,26 26,-26-26,26 26,0-26,1-1,-27 1,26 26,-26-26,26 26,-26-26,26 26,-78 0,26 0,-1 0,1 0</inkml:trace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12.43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720F807-2AF0-440D-B33B-DA24394FD632}" emma:medium="tactile" emma:mode="ink">
          <msink:context xmlns:msink="http://schemas.microsoft.com/ink/2010/main" type="inkDrawing" rotatedBoundingBox="13803,5987 14036,10603 13870,10611 13638,5996" semanticType="callout" shapeName="Other">
            <msink:sourceLink direction="with" ref="{61CAAFC5-D95E-4A1C-B0DF-568FF163B9A9}"/>
            <msink:sourceLink direction="with" ref="{C4423F72-9252-4D4E-B708-4F954EF79142}"/>
          </msink:context>
        </emma:interpretation>
      </emma:emma>
    </inkml:annotationXML>
    <inkml:trace contextRef="#ctx0" brushRef="#br0">0 27,'0'-27,"0"54,0 25,26-52,-26 26,26-26,-26 26,26 1,-26-1,0 0,0 0,0 0,27 1,-27-1,0 0,0 0,0 0,0 0,0 1,26-1,-26 0,0 0,0 0,0 1,26-1,-26 0,0 0,0 0,0 27,26-27,-26 26,0-26,0 27,0-1,0-26,0 27,0-1,0-26,0 27,0-27,26 26,-26-26,0 27,0-27,0 0,0 26,0-25,27-1,-27 0,0 26,0-25,0-1,0 0,0 0,0 27,0-27,0 0,0 26,0-26,0 27,0-27,0 26,0-25,0-1,0 26,0-26,0 0,0 1,0-1,0 0,0 26,0-25,0-1,0 0,0 0,0 0,0 1,0-1,0 0,0 0,0 0,0 0,0 27,0-27,0 0,26 27,-26-27,0 0,0 26,0-25,0-1,0 0,0 26,0-26,0 27,0-27,0 26,0-25,0-1,0 26,0-26,0 0,-26 1,26-1,0 0,0 0,0 0,0 1,0-1,0 0,0 0,0 0,52 1,-52-1,0 0,0 0,0 0,0 0,0 1,0-1,0 0,0 0,0 0,0 1,0-1,0 0,0 26,0-26,0 1,0-1,0 0,0 0,0 0,0 1,0-1,0 0,0 0,0 0,0 1,0-1,0 0,0 0,26-26,-26 26,0 0,0 1,0-1,0 0,26 0,-26 0,0 1,26-1,-26 0,0 0,27-52</inkml:trace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14.05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1CAAFC5-D95E-4A1C-B0DF-568FF163B9A9}" emma:medium="tactile" emma:mode="ink">
          <msink:context xmlns:msink="http://schemas.microsoft.com/ink/2010/main" type="inkDrawing" rotatedBoundingBox="13298,10712 19859,10144 19889,10498 13329,11066" shapeName="Other">
            <msink:destinationLink direction="with" ref="{1720F807-2AF0-440D-B33B-DA24394FD632}"/>
          </msink:context>
        </emma:interpretation>
      </emma:emma>
    </inkml:annotationXML>
    <inkml:trace contextRef="#ctx0" brushRef="#br0">0 552,'-27'0,"54"0,-27 26,26-26,0 0,0 26,0-26,1 0,-1 0,0 0,0 0,0 0,1 0,-1 0,0-26,0 26,0 0,-26-26,26 26,1-26,-1 26,0 0,0-26,0 26,1 0,-1 0,0 0,0 26,0-26,0 0,1 26,-1-26,0 26,0-26,0 0,1 0,-1 0,0 0,0 0,0 0,1 0,-1 0,0 0,0 0,0-26,0 26,1 0,-1 0,0 0,0 0,0 0,1 0,-1 0,0 0,0 26,0-26,1 0,-1 0,0 0,0 0,0 26,0-26,1 0,-1 0,0 0,26 27,-25-27,-1 0,26 0,-26 26,0-26,27 0,-27 0,26 26,-25-26,-1 0,26 0,-26 0,27 0,-27 0,0 0,26 0,-25 0,25 0,-26-26,27 26,-27 0,26 0,-26-26,27 26,-1 0,-26-27,27 27,-1 0,0 0,27-26,-27 26,1 0,-1 0,0-26,1 26,25 0,-25 0,-27-26,26 26,1 0,-1 0,0-26,1 26,-27-27,26 27,1 0,-1-26,-26 26,27-26,-1 26,-26 0,27-26,-27 26,26-26,-26 26,27 0,-1 0,-26-26,27 26,-1 0,-26-27,26 27,1 0,-27 0,0 0,27-26,-27 26,26 0,-26 0,27 0,-27 0,26 0,-26 0,27 0,-27 0,0 0,27 0,-1 0,-26 0,26 0,-25 0,25 0,0 0,1 0,-1 0,-26-52,27 52,-1-26,0 26,1-27,25 1,-25 26,-1-26,0 0,-25 26,25-26,0 0,1 26,-27-27,26 27,-25-26,25 26,-26 0,0 0,27 0,-27 0,0 0,0 0,0 26,1-26,-1 0,0 53,0-53,0 26,1-26,-1 0,0 0,0 26,-78-26</inkml:trace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14.84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28A54B0-DDAC-41A0-A75A-FB95A269B6CD}" emma:medium="tactile" emma:mode="ink">
          <msink:context xmlns:msink="http://schemas.microsoft.com/ink/2010/main" type="writingRegion" rotatedBoundingBox="19377,9872 19979,9872 19979,10788 19377,10788">
            <msink:destinationLink direction="with" ref="{C644A917-3E2C-49DF-904F-D6011CEC9ABA}"/>
          </msink:context>
        </emma:interpretation>
      </emma:emma>
    </inkml:annotationXML>
    <inkml:traceGroup>
      <inkml:annotationXML>
        <emma:emma xmlns:emma="http://www.w3.org/2003/04/emma" version="1.0">
          <emma:interpretation id="{879E1BAA-4AC1-460F-AE6E-5C0E5C6470AD}" emma:medium="tactile" emma:mode="ink">
            <msink:context xmlns:msink="http://schemas.microsoft.com/ink/2010/main" type="paragraph" rotatedBoundingBox="19377,9872 19979,9872 19979,10788 19377,107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69322FF-CB3E-44F2-9915-37DC3B356A11}" emma:medium="tactile" emma:mode="ink">
              <msink:context xmlns:msink="http://schemas.microsoft.com/ink/2010/main" type="line" rotatedBoundingBox="19377,9872 19979,9872 19979,10788 19377,10788"/>
            </emma:interpretation>
          </emma:emma>
        </inkml:annotationXML>
        <inkml:traceGroup>
          <inkml:annotationXML>
            <emma:emma xmlns:emma="http://www.w3.org/2003/04/emma" version="1.0">
              <emma:interpretation id="{D73F0C47-5E54-4110-A5A1-EE7BC0E592B8}" emma:medium="tactile" emma:mode="ink">
                <msink:context xmlns:msink="http://schemas.microsoft.com/ink/2010/main" type="inkWord" rotatedBoundingBox="19377,9872 19979,9872 19979,10788 19377,10788"/>
              </emma:interpretation>
              <emma:one-of disjunction-type="recognition" id="oneOf0">
                <emma:interpretation id="interp0" emma:lang="en-US" emma:confidence="0.5">
                  <emma:literal>,</emma:literal>
                </emma:interpretation>
                <emma:interpretation id="interp1" emma:lang="en-US" emma:confidence="0">
                  <emma:literal>?</emma:literal>
                </emma:interpretation>
                <emma:interpretation id="interp2" emma:lang="en-US" emma:confidence="0">
                  <emma:literal>)</emma:literal>
                </emma:interpretation>
                <emma:interpretation id="interp3" emma:lang="en-US" emma:confidence="0">
                  <emma:literal>]</emma:literal>
                </emma:interpretation>
                <emma:interpretation id="interp4" emma:lang="en-US" emma:confidence="0">
                  <emma:literal>.</emma:literal>
                </emma:interpretation>
              </emma:one-of>
            </emma:emma>
          </inkml:annotationXML>
          <inkml:trace contextRef="#ctx0" brushRef="#br0">157 26,'0'-26,"26"26,0 0,0 0,0 26,1-26,-1 0,0 0,0 0,0 26,1-26,-1 0,0 0,0 0,-26 26,26-26,0 0,1 0,-27 27,26-27,-26 26,0 0,-26-26,26 26,0 0,-27-26,27 27,0-1,0 0,0 0,0 0,0 1,0-1,-26 0,26 0,0 0,-26-26,26 26,0 1,-26-1,0 0,0 0,-1 0,1 1,0-1,0 0,-27 0,27-26,0 26,0 0,0 1,-1-1,1 0,0 0,0-26,0 26,0-26</inkml:trace>
        </inkml:traceGroup>
      </inkml:traceGroup>
    </inkml:traceGroup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17.03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D49EF1F-CA58-42B4-949B-A155A45654D4}" emma:medium="tactile" emma:mode="ink">
          <msink:context xmlns:msink="http://schemas.microsoft.com/ink/2010/main" type="writingRegion" rotatedBoundingBox="11885,5971 15259,3219 18546,7248 15172,10001"/>
        </emma:interpretation>
      </emma:emma>
    </inkml:annotationXML>
    <inkml:traceGroup>
      <inkml:annotationXML>
        <emma:emma xmlns:emma="http://www.w3.org/2003/04/emma" version="1.0">
          <emma:interpretation id="{B4E3D822-7209-47DC-BD3B-3D04C375599A}" emma:medium="tactile" emma:mode="ink">
            <msink:context xmlns:msink="http://schemas.microsoft.com/ink/2010/main" type="paragraph" rotatedBoundingBox="12851,5093 14186,6252 13608,6917 12273,575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D02D2C6-6FF7-4B10-8852-3BC8BB65B534}" emma:medium="tactile" emma:mode="ink">
              <msink:context xmlns:msink="http://schemas.microsoft.com/ink/2010/main" type="line" rotatedBoundingBox="12851,5093 14186,6252 13608,6917 12273,5758"/>
            </emma:interpretation>
          </emma:emma>
        </inkml:annotationXML>
        <inkml:traceGroup>
          <inkml:annotationXML>
            <emma:emma xmlns:emma="http://www.w3.org/2003/04/emma" version="1.0">
              <emma:interpretation id="{C4423F72-9252-4D4E-B708-4F954EF79142}" emma:medium="tactile" emma:mode="ink">
                <msink:context xmlns:msink="http://schemas.microsoft.com/ink/2010/main" type="inkWord" rotatedBoundingBox="12851,5093 14186,6252 13608,6917 12273,5758">
                  <msink:destinationLink direction="with" ref="{1720F807-2AF0-440D-B33B-DA24394FD632}"/>
                </msink:context>
              </emma:interpretation>
              <emma:one-of disjunction-type="recognition" id="oneOf0">
                <emma:interpretation id="interp0" emma:lang="en-US" emma:confidence="0.5">
                  <emma:literal>NV</emma:literal>
                </emma:interpretation>
                <emma:interpretation id="interp1" emma:lang="en-US" emma:confidence="0.5">
                  <emma:literal>. r</emma:literal>
                </emma:interpretation>
                <emma:interpretation id="interp2" emma:lang="en-US" emma:confidence="0">
                  <emma:literal>NT</emma:literal>
                </emma:interpretation>
                <emma:interpretation id="interp3" emma:lang="en-US" emma:confidence="0">
                  <emma:literal>For</emma:literal>
                </emma:interpretation>
                <emma:interpretation id="interp4" emma:lang="en-US" emma:confidence="0">
                  <emma:literal>° r</emma:literal>
                </emma:interpretation>
              </emma:one-of>
            </emma:emma>
          </inkml:annotationXML>
          <inkml:trace contextRef="#ctx0" brushRef="#br0">-2095-3613,'0'0,"-27"-27,1 1,26 0,-26 0,26 0,0-1,0 1,0 0,0 0,0 0,26 26,-26-26,0-1,26 27,-26-26,27 26,-1 0,0 0,0 0,0 0,-26 26,27-26,-1 53,-26-27,26 0,-26 0,0 0,26 27,-26-27,0 0,0 27,0-27,0 0,0 0,0 0,0 1,-26-27,26 26,-26-26,26-26,0-27,0 27,0-26,0 25,0 1,26-26,-26 26,52-27,-52 27,27 0,-27-26,26 25,-26 1,26 0,-26 0,26 0,-26-1,0 1,26 26,-26-26,0 0,0 52,0 26,0-25,0 25,-26-26,26 0,0 1,0 25,0-26,0 0,0 0,0 27,0-27,0 0,0 0,0 1,26-27,-26 26,53 0,-27 0,26-26,-26 0,1 0,-1 0,0-26,0 26,-26-26,26 26,-26-26,26-1,-26 1,0 0,27 0,-27 0,26-1,-26 1</inkml:trace>
          <inkml:trace contextRef="#ctx0" brushRef="#br0" timeOffset="-898.667">-1179-3325,'0'0,"0"26,0 0,0 0,0 0,-52 1,52-1,-26 0,26 0,-27 0,27 1,-52-1,52 26,-26-26,26 0,-26 27,26-27,-27 0,27 0,0 1,0-1,0 0,0 0,27-78,-27-1,26 53,-26-26,26-26,-26 26,0-1,0 1,26 0,-26 0,26 0,-26 0,0-1,27 27,-27-26,26 0,-26 0,26 0,0-1,-26 1,26 0,1 0,-1 26,-26-26,26-1,0 27,-26-26,26 26,0 0,1 26,-1-26,0 27,0-1,-26 0,26-26,1 26,-27 0,26-26,0 27,0-1,-26 0,26-26,0 26,1 0,-1 1,0-1,0-26,-26 26</inkml:trace>
        </inkml:traceGroup>
      </inkml:traceGroup>
    </inkml:traceGroup>
    <inkml:traceGroup>
      <inkml:annotationXML>
        <emma:emma xmlns:emma="http://www.w3.org/2003/04/emma" version="1.0">
          <emma:interpretation id="{2F05F1F2-6F70-44C0-95EB-32F8F7F8CFC6}" emma:medium="tactile" emma:mode="ink">
            <msink:context xmlns:msink="http://schemas.microsoft.com/ink/2010/main" type="paragraph" rotatedBoundingBox="14493,9168 17866,6415 18546,7248 15172,100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5A1E07E-37DD-4B9F-9EC5-77AC0CDD2E4A}" emma:medium="tactile" emma:mode="ink">
              <msink:context xmlns:msink="http://schemas.microsoft.com/ink/2010/main" type="inkBullet" rotatedBoundingBox="14670,9385 14718,9345 14826,9478 14778,9517"/>
            </emma:interpretation>
            <emma:one-of disjunction-type="recognition" id="oneOf1">
              <emma:interpretation id="interp5" emma:lang="en-US" emma:confidence="0">
                <emma:literal>.</emma:literal>
              </emma:interpretation>
              <emma:interpretation id="interp6" emma:lang="en-US" emma:confidence="0">
                <emma:literal>,</emma:literal>
              </emma:interpretation>
              <emma:interpretation id="interp7" emma:lang="en-US" emma:confidence="0">
                <emma:literal>'</emma:literal>
              </emma:interpretation>
              <emma:interpretation id="interp8" emma:lang="en-US" emma:confidence="0">
                <emma:literal>I</emma:literal>
              </emma:interpretation>
              <emma:interpretation id="interp9" emma:lang="en-US" emma:confidence="0">
                <emma:literal>1</emma:literal>
              </emma:interpretation>
            </emma:one-of>
          </emma:emma>
        </inkml:annotationXML>
        <inkml:trace contextRef="#ctx0" brushRef="#br0" timeOffset="5075.8462">0 0,'26'26,"-26"1,0-1,26-26,-26 26,26-26,-26 26,-26-26,26 26,26-26</inkml:trace>
      </inkml:traceGroup>
      <inkml:traceGroup>
        <inkml:annotationXML>
          <emma:emma xmlns:emma="http://www.w3.org/2003/04/emma" version="1.0">
            <emma:interpretation id="{BA8D7961-9EBB-4701-92A6-8D28673DD8FF}" emma:medium="tactile" emma:mode="ink">
              <msink:context xmlns:msink="http://schemas.microsoft.com/ink/2010/main" type="line" rotatedBoundingBox="14957,8789 17866,6415 18546,7248 15637,9622">
                <msink:destinationLink direction="with" ref="{DC3A4DDE-B3C1-4F8D-9EB5-C81446A2B2A4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F4A67270-E395-4CEF-8FD6-FA5206B833B7}" emma:medium="tactile" emma:mode="ink">
                <msink:context xmlns:msink="http://schemas.microsoft.com/ink/2010/main" type="inkWord" rotatedBoundingBox="15012,8856 15519,8442 16144,9208 15637,9622"/>
              </emma:interpretation>
              <emma:one-of disjunction-type="recognition" id="oneOf2">
                <emma:interpretation id="interp10" emma:lang="en-US" emma:confidence="0.5">
                  <emma:literal>in</emma:literal>
                </emma:interpretation>
                <emma:interpretation id="interp11" emma:lang="en-US" emma:confidence="0">
                  <emma:literal>:</emma:literal>
                </emma:interpretation>
                <emma:interpretation id="interp12" emma:lang="en-US" emma:confidence="0">
                  <emma:literal>.</emma:literal>
                </emma:interpretation>
                <emma:interpretation id="interp13" emma:lang="en-US" emma:confidence="0">
                  <emma:literal>an</emma:literal>
                </emma:interpretation>
                <emma:interpretation id="interp14" emma:lang="en-US" emma:confidence="0">
                  <emma:literal>inn</emma:literal>
                </emma:interpretation>
              </emma:one-of>
            </emma:emma>
          </inkml:annotationXML>
          <inkml:trace contextRef="#ctx0" brushRef="#br0" timeOffset="7342.5197">1021-52,'26'0,"-26"26,26-26,-52 0,0 0,0 0,-1 26,1 0,26 1,-26-27,26 26,-26 0,26 0,0 0,0 1,0-1,0 0,26-26,0 0,0 0,-26-26,27 26,-27-53,26 53,-26-26,0 0,0 0,0 0,0-1,0 1,0 0,-53 26,53-26,0 0,0-1,0 1,0 0,0 0</inkml:trace>
          <inkml:trace contextRef="#ctx0" brushRef="#br0" timeOffset="6401.3019">811-864,'26'52,"-26"-25,0-54,0 1,0 0,-26 26,0 0,26 26,0 0,0 1,0-1,0 0,0-52,0 0,0-1,0 1,0 0,0 0</inkml:trace>
        </inkml:traceGroup>
        <inkml:traceGroup>
          <inkml:annotationXML>
            <emma:emma xmlns:emma="http://www.w3.org/2003/04/emma" version="1.0">
              <emma:interpretation id="{7D61BF71-E0AD-49D0-968B-DDC580890DA9}" emma:medium="tactile" emma:mode="ink">
                <msink:context xmlns:msink="http://schemas.microsoft.com/ink/2010/main" type="inkWord" rotatedBoundingBox="16075,7876 17866,6415 18539,7240 16748,8701">
                  <msink:destinationLink direction="to" ref="{9EDC23B6-AB59-465C-9C12-317D5DAE9163}"/>
                </msink:context>
              </emma:interpretation>
              <emma:one-of disjunction-type="recognition" id="oneOf3">
                <emma:interpretation id="interp15" emma:lang="en-US" emma:confidence="0.5">
                  <emma:literal>"</emma:literal>
                </emma:interpretation>
                <emma:interpretation id="interp16" emma:lang="en-US" emma:confidence="0">
                  <emma:literal>:</emma:literal>
                </emma:interpretation>
                <emma:interpretation id="interp17" emma:lang="en-US" emma:confidence="0">
                  <emma:literal>#</emma:literal>
                </emma:interpretation>
                <emma:interpretation id="interp18" emma:lang="en-US" emma:confidence="0">
                  <emma:literal>.</emma:literal>
                </emma:interpretation>
                <emma:interpretation id="interp1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9698.9417">2225-1885,'-26'0,"52"0,0 0,1 0,-1 0,-52 0,26-26</inkml:trace>
          <inkml:trace contextRef="#ctx0" brushRef="#br0" timeOffset="10341.6654">2749-1309,'0'26,"26"-26,-26-26,0 0,0 0,0-1,-26 27,26-26</inkml:trace>
          <inkml:trace contextRef="#ctx0" brushRef="#br0" timeOffset="8336.9408">1623-1257,'-26'0,"0"0,52 0,0 0,0 0,-52 0,26-26,-26 26,26-26,-26 26,-1 0,1 0,0 0,26-26,0 0,26-1</inkml:trace>
          <inkml:trace contextRef="#ctx0" brushRef="#br0" timeOffset="8972.0272">2042-681,'0'27,"0"-54,0 1,0 0,0 0</inkml:trace>
          <inkml:trace contextRef="#ctx0" brushRef="#br0" timeOffset="10889.9465">2958-2723,'0'0,"0"-26,0 0,0 52</inkml:trace>
          <inkml:trace contextRef="#ctx0" brushRef="#br0" timeOffset="11337.0188">3692-2226,'0'27,"0"-1,26 0,0-26,0 26,-26-78,-26 52,26-26,-26-1,0 27</inkml:trace>
        </inkml:traceGroup>
      </inkml:traceGroup>
    </inkml:traceGroup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36.50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C3A4DDE-B3C1-4F8D-9EB5-C81446A2B2A4}" emma:medium="tactile" emma:mode="ink">
          <msink:context xmlns:msink="http://schemas.microsoft.com/ink/2010/main" type="inkDrawing" rotatedBoundingBox="14527,9804 19481,5027 19772,5330 14818,10106" semanticType="scratchOut" shapeName="Other">
            <msink:sourceLink direction="with" ref="{BA8D7961-9EBB-4701-92A6-8D28673DD8FF}"/>
            <msink:destinationLink direction="from" ref="{9EDC23B6-AB59-465C-9C12-317D5DAE9163}"/>
          </msink:context>
        </emma:interpretation>
      </emma:emma>
    </inkml:annotationXML>
    <inkml:trace contextRef="#ctx0" brushRef="#br0">26 5033,'-26'0,"26"-26,0 0,0 0,0 0,26 26,-26-27,26 1,1 0,-1 0,0 0,0 0,-26-1,26 27,-26-26,27 0,-1 0,-26 0,26 26,-26-27,26 1,-26 0,26 26,-26-26,26 26,-26-26,0 0,27 26,-1-27,-26 1,26 0,0 0,-26 0,26 26,-26-27,0 1,27 26,-27-26,26 26,-26-26,26 0,0-1,-26 1,26 26,-26-26,27 26,-27-26,26 26,-26-26,26 26,-26-26,26 26,-26-27,26 1,0 0,1 0,-1 0,0-1,0 1,0 26,-26-26,27 26,-27-26,26 26,-26-26,26 26,-26-26,26-1,0 27,-26-26,26 26,-26-26,27 0,-1 0,-26-1,26 27,0-26,0 0,1 26,-1-26,0 26,0-26,0-1,1 1,-1 26,-26-26,26 26,0-26,-26 0,26 26,-26-26,26 26,1-27,-1 1,0 0,0 0,0 26,1 0,-1-26,0 26,0-27,0 27,0 0,1 0,-1-26,0 26,0 0,-26-26,26 0,1 26,-27-26,26 26,0-27,0 27,-26-26,26 26,-26-26,27 26,-27-26,26 26,-26-26,26 0,0-1,0 1,0 0,1 0,-1 0,0-1,0 1,0 26,-26-26,27 26,-27-26,26 0,0 26,-26-26,26 26,-26-27,26 27,1-26,-1 26,-26-26,26 26,0 0,0-26,0 26,1-26,-1 26,-26-27,26 1,0 0,0 0,1 0,-27-1,26 27,0-26,-26 0,26 26,0-26,0 26,-26-26,27 26,-27-26,26 26,0-27,0 27,-26-26,26 0,1 0,-27 0,26 26,0-27,-26 1,26 0,0 0,1 0,-1 0,26-1,-26 1,0 0,27-26,-27-1,26 27,-25-26,25 25,0-25,-26 0,27-1,-1 27,1-26,-27-1,26 27,-26-26,27 26,-27 0,26-27,-26 27,27 0,-27 0,0-1,0-25,1 26,-1 0,0-1,-26 1,0 0,26 0,-26 0,0 0,0-1,26 1,-26 0,26 0,-26 0,0-27,27 27,-27 0,26 0,-26-27,26 27,-26 0,26 0,-26 0,26-1,-26 1,27-26,-1 26,0-1,-26 1,26 0,0 0,-26 0,27 0,-1-1,0 1,0 0,-26 0,26 0,-26 52,0 0,-26-26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02.20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BC48A22-3CB7-4DA1-B915-EDE0CCC6883B}" emma:medium="tactile" emma:mode="ink">
          <msink:context xmlns:msink="http://schemas.microsoft.com/ink/2010/main" type="inkDrawing" rotatedBoundingBox="3378,13561 3531,17305 3455,17309 3302,13564" semanticType="callout" shapeName="Other">
            <msink:sourceLink direction="with" ref="{8ADD4ADC-FD02-4974-AC79-E32996ADD9AA}"/>
            <msink:sourceLink direction="with" ref="{A6BA4FCA-6344-41EF-8609-DC6DFAD67D3A}"/>
          </msink:context>
        </emma:interpretation>
      </emma:emma>
    </inkml:annotationXML>
    <inkml:trace contextRef="#ctx0" brushRef="#br0">0 0,'0'0,"0"-26,0 78,0 1,0-27,0 0,0 0,0 27,0-27,0 0,0 0,26 27,-26-27,0 26,0-26,0 27,0-1,26-26,-26 27,0-1,0 0,0 1,0-1,0 1,0-1,0 0,0-25,0 25,0 0,0 1,0-27,0 26,0-26,26 27,-26-1,0 0,0-25,0 25,27 0,-27 1,0-1,0 1,0-1,26 26,-26-25,0 25,0 1,0-1,0 1,0-27,0 27,0-27,0 27,0-27,0 1,0-1,0 0,0-25,0 25,0-26,0 27,0-27,0 26,0-26,0 0,0 27,0-27,0 26,0-25,0 25,26 0,-26-26,0 27,0-1,0-26,0 27,0-27,0 26,0-25,0-1,0 0,0 0,-26 0,26 0,0 1,0-54,0 1,0 0,0-26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07.03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21CAB6F-60F0-4094-AED2-F2661C75CA7D}" emma:medium="tactile" emma:mode="ink">
          <msink:context xmlns:msink="http://schemas.microsoft.com/ink/2010/main" type="writingRegion" rotatedBoundingBox="2878,12658 3550,12782 3458,13282 2785,13158"/>
        </emma:interpretation>
      </emma:emma>
    </inkml:annotationXML>
    <inkml:traceGroup>
      <inkml:annotationXML>
        <emma:emma xmlns:emma="http://www.w3.org/2003/04/emma" version="1.0">
          <emma:interpretation id="{0F9136D3-A46A-4F31-A329-0FC0A4F13AEE}" emma:medium="tactile" emma:mode="ink">
            <msink:context xmlns:msink="http://schemas.microsoft.com/ink/2010/main" type="paragraph" rotatedBoundingBox="2878,12658 3550,12782 3458,13282 2785,131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83FDE77-FA2B-4D7D-A466-3A30E20E34AF}" emma:medium="tactile" emma:mode="ink">
              <msink:context xmlns:msink="http://schemas.microsoft.com/ink/2010/main" type="line" rotatedBoundingBox="2878,12658 3550,12782 3458,13282 2785,13158"/>
            </emma:interpretation>
          </emma:emma>
        </inkml:annotationXML>
        <inkml:traceGroup>
          <inkml:annotationXML>
            <emma:emma xmlns:emma="http://www.w3.org/2003/04/emma" version="1.0">
              <emma:interpretation id="{8ADD4ADC-FD02-4974-AC79-E32996ADD9AA}" emma:medium="tactile" emma:mode="ink">
                <msink:context xmlns:msink="http://schemas.microsoft.com/ink/2010/main" type="inkWord" rotatedBoundingBox="2878,12658 3550,12782 3458,13282 2785,13158">
                  <msink:destinationLink direction="with" ref="{1BC48A22-3CB7-4DA1-B915-EDE0CCC6883B}"/>
                  <msink:destinationLink direction="with" ref="{BC2220DB-ACF7-48EB-92A1-99FCAECC7497}"/>
                </msink:context>
              </emma:interpretation>
              <emma:one-of disjunction-type="recognition" id="oneOf0">
                <emma:interpretation id="interp0" emma:lang="en-US" emma:confidence="0.5">
                  <emma:literal>DL</emma:literal>
                </emma:interpretation>
                <emma:interpretation id="interp1" emma:lang="en-US" emma:confidence="0">
                  <emma:literal>BL</emma:literal>
                </emma:interpretation>
                <emma:interpretation id="interp2" emma:lang="en-US" emma:confidence="0">
                  <emma:literal>A</emma:literal>
                </emma:interpretation>
                <emma:interpretation id="interp3" emma:lang="en-US" emma:confidence="0">
                  <emma:literal>BLs</emma:literal>
                </emma:interpretation>
                <emma:interpretation id="interp4" emma:lang="en-US" emma:confidence="0">
                  <emma:literal>M</emma:literal>
                </emma:interpretation>
              </emma:one-of>
            </emma:emma>
          </inkml:annotationXML>
          <inkml:trace contextRef="#ctx0" brushRef="#br0">132 105,'-26'26,"26"0,-26-26,26 27,0-1,0 0,0 0,-26 0,26 1,0-1,0 0,-27 0,27 0,-26-52,26 0,0-26,0 25,0 1,0 0,0 0,0 0,26-1,-26 1,0 0,27 26,-27-26,26 26,-26-26,0 0,26 26,0 0,-26-27,26 27,1 0,-1 0,0 0,0 0,0 0,-26 27,0-1,26-26,-26 26,0 0,0 0,0 0,0 1,0-1,0 0,0 0,0 0,-26 1,26-1,-26-26,26 26,-26-26,26 26,0 0,-26-26,26-26,52 26,-52-26,26 0,-26 0,0-1</inkml:trace>
          <inkml:trace contextRef="#ctx0" brushRef="#br0" timeOffset="419.224">420-26,'0'0,"-26"26,26 27,0-27,0 26,-26-52,26 26,0 1,0-1,0 0,0 0,0 0,26 1,-26-1,52-26,-25 26,-1-26,0 0,0 0,0 0,1-52,-1 52,-26-27,26 27,-26-26,26 26,-26-26</inkml:trace>
        </inkml:traceGroup>
      </inkml:traceGroup>
    </inkml:traceGroup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05.01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A6BA4FCA-6344-41EF-8609-DC6DFAD67D3A}" emma:medium="tactile" emma:mode="ink">
          <msink:context xmlns:msink="http://schemas.microsoft.com/ink/2010/main" type="inkDrawing" rotatedBoundingBox="3103,17203 9589,16788 9609,17098 3123,17514" shapeName="Other">
            <msink:destinationLink direction="with" ref="{1BC48A22-3CB7-4DA1-B915-EDE0CCC6883B}"/>
          </msink:context>
        </emma:interpretation>
      </emma:emma>
    </inkml:annotationXML>
    <inkml:trace contextRef="#ctx0" brushRef="#br0">0 471,'26'0,"1"-26,-1 26,0 0,0 0,-26-26,26 26,1 0,-1 0,0 0,0 0,0 0,1 0,-1 0,0 0,0 0,0 0,0 0,1 0,-1 0,0 26,0-26,0 0,1 0,-1 0,0 0,0 0,0 0,0-52,1 52,-1 0,0 0,0 0,0 0,1-27,-1 27,0 0,0 0,0 0,1 0,-1 0,0 0,0 0,0 0,0 0,1 0,-1 0,0 0,0 0,0 27,27-27,-27 0,0 0,0 0,1 0,-1 0,0 0,0 0,0 0,0 0,1-27,-1 27,0 0,0 0,0-26,27 26,-27 0,0-26,26 26,-25 0,25 0,-26-26,27 26,-27 0,26 0,-26 0,27 0,-27 0,26 0,-26 0,27 0,-27 0,0 0,27 0,-27 0,0 0,26 0,-26-26,1 26,-1 0,26-26,-26 26,1 0,-1-27,26 27,-26 0,27-26,-27 26,26 0,1 0,-1 0,0 0,1 0,-1 0,0 0,1 0,25 0,-25 0,-1 0,1 0,-1 0,0 0,1 0,-1 0,0 0,1-26,-27 26,26 0,1-26,-1 26,0-26,1 26,-1-27,-26 27,27-26,-1 26,-26-26,27 26,-1-26,-26 26,27 0,-1 0,0 0,-25 0,25 0,0 0,1 0,-27 0,26 0,1 0,-27 26,26-26,0 0,1 0,-27 0,26 0,1 0,-27 0,26 0,1 0,-27 0,26 0,-26 26,27-26,-27 0,0 0,27 26,-27-26,0 0,0 0,0 0,0 0,1 0,-1 27,0-27,0 0,0 0,1 0,-1 0,0 0,26 26,-25-26,-1 0,0 26,0-26,0 0,0 0,1 26,-1-26,0 0,0 0,0 0,1 0,-1 0,0 0,0 0,0 0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09.099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77C05E12-D830-402C-B2BC-B626619B455C}" emma:medium="tactile" emma:mode="ink">
          <msink:context xmlns:msink="http://schemas.microsoft.com/ink/2010/main" type="inkDrawing" rotatedBoundingBox="10604,16549 11206,18254 10734,18421 10132,16715" semanticType="enclosure" shapeName="Other"/>
        </emma:interpretation>
      </emma:emma>
    </inkml:annotationXML>
    <inkml:trace contextRef="#ctx0" brushRef="#br0">31 262,'0'0,"-26"0,26-26,0 78,0-26,0 1,0-1,0 0,26 0,-26 0,26 1,0-1,0 0,1-26,-27 26,26-26,0 0,0 0,-26-26,26-26,-26 25,0 1,0 0,0 0,0 0,0-1,0 1,0 0,0 0,0 0,0 0,0-1,0 1,0 0,26 26,1 26,-1 0,0 53,0-53,-26 0,26 27,1-27,-1 26,-26-26,26 27,-26-27,26 26,0 1,-26-27,26 26,-26 1,27-1,-1 0,-26 1,26-1,-26 0,26 1,-26-1,26 1,-26-1,27 0,-27 1,26-1,-26-26,0 27,0-1,26 0,-26-25,0 25,0-26,0 0,0 0,0 1,0-1,-52-26,52 26,-27-26,1-26,0 0,0-27,26 27,-26-26,-1 26,27-27,-26 1,0-1,26-25,-26-1,0 1,0-1,-1-26,27 1,-26-1,0 0,26 1,0-1,0 0,0 26,0 1,0-27,52 53,-52-27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37.63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BBD9605-EE07-45BB-BC2B-274C6CC64E2B}" emma:medium="tactile" emma:mode="ink">
          <msink:context xmlns:msink="http://schemas.microsoft.com/ink/2010/main" type="inkDrawing" rotatedBoundingBox="7543,9944 7821,10707 7342,10882 7063,10119" semanticType="callout" shapeName="Other">
            <msink:sourceLink direction="with" ref="{7809919D-3744-40C1-80D4-4A3E9DC31B48}"/>
          </msink:context>
        </emma:interpretation>
      </emma:emma>
    </inkml:annotationXML>
    <inkml:trace contextRef="#ctx0" brushRef="#br0">27 0,'-27'26,"54"-26,-1 0,0 0,-26 26,26-26,0 0,-26 26,26-26,1 0,-1 26,0-26,0 0,0 0,1 0,-1 0,-26 27,26-27,0 0,0 0,0 0,-26 26,27-26,-1 0,-26 26,26-26,-26 26,26-26,0 0,-26 26,27-26,-27 26,26-26,-26 27,0-1,-53 0,53 0,-26-26,26 26,-26 1,0-1,0 0,26 0,-27-26,1 26,26 0,-26 1,26-1,-26 26,0-26,0 1,26-1,0 0,-27-26,27-26,0 0,0-1,53 27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38.52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FC7C11F-C397-49EA-B9B4-2BE3D3E29501}" emma:medium="tactile" emma:mode="ink">
          <msink:context xmlns:msink="http://schemas.microsoft.com/ink/2010/main" type="inkDrawing" rotatedBoundingBox="8286,10176 8980,11991 8633,12124 7938,10308" semanticType="enclosure" shapeName="Other">
            <msink:destinationLink direction="with" ref="{1CCCF695-D09A-431B-91AA-187F796E6730}"/>
          </msink:context>
        </emma:interpretation>
      </emma:emma>
    </inkml:annotationXML>
    <inkml:trace contextRef="#ctx0" brushRef="#br0">969 183,'-26'0,"0"0,26 52,0-26,0 1,0-1,26 0,-26 0,0 0,26 1,-26-1,26 0,-26 0,27-26,-27 26,26-26,-26 26,26-26,-26-26,26 26,-26-52,0 26,26-27,-26 27,0 0,0 0,26 26,-26-26,0-1,0 1,27 26,-27 26,0 1,0-1,0 0,26-26,-26 26,0 0,26 1,-26-1,26 0,0 0,1 0,-27 0,26 27,0-27,0 26,0 1,1-27,-1 26,0 1,0-1,-26 0,26 1,0-1,1 1,-27-1,26 0,-26 1,26-1,-26 0,26-25,-26 25,26 0,-26 1,0-27,27 26,-27 1,0-27,0 0,0 26,0-25,0 25,0-26,0 0,-27-26,27 27,-26-27,0 0,0 0,0-53,-1 27,1 26,0-52,0 25,26 1,-26 0,26-26,-26 25,26-25,-27 0,27-1,0 1,-26 0,26-1,0-25,0 25,0 1,0-27,0 27,0 0,0-1,0 1,0 0,0-1,26 27,-26 0,0 0,0-1,27 27,-27-26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37.17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CCCF695-D09A-431B-91AA-187F796E6730}" emma:medium="tactile" emma:mode="ink">
          <msink:context xmlns:msink="http://schemas.microsoft.com/ink/2010/main" type="inkDrawing" rotatedBoundingBox="3960,16525 9165,12527 9403,12837 4199,16835" semanticType="callout" shapeName="Other">
            <msink:sourceLink direction="with" ref="{1FC7C11F-C397-49EA-B9B4-2BE3D3E29501}"/>
          </msink:context>
        </emma:interpretation>
      </emma:emma>
    </inkml:annotationXML>
    <inkml:trace contextRef="#ctx0" brushRef="#br0">0 3954,'0'0,"0"-26,27 26,-27-26,26 26,-26-26,26 26,0-26,0 26,-26-27,27 27,-27-26,26 26,0-26,0 26,0-26,0 26,1-26,-1 26,0 0,0-27,0 27,1 0,25-26,-26 26,0 0,1 0,25-26,-26 26,0-26,0 26,1-26,-1 26,-26-27,26 27,0 0,-26-26,26 26,-26-26,27 26,-27-26,26 26,-26-26,26 26,0-26,0 26,0-27,1 27,-1-26,0 0,0 26,0-26,1 26,-27-26,26 26,0-27,0 27,-26-26,26 0,-26 0,27 26,-27-26,26 26,-26-27,26 27,0-26,-26 0,26 26,0 0,-26-26,27 26,-1-26,0 0,0 26,-26-27,26 27,1-26,-1 0,0 26,-26-26,26 26,0 0,0-26,1 26,-1 0,0 0,-26-27,26 27,0 0,-26-26,27 26,-1-26,0 26,-26-26,26 26,-26-26,26 26,1 0,-27-26,26 26,0 0,0-27,0 27,0 0,1-26,-1 26,0 0,0-26,0 26,1 0,-1-26,0 26,-26-26,26-1,-26 1,26 26,-26-26,26 0,1 0,-1-1,0 1,0 26,-26-26,26 26,1-26,-1 26,-26-26,26 26,-26-26,26-1,-26 1,26 26,-26-26,27 26,-27-26,26 26,0 0,-26-26,26 26,0 0,0-27,1 1,-27 0,26 26,-26-26,0 0,26 26,-26-26,26-1,0 1,-26 0,27 26,-1-26,0 26,-26-26,26 26,0 0,1-27,-1 27,0-26,0 26,0-26,0 26,-26-26,27 26,-1-26,-26-1,26 27,-26-26,26 0,-26 0,26 26,-26-26,0 0,27-1,-27 1,0 0,26 26,-26-26,0 0,26 26,-26-27,26 27,-26-26,26 26,0-26,1 26,-27-26,26 26,0-26,0 0,0-1,1 1,-27 0,26 26,0-26,0 0,0-1,1 1,-1 0,0 0,0 0,0-1,0 1,1 0,-1 26,0-26,0 0,27 26,-27-26,0 26,0 0,0-27,0 27,1-26,-1 0,0 26,0-26,0 26,-26-26,27-1,-1 1,0 26,0-26,0 0,1 0,-1-1,0 27,26-26,-26 0,1 26,-1-26,26 26,-26-26,1 0,-1 26,-26-27,26 27,0-26,-26 0,26 26,-26-26,26 0,-26-1,27 27,-27-26,26 26,-26-26,0 0,26 26,0-26,0 26,-26-26,27 26,-27-27,26 27,-26-26,26 26,-26-26,26 0,0 0,-26-1,27 27,-27-26,0 52,0 1,-27-27,1 0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03.253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C2220DB-ACF7-48EB-92A1-99FCAECC7497}" emma:medium="tactile" emma:mode="ink">
          <msink:context xmlns:msink="http://schemas.microsoft.com/ink/2010/main" type="inkDrawing" rotatedBoundingBox="3281,13505 3924,14371 3475,14704 2832,13838" semanticType="callout" shapeName="Other">
            <msink:sourceLink direction="with" ref="{8ADD4ADC-FD02-4974-AC79-E32996ADD9AA}"/>
            <msink:sourceLink direction="with" ref="{F2B14673-126C-4814-840F-65B41C3F42FB}"/>
          </msink:context>
        </emma:interpretation>
      </emma:emma>
    </inkml:annotationXML>
    <inkml:trace contextRef="#ctx0" brushRef="#br0">446 760,'0'26,"0"0,0 26,-26-25,26-1,0 0,-26 0,26 0,0 1,-26-1,26 0,0 0,0 0,0 1,0-1,0 0,0 0,0 0,0 0,-26 1,26-1,0 0,0 0,-27 0,27 1,-26-1,26-79,0 27,0 0,0-26,53 25,-53 1,0 0,0 0,0 0,26 0,-26-1,26 1,-26 0,26 26,-26-26,0 0,26 26,-26-27,0 1,27 0,-27 0,0 0,26 26,-26-27,26 27,-26 27,26-27,-26 26,26-26,-26 26,27 0,-27 0,26-26,-26 27,26-1,-26 0,26-26,-26 26,0 0,26 1,-26 25,26-26,1 26,-1-25,-26 25,26 0,0-25,0 25,1-26,-27 26,26-25,-26-1,26-26,-26 26,26-26,-26 26,26-26,0 0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17.67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9B1DC39-1792-4FBA-AA42-217C18AD9469}" emma:medium="tactile" emma:mode="ink">
          <msink:context xmlns:msink="http://schemas.microsoft.com/ink/2010/main" type="writingRegion" rotatedBoundingBox="3606,15419 6837,12000 8741,13799 5509,17218"/>
        </emma:interpretation>
      </emma:emma>
    </inkml:annotationXML>
    <inkml:traceGroup>
      <inkml:annotationXML>
        <emma:emma xmlns:emma="http://www.w3.org/2003/04/emma" version="1.0">
          <emma:interpretation id="{49FD1486-C78E-4DB5-BCB6-B4D623B72BB8}" emma:medium="tactile" emma:mode="ink">
            <msink:context xmlns:msink="http://schemas.microsoft.com/ink/2010/main" type="paragraph" rotatedBoundingBox="3606,15419 6837,12000 7527,12652 4295,160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E974B87-C189-40AC-82B5-332FA3C79BB5}" emma:medium="tactile" emma:mode="ink">
              <msink:context xmlns:msink="http://schemas.microsoft.com/ink/2010/main" type="inkBullet" rotatedBoundingBox="4071,15859 4200,15723 4296,15813 4167,15949"/>
            </emma:interpretation>
            <emma:one-of disjunction-type="recognition" id="oneOf0">
              <emma:interpretation id="interp0" emma:lang="en-US" emma:confidence="0">
                <emma:literal>•</emma:literal>
              </emma:interpretation>
            </emma:one-of>
          </emma:emma>
        </inkml:annotationXML>
        <inkml:trace contextRef="#ctx0" brushRef="#br0">1363 3012,'0'26,"-26"-26,0 0,26 26,0 0,0 0,0 1,0-1,26-26,0 0,-26-26,26 26,-26-27,26 1,-26 0,0 0,-26 0,0 26,0 0,26 26,52-26,-26 0,-26 26,26-26,1 0,-80 0,53-26,-26 26,26-26,0-1</inkml:trace>
      </inkml:traceGroup>
      <inkml:traceGroup>
        <inkml:annotationXML>
          <emma:emma xmlns:emma="http://www.w3.org/2003/04/emma" version="1.0">
            <emma:interpretation id="{B811021C-E5A5-4713-847E-842CC2C3160A}" emma:medium="tactile" emma:mode="ink">
              <msink:context xmlns:msink="http://schemas.microsoft.com/ink/2010/main" type="line" rotatedBoundingBox="4471,14503 6837,12000 7527,12652 5161,15155">
                <msink:destinationLink direction="with" ref="{5E3820D0-CE21-4BC5-96E2-6B9FE6663B94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F2B14673-126C-4814-840F-65B41C3F42FB}" emma:medium="tactile" emma:mode="ink">
                <msink:context xmlns:msink="http://schemas.microsoft.com/ink/2010/main" type="inkWord" rotatedBoundingBox="4454,14387 5894,13111 6474,13767 5035,15042">
                  <msink:destinationLink direction="with" ref="{BC2220DB-ACF7-48EB-92A1-99FCAECC7497}"/>
                  <msink:destinationLink direction="with" ref="{C64BDF2A-19B0-4CE4-BC37-75A1474F9691}"/>
                </msink:context>
              </emma:interpretation>
              <emma:one-of disjunction-type="recognition" id="oneOf1">
                <emma:interpretation id="interp1" emma:lang="en-US" emma:confidence="0.5">
                  <emma:literal>;</emma:literal>
                </emma:interpretation>
                <emma:interpretation id="interp2" emma:lang="en-US" emma:confidence="0">
                  <emma:literal>:</emma:literal>
                </emma:interpretation>
                <emma:interpretation id="interp3" emma:lang="en-US" emma:confidence="0">
                  <emma:literal>"</emma:literal>
                </emma:interpretation>
                <emma:interpretation id="interp4" emma:lang="en-US" emma:confidence="0">
                  <emma:literal>h</emma:literal>
                </emma:interpretation>
                <emma:interpretation id="interp5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1907.3838">2201 2252,'-26'0,"26"-26,0 0</inkml:trace>
          <inkml:trace contextRef="#ctx0" brushRef="#br0" timeOffset="2300.0478">2175 2174,'26'0,"-26"-26,0-1,0 1,0 0,0 0,-26 26,26 26,0 0,0 0,0 1,0-1,0 0,52-26,-52 26</inkml:trace>
          <inkml:trace contextRef="#ctx0" brushRef="#br0" timeOffset="3347.5425">2463 1048,'-26'26,"26"-52,0 52,0 0,26-26,-26 26,26 1,-26-1,26-26,-26-26,-26-27,26 27,-26 0,26 0,-26-1,-1 1,27 0,0 52,0 0,27-26</inkml:trace>
          <inkml:trace contextRef="#ctx0" brushRef="#br0" timeOffset="7291.9806">3405 864,'0'27,"0"-1,53-26,-53 26,26-26,0 0,-26 26,26-26,0 26,1-26,-1 0,-26 27,26-27,-52 0,26-27,-26 27,26-26,-27 0,27 0,-26 26</inkml:trace>
        </inkml:traceGroup>
        <inkml:traceGroup>
          <inkml:annotationXML>
            <emma:emma xmlns:emma="http://www.w3.org/2003/04/emma" version="1.0">
              <emma:interpretation id="{B78915BA-B2FA-4D31-B1A0-6B62CDCB37FB}" emma:medium="tactile" emma:mode="ink">
                <msink:context xmlns:msink="http://schemas.microsoft.com/ink/2010/main" type="inkWord" rotatedBoundingBox="7358,12544 7384,12517 7450,12579 7424,12607">
                  <msink:destinationLink direction="with" ref="{C64BDF2A-19B0-4CE4-BC37-75A1474F9691}"/>
                </msink:context>
              </emma:interpretation>
              <emma:one-of disjunction-type="recognition" id="oneOf2">
                <emma:interpretation id="interp6" emma:lang="en-US" emma:confidence="0.5">
                  <emma:literal>.</emma:literal>
                </emma:interpretation>
                <emma:interpretation id="interp7" emma:lang="en-US" emma:confidence="0">
                  <emma:literal>o</emma:literal>
                </emma:interpretation>
                <emma:interpretation id="interp8" emma:lang="en-US" emma:confidence="0">
                  <emma:literal>V</emma:literal>
                </emma:interpretation>
                <emma:interpretation id="interp9" emma:lang="en-US" emma:confidence="0">
                  <emma:literal>°</emma:literal>
                </emma:interpretation>
                <emma:interpretation id="interp10" emma:lang="en-US" emma:confidence="0">
                  <emma:literal>v</emma:literal>
                </emma:interpretation>
              </emma:one-of>
            </emma:emma>
          </inkml:annotationXML>
          <inkml:trace contextRef="#ctx0" brushRef="#br0" timeOffset="9186.9836">4558-209,'0'26,"52"-26,-52 26,0-52,-26 26,26-26,-26 26,26-26</inkml:trace>
        </inkml:traceGroup>
      </inkml:traceGroup>
    </inkml:traceGroup>
    <inkml:traceGroup>
      <inkml:annotationXML>
        <emma:emma xmlns:emma="http://www.w3.org/2003/04/emma" version="1.0">
          <emma:interpretation id="{5D415681-3D3F-4BD8-A004-34EC4E957ADB}" emma:medium="tactile" emma:mode="ink">
            <msink:context xmlns:msink="http://schemas.microsoft.com/ink/2010/main" type="paragraph" rotatedBoundingBox="5600,16428 5475,16241 5560,16184 5685,1637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F16A977-13E5-4E4F-987C-1B065BCBC9E9}" emma:medium="tactile" emma:mode="ink">
              <msink:context xmlns:msink="http://schemas.microsoft.com/ink/2010/main" type="line" rotatedBoundingBox="5600,16428 5475,16241 5560,16184 5685,16371"/>
            </emma:interpretation>
          </emma:emma>
        </inkml:annotationXML>
        <inkml:traceGroup>
          <inkml:annotationXML>
            <emma:emma xmlns:emma="http://www.w3.org/2003/04/emma" version="1.0">
              <emma:interpretation id="{4E6D66D5-9A0E-43F3-84DC-98272180D006}" emma:medium="tactile" emma:mode="ink">
                <msink:context xmlns:msink="http://schemas.microsoft.com/ink/2010/main" type="inkWord" rotatedBoundingBox="5600,16428 5475,16241 5560,16184 5685,16371"/>
              </emma:interpretation>
              <emma:one-of disjunction-type="recognition" id="oneOf3">
                <emma:interpretation id="interp11" emma:lang="en-US" emma:confidence="0.5">
                  <emma:literal>Enns</emma:literal>
                </emma:interpretation>
                <emma:interpretation id="interp12" emma:lang="en-US" emma:confidence="0">
                  <emma:literal>Erns</emma:literal>
                </emma:interpretation>
                <emma:interpretation id="interp13" emma:lang="en-US" emma:confidence="0">
                  <emma:literal>Ennis</emma:literal>
                </emma:interpretation>
                <emma:interpretation id="interp14" emma:lang="en-US" emma:confidence="0">
                  <emma:literal>Enso</emma:literal>
                </emma:interpretation>
                <emma:interpretation id="interp15" emma:lang="en-US" emma:confidence="0">
                  <emma:literal>Enns.</emma:literal>
                </emma:interpretation>
              </emma:one-of>
            </emma:emma>
          </inkml:annotationXML>
          <inkml:trace contextRef="#ctx0" brushRef="#br0" timeOffset="5841.6065">2751 3588,'-26'-26,"-1"26,80 52,-27-52,0 0,-26 26,26-26,-26-26,0 0,-26 26,26-26,0-1,-52 1,52 0,-26 26,26-26,-27 26,27 26,27-26,-27 52,26-52,-26 27,26-27,-26 26</inkml:trace>
        </inkml:traceGroup>
      </inkml:traceGroup>
    </inkml:traceGroup>
    <inkml:traceGroup>
      <inkml:annotationXML>
        <emma:emma xmlns:emma="http://www.w3.org/2003/04/emma" version="1.0">
          <emma:interpretation id="{5991FE8E-C117-4E6F-8B75-A6E3F14A2916}" emma:medium="tactile" emma:mode="ink">
            <msink:context xmlns:msink="http://schemas.microsoft.com/ink/2010/main" type="paragraph" rotatedBoundingBox="7174,15266 7305,15266 7305,15319 7174,1531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F72CD80-4993-4117-A181-165983C1F345}" emma:medium="tactile" emma:mode="ink">
              <msink:context xmlns:msink="http://schemas.microsoft.com/ink/2010/main" type="inkBullet" rotatedBoundingBox="7161,15275 7242,15212 7318,15308 7236,15372"/>
            </emma:interpretation>
            <emma:one-of disjunction-type="recognition" id="oneOf4">
              <emma:interpretation id="interp16" emma:lang="en-US" emma:confidence="0">
                <emma:literal>•</emma:literal>
              </emma:interpretation>
            </emma:one-of>
          </emma:emma>
        </inkml:annotationXML>
        <inkml:trace contextRef="#ctx0" brushRef="#br0" timeOffset="4382.6874">4453 2540,'0'27,"26"-27,-26-27,-26 27,0 0,-1 0,27-26,0 52,-26-26,0 0,26-26</inkml:trace>
      </inkml:traceGroup>
    </inkml:traceGroup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44.60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DB7AF4E-8682-4126-B749-1DCF83D358D0}" emma:medium="tactile" emma:mode="ink">
          <msink:context xmlns:msink="http://schemas.microsoft.com/ink/2010/main" type="writingRegion" rotatedBoundingBox="4030,17519 10235,17504 10238,18611 4033,18625"/>
        </emma:interpretation>
      </emma:emma>
    </inkml:annotationXML>
    <inkml:traceGroup>
      <inkml:annotationXML>
        <emma:emma xmlns:emma="http://www.w3.org/2003/04/emma" version="1.0">
          <emma:interpretation id="{467243F2-528A-4CA5-88CF-BD8985A479C8}" emma:medium="tactile" emma:mode="ink">
            <msink:context xmlns:msink="http://schemas.microsoft.com/ink/2010/main" type="paragraph" rotatedBoundingBox="4030,17519 10235,17504 10238,18611 4033,186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B4FBD8-1C87-4E56-AA30-AD41D1993867}" emma:medium="tactile" emma:mode="ink">
              <msink:context xmlns:msink="http://schemas.microsoft.com/ink/2010/main" type="line" rotatedBoundingBox="4030,17519 10235,17504 10238,18611 4033,18625"/>
            </emma:interpretation>
          </emma:emma>
        </inkml:annotationXML>
        <inkml:traceGroup>
          <inkml:annotationXML>
            <emma:emma xmlns:emma="http://www.w3.org/2003/04/emma" version="1.0">
              <emma:interpretation id="{2C1EE35F-5C44-4331-BF17-4637473803F5}" emma:medium="tactile" emma:mode="ink">
                <msink:context xmlns:msink="http://schemas.microsoft.com/ink/2010/main" type="inkWord" rotatedBoundingBox="4030,17519 5706,17515 5708,18510 4032,18514"/>
              </emma:interpretation>
              <emma:one-of disjunction-type="recognition" id="oneOf0">
                <emma:interpretation id="interp0" emma:lang="en-US" emma:confidence="0.5">
                  <emma:literal>At,</emma:literal>
                </emma:interpretation>
                <emma:interpretation id="interp1" emma:lang="en-US" emma:confidence="0">
                  <emma:literal>RIE</emma:literal>
                </emma:interpretation>
                <emma:interpretation id="interp2" emma:lang="en-US" emma:confidence="0">
                  <emma:literal>RIFE</emma:literal>
                </emma:interpretation>
                <emma:interpretation id="interp3" emma:lang="en-US" emma:confidence="0">
                  <emma:literal>RITE</emma:literal>
                </emma:interpretation>
                <emma:interpretation id="interp4" emma:lang="en-US" emma:confidence="0">
                  <emma:literal>At.</emma:literal>
                </emma:interpretation>
              </emma:one-of>
            </emma:emma>
          </inkml:annotationXML>
          <inkml:trace contextRef="#ctx0" brushRef="#br0">82 341,'0'0,"-52"-131,52 104,-27 27,27-26,0 0,0 0,0 0,0-1,0 1,0 0,27 26,-1 0,0 0,-26 26,26-26,-26 53,0-1,0-26,26 0,-26 27,0-27,0 26,0-25,0 25,0-26,0 0,0 0,0 1,-26-27,26-27,0 1,0 0,53 26,-27 0,0 0,0 0,0 0,0 0,1 0,-1 0</inkml:trace>
          <inkml:trace contextRef="#ctx0" brushRef="#br0" timeOffset="-804">-363 445,'-26'-26,"26"0,-27 26,27 26,0 0,0 0,0 1,0-1,0 0,0 26,0-25,0 25,0-26,0 0,0 27,0-27,0 0,0 0,0 0,0 1,27-27,-27 26,0 0,0 0,-27-26,1 0,0 0,0 0,0-52,0 26,-1 26,27-53,-26 27,0 0,26 0,0-27,-26 1,26 26,0-27,0 27,0-26,0 26,0-27,0 27,0 0,26 26,-26-26,52 0,-25 26,25 0,-26 0,0 0,0 0,1 0,-1 0,0 26,0-26,0 26,-26 0,27 26,-1-25,0-1,-26 26,26-26,-26 27,0-1,26-26,-26 27,0-27,0 0,0 26,0-25,0-1,0 0,-52-26,52 26,-26-26,0 0,-1 0,1-26,0 26,26-26,-26 26,26-26,0-1,-26 27,26-26,52 26,-26 0,0 0,1 0,-1 0,0 0,0 26,0-26,27 0,-27 0,0 27,0-27,0 26,1-26,-1 0,0 26,0-26,0 0,-26 26</inkml:trace>
          <inkml:trace contextRef="#ctx0" brushRef="#br0" timeOffset="317.6164">710 786,'-26'0,"26"-27,53 1,-27 0,0 26,-26-26,26 0,0 0,-26-1,27 27,-27-26,0 0</inkml:trace>
          <inkml:trace contextRef="#ctx0" brushRef="#br0" timeOffset="529.0711">894 864,'0'0,"0"26,0-52,0 0,26 26,-26-26,26 0,0-1,-26 1,26 26,-26-26,27 0</inkml:trace>
        </inkml:traceGroup>
        <inkml:traceGroup>
          <inkml:annotationXML>
            <emma:emma xmlns:emma="http://www.w3.org/2003/04/emma" version="1.0">
              <emma:interpretation id="{4A87D3F7-4651-4447-81CF-781D3B85A0A1}" emma:medium="tactile" emma:mode="ink">
                <msink:context xmlns:msink="http://schemas.microsoft.com/ink/2010/main" type="inkWord" rotatedBoundingBox="6361,17755 7434,17753 7436,18617 6363,18620"/>
              </emma:interpretation>
              <emma:one-of disjunction-type="recognition" id="oneOf1">
                <emma:interpretation id="interp5" emma:lang="en-US" emma:confidence="0.5">
                  <emma:literal>03</emma:literal>
                </emma:interpretation>
                <emma:interpretation id="interp6" emma:lang="en-US" emma:confidence="0">
                  <emma:literal>0.3</emma:literal>
                </emma:interpretation>
                <emma:interpretation id="interp7" emma:lang="en-US" emma:confidence="0">
                  <emma:literal>033</emma:literal>
                </emma:interpretation>
                <emma:interpretation id="interp8" emma:lang="en-US" emma:confidence="0">
                  <emma:literal>023</emma:literal>
                </emma:interpretation>
                <emma:interpretation id="interp9" emma:lang="en-US" emma:confidence="0">
                  <emma:literal>0.33</emma:literal>
                </emma:interpretation>
              </emma:one-of>
            </emma:emma>
          </inkml:annotationXML>
          <inkml:trace contextRef="#ctx0" brushRef="#br0" timeOffset="1557.0968">2308 629,'0'0</inkml:trace>
          <inkml:trace contextRef="#ctx0" brushRef="#br0" timeOffset="2116.6673">2360 314,'0'-26,"0"0,26 26,-26-26,27 26,-1 0,0 0,0 52,0 1,0-27,-26 0,27 26,-1-26,-26 27,0-27,26 0,-26 0,0 1,0-1,0 0,-26-78,26 25,0 1,-26 0,52 26,26 0,-52 26,26-26,1 26,-27 1,26-27,-26 26,26 0,-26 0,0 0,0 0,0 1,0-1,0 0,0 0,0 0,0 1,0-1,0 26,-26-26,26 1,-26-1,-1 0,1-26,0 0,0 0,26-26,-26-27,26 27,-27 26</inkml:trace>
          <inkml:trace contextRef="#ctx0" brushRef="#br0" timeOffset="1168.0654">1705 341,'0'-27,"0"54,0-1,0 0,0 0,0 0,0 0,0 1,0-1,0 0,0 0,27 0,-27 1,26-1,-26 0,26-26,-26 26,26 0,0-26,1 0,-27-26,0 0,0 0,0 0,0-1,0 1,0 0,-27 26,27-26,0 0,-26 26,26-27,-26 27,26-26,-26 0,0 0,26 0,-27 26,27-26,-26 26,26-27,0 1</inkml:trace>
        </inkml:traceGroup>
        <inkml:traceGroup>
          <inkml:annotationXML>
            <emma:emma xmlns:emma="http://www.w3.org/2003/04/emma" version="1.0">
              <emma:interpretation id="{057105C8-F1A0-485B-8952-1406C424B2C5}" emma:medium="tactile" emma:mode="ink">
                <msink:context xmlns:msink="http://schemas.microsoft.com/ink/2010/main" type="inkWord" rotatedBoundingBox="7617,17782 9085,17779 9086,18355 7619,18359"/>
              </emma:interpretation>
              <emma:one-of disjunction-type="recognition" id="oneOf2">
                <emma:interpretation id="interp10" emma:lang="en-US" emma:confidence="0.5">
                  <emma:literal>of</emma:literal>
                </emma:interpretation>
                <emma:interpretation id="interp11" emma:lang="en-US" emma:confidence="0">
                  <emma:literal>to</emma:literal>
                </emma:interpretation>
                <emma:interpretation id="interp12" emma:lang="en-US" emma:confidence="0">
                  <emma:literal>off</emma:literal>
                </emma:interpretation>
                <emma:interpretation id="interp13" emma:lang="en-US" emma:confidence="0">
                  <emma:literal>-o</emma:literal>
                </emma:interpretation>
                <emma:interpretation id="interp14" emma:lang="en-US" emma:confidence="0">
                  <emma:literal>oof</emma:literal>
                </emma:interpretation>
              </emma:one-of>
            </emma:emma>
          </inkml:annotationXML>
          <inkml:trace contextRef="#ctx0" brushRef="#br0" timeOffset="2497.3225">3853 524,'-53'26,"80"-52,-1 0,0-27,0 53,-26-26,26 0</inkml:trace>
          <inkml:trace contextRef="#ctx0" brushRef="#br0" timeOffset="3192.5183">4193 262,'-26'0,"26"26,0 0,0 1,0-1,0 0,0 0,0 0,0 0,0 1,0-1,0 0,26 0,-26 0,26 1,-26-1,26 0,-26 0,27 0,-27 0,26 1,-26-1,26-26,-26 26,26-26,0 0,1-26,-27 0,0-27,0 27,0 0,0 0,0 0,0-1,-27 1,27 0,0 0,-26 0,0-1,26 1,-52 0,25 0,1 0,0 0,0-1,26 1,-26 26,0-26,-1 26</inkml:trace>
          <inkml:trace contextRef="#ctx0" brushRef="#br0" timeOffset="4866.006">2936 733,'0'0,"0"26,53-26,-27 0,0 0,26 0,-25 0,-1 0,0 0,0 0,-26-26,26 26,-26-26,26 26,1 0,-27-26,26 26,0 0,-26-26,26 26,0 0,1 0,-27-26,26 26,0 0,0 0,0-27,0 27,1 0,-1-26,0 26,0 0,0 0,1-26,-1 26,0 0,0 0,0 0,1 0,-27 26,26-26,-26 26,-26-26,-1 0,1 0</inkml:trace>
        </inkml:traceGroup>
        <inkml:traceGroup>
          <inkml:annotationXML>
            <emma:emma xmlns:emma="http://www.w3.org/2003/04/emma" version="1.0">
              <emma:interpretation id="{82237204-B89F-43D8-8B68-388FE339B479}" emma:medium="tactile" emma:mode="ink">
                <msink:context xmlns:msink="http://schemas.microsoft.com/ink/2010/main" type="inkWord" rotatedBoundingBox="9687,17859 10236,17857 10238,18538 9689,18540"/>
              </emma:interpretation>
              <emma:one-of disjunction-type="recognition" id="oneOf3">
                <emma:interpretation id="interp15" emma:lang="en-US" emma:confidence="0.5">
                  <emma:literal>m</emma:literal>
                </emma:interpretation>
                <emma:interpretation id="interp16" emma:lang="en-US" emma:confidence="0">
                  <emma:literal>y</emma:literal>
                </emma:interpretation>
                <emma:interpretation id="interp17" emma:lang="en-US" emma:confidence="0">
                  <emma:literal>M</emma:literal>
                </emma:interpretation>
                <emma:interpretation id="interp18" emma:lang="en-US" emma:confidence="0">
                  <emma:literal>h</emma:literal>
                </emma:interpretation>
                <emma:interpretation id="interp19" emma:lang="en-US" emma:confidence="0">
                  <emma:literal>n</emma:literal>
                </emma:interpretation>
              </emma:one-of>
            </emma:emma>
          </inkml:annotationXML>
          <inkml:trace contextRef="#ctx0" brushRef="#br0" timeOffset="3515.883">5031 550,'-26'26,"26"-52,0 0</inkml:trace>
          <inkml:trace contextRef="#ctx0" brushRef="#br0" timeOffset="3992.9294">5031 341,'26'0,"0"0,-26 26,27 0,-27 0,26 0,-26 0,26-26,-26 27,0-1,26 0,-26 0,26-26,-26 26,27 1,-27-1,26-26,0 26,0 0,0-26,0 0,1 0,-27-26,0 0,0 0,0-27,-27 27,27 0,-26 26,26 26,26 26,-26-25,53-1,-53 26,52-26,-52 27,26-27,-26 26,27-26,-27 1,26 25,-26-26,0 0</inkml:trace>
        </inkml:traceGroup>
      </inkml:traceGroup>
    </inkml:traceGroup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22.72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C988780C-F50C-4122-97E8-A49C45E56346}" emma:medium="tactile" emma:mode="ink">
          <msink:context xmlns:msink="http://schemas.microsoft.com/ink/2010/main" type="inkDrawing" rotatedBoundingBox="8286,14389 8392,14492 8340,14546 8234,14442" shapeName="Other"/>
        </emma:interpretation>
      </emma:emma>
    </inkml:annotationXML>
    <inkml:trace contextRef="#ctx0" brushRef="#br0">5553 1755,'0'0,"-27"0,27-26,0-1,-26 1,0 26,26-26,-26 26,26 26,0 0,0 1,26-27</inkml:trace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18.80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644A917-3E2C-49DF-904F-D6011CEC9ABA}" emma:medium="tactile" emma:mode="ink">
          <msink:context xmlns:msink="http://schemas.microsoft.com/ink/2010/main" type="inkDrawing" rotatedBoundingBox="20682,10131 21118,11752 20576,11898 20139,10277" semanticType="verticalRange" shapeName="Other">
            <msink:sourceLink direction="with" ref="{628A54B0-DDAC-41A0-A75A-FB95A269B6CD}"/>
            <msink:sourceLink direction="with" ref="{6FA409E6-4D41-47FC-B3D9-583A80262FFF}"/>
          </msink:context>
        </emma:interpretation>
      </emma:emma>
    </inkml:annotationXML>
    <inkml:trace contextRef="#ctx0" brushRef="#br0">864 419,'-53'-26,"53"78,0 0,26-52,-26 27,0-1,0 0,0 0,0 0,0 1,0-1,27-26,-27 26,26-26,0 0,0 0,-26-26,26 0,-26-1,27 1,-27 0,0 0,26 26,-26-26,0-1,0 1,26 0,-26 0,0 0,0 52,26 0,-26 0,53 27,-53-27,26 26,0 1,0-1,0 0,0 1,1-1,-1 27,0-27,-26 0,26 1,0 25,-26-25,27-1,-27 0,0 1,26-1,-26 1,0-1,0 0,0 1,0-1,0-26,0 27,0-27,0 0,-53 0,53 0,0 0,-26 1,26-1,-26 0,0-26,0 0,-1 0,1-26,0 0,26-27,-26 27,26 0,0 0,0 0,0-1,0-25,0 0,0-1,0 1,52 0,-52-1,0 1,26-27,-26 27,53-1,-53 1,26-26,0 25,-26 1,26-1,1 1,-27 26,26-27,-26 27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00.70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91AF167-93D4-4082-B539-0CA47400B9FA}" emma:medium="tactile" emma:mode="ink">
          <msink:context xmlns:msink="http://schemas.microsoft.com/ink/2010/main" type="inkDrawing" rotatedBoundingBox="13634,16540 20370,16223 20385,16542 13649,16859" semanticType="underline" shapeName="Other">
            <msink:sourceLink direction="with" ref="{78FB342F-E5E7-4CA2-9313-E62A80333BC3}"/>
            <msink:destinationLink direction="with" ref="{9CAE60CA-3252-49E8-9196-9179EB38CEAB}"/>
          </msink:context>
        </emma:interpretation>
      </emma:emma>
    </inkml:annotationXML>
    <inkml:trace contextRef="#ctx0" brushRef="#br0">157 471,'-79'0,"53"0,0 0,0 0,26-26,26 26,26 0,-25 0,-1 0,0 0,0-26,0 26,1-26,-1 26,0-26,0 26,26-27,-25 27,25 0,-26 0,27-26,-1 26,-26 0,27 0,-1 0,-26 0,26 0,-25 0,25 0,-26 0,0 0,27 26,-27-26,0 0,27 0,-27 0,0 27,0-27,0 0,0 0,1 0,-1 0,0 0,0 0,0 0,1 0,-1-27,0 27,0 0,0 0,0 0,27-26,-27 26,0 0,0 0,1 0,-1 0,0 0,0 0,27 0,-27 0,0 0,0 0,0 0,0 0,1 0,25 0,-26 0,0-26,27 26,-27 0,26 0,-26-26,27 26,-27 0,26 0,1 0,-1 0,1 52,-1-52,0 26,1-26,-1 27,0-27,1 26,-27 0,26 0,1-26,-1 0,-26 0,27 26,-27-26,26 0,-26 0,27 0,-27 0,0 0,26-26,-25 26,25-52,-26 52,0-26,27 26,-27-27,0 27,0-26,27 26,-27 0,0 0,26-26,-25 26,-1 0,26 0,-26-26,27 26,-27 0,26 0,1 0,-1 0,0-26,1 26,-1 0,27-26,-27 26,27 0,-1-27,-25 27,25 0,1-26,-1 26,1 0,-27 0,27 0,-27 0,27 0,-27 0,27 0,-27 26,0-26,27 0,-27 0,27 27,-27-27,1 0,25 0,-26 0,1 0,-1 0,1 0,-1 0,0-27,1 27,-1-52,-26 52,27-26,-1 0,-26-1,27 1,-27 26,0-26,0 26,0 0,0 0,1 0,-1 0,0 0,0 0,0 0,-26 26,27-26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59.42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A40BFE5-BD1B-473D-B8DE-E5B6F005A9E0}" emma:medium="tactile" emma:mode="ink">
          <msink:context xmlns:msink="http://schemas.microsoft.com/ink/2010/main" type="inkDrawing" rotatedBoundingBox="14459,13690 14554,16728 14400,16733 14306,13695" shapeName="Other"/>
        </emma:interpretation>
      </emma:emma>
    </inkml:annotationXML>
    <inkml:trace contextRef="#ctx0" brushRef="#br0">0 0,'0'26,"0"0,0 1,26-1,-26 0,0 0,0 0,26-26,-26 27,0-1,0 0,0 0,0 0,0 0,26 1,-26-1,0 0,0 0,0 0,0 1,0-1,26 0,-26 0,0 0,0 0,0 27,0-27,0 0,0 0,0 1,27-1,-27 0,0 0,0 0,0 1,0-1,0 26,0-26,0 0,0 1,0 25,0-26,0 0,0 27,0-27,0 0,0 0,26 0,-26 1,0 25,0-26,0 0,26 1,-26-1,0 0,0 0,0 0,0 1,0-1,0 0,0 0,0 0,0 0,0 1,0-1,0 0,0 0,0 0,0 1,0-1,0 26,0-26,0 0,0 1,0 25,0-26,-26 0,26 1,0 25,0-26,0 0,-26 27,26-27,0 26,0-26,0 27,0-1,0-26,0 27,0-1,-27 1,27-27,0 26,0-26,0 27,0-27,-26 0,26 0,0 0,0 1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6:44.395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BA37396-7FCC-4724-B770-F902DB29F902}" emma:medium="tactile" emma:mode="ink">
          <msink:context xmlns:msink="http://schemas.microsoft.com/ink/2010/main" type="writingRegion" rotatedBoundingBox="14867,11377 21251,10790 21714,15827 15330,16414"/>
        </emma:interpretation>
      </emma:emma>
    </inkml:annotationXML>
    <inkml:traceGroup>
      <inkml:annotationXML>
        <emma:emma xmlns:emma="http://www.w3.org/2003/04/emma" version="1.0">
          <emma:interpretation id="{D20725AC-E479-4D71-AA08-FE99ABF94291}" emma:medium="tactile" emma:mode="ink">
            <msink:context xmlns:msink="http://schemas.microsoft.com/ink/2010/main" type="paragraph" rotatedBoundingBox="14990,11322 21352,11212 21374,12462 15011,125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FA409E6-4D41-47FC-B3D9-583A80262FFF}" emma:medium="tactile" emma:mode="ink">
              <msink:context xmlns:msink="http://schemas.microsoft.com/ink/2010/main" type="line" rotatedBoundingBox="14990,11322 21352,11212 21374,12462 15011,12572">
                <msink:destinationLink direction="with" ref="{C644A917-3E2C-49DF-904F-D6011CEC9ABA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76086074-5058-431C-8138-F286DE0E5499}" emma:medium="tactile" emma:mode="ink">
                <msink:context xmlns:msink="http://schemas.microsoft.com/ink/2010/main" type="inkWord" rotatedBoundingBox="14825,11496 16527,11079 16795,12175 15093,12591"/>
              </emma:interpretation>
              <emma:one-of disjunction-type="recognition" id="oneOf0">
                <emma:interpretation id="interp0" emma:lang="en-US" emma:confidence="0.5">
                  <emma:literal>R...</emma:literal>
                </emma:interpretation>
                <emma:interpretation id="interp1" emma:lang="en-US" emma:confidence="0">
                  <emma:literal>R:</emma:literal>
                </emma:interpretation>
                <emma:interpretation id="interp2" emma:lang="en-US" emma:confidence="0">
                  <emma:literal>p.</emma:literal>
                </emma:interpretation>
                <emma:interpretation id="interp3" emma:lang="en-US" emma:confidence="0">
                  <emma:literal>per</emma:literal>
                </emma:interpretation>
                <emma:interpretation id="interp4" emma:lang="en-US" emma:confidence="0">
                  <emma:literal>R.</emma:literal>
                </emma:interpretation>
              </emma:one-of>
            </emma:emma>
          </inkml:annotationXML>
          <inkml:trace contextRef="#ctx0" brushRef="#br0">210 396,'0'26,"0"1,0-1,0 0,0 0,0 0,0 1,0-1,0 0,0 0,0 0,0 0,0 1,0-1,0 0,0 0,-26 0,26 1,0-1,0 0,0 0,0 0,0 0,0 1,0-1,0 0,-26-26,-1-26,1-27,26 27,-26 0,0 0,26-26,-26 25,26-25,0 0,0-1,-26 1,26 0,0-1,0 1,0 26,52-27,-52 1,0 26,26-27,-26 27,52 0,-52 0,27 0,-27-1,26 1,0 0,0 0,-26 0,26 26,1-27,-1 27,0 0,0 0,-26 27,26 25,1 0,-27 1,0-27,0 26,0-26,0 27,0-27,0 26,0-25,0 25,0-26,-27 0,27 1,0-1,-26 0,0 0,0-26,0 0,-1 0,27-26,-26 26,26-52,-26 25,26 1,0 0,52 26,-25 0,-1 0,0 52,0-52,0 27,1-27,-1 26,0-26,0 26,0 0,0 0,1 0,-27 1,26-27,0 26,0 0,0 0,1-26,-27 26,26 1,0-27,-26 26,26-26</inkml:trace>
          <inkml:trace contextRef="#ctx0" brushRef="#br0" timeOffset="440.5889">603-101,'0'0,"-26"-26,26-1,0 1,26 26,26 0,-26 0,1 26,-1-26,-26 53,26-53,-26 26,0 0,0 0,0 27,0-27,0 0,0 0,0 0,0 1,-26-1,26 0,0 0,0 0,0-52,26 26,0-26,0 26,-26-26,26 26,1-26,-1-1,0 27,-26-26,26 26,0-26,1 0,-1 26,-26-26,26 26</inkml:trace>
          <inkml:trace contextRef="#ctx0" brushRef="#br0" timeOffset="753.0035">1231 344,'0'26,"0"0,26-26,27-26,-27 26,-26-26,26 26,-26-26,26 26,1-27,-1 1,-26 0,26 26,0 0,-26-26</inkml:trace>
          <inkml:trace contextRef="#ctx0" brushRef="#br0" timeOffset="974.9991">1441 580,'0'0,"0"52,0-26,26-26,0 0,0 0,0 0,1-26,-1 0,-26 0,26 26,-26-27,26 1,-26 0,26 0,1 0,-1-1</inkml:trace>
        </inkml:traceGroup>
        <inkml:traceGroup>
          <inkml:annotationXML>
            <emma:emma xmlns:emma="http://www.w3.org/2003/04/emma" version="1.0">
              <emma:interpretation id="{812A8AD1-DBC7-4B37-B26A-C735AF6DB31D}" emma:medium="tactile" emma:mode="ink">
                <msink:context xmlns:msink="http://schemas.microsoft.com/ink/2010/main" type="inkWord" rotatedBoundingBox="17074,11415 18622,11273 18717,12304 17168,12446"/>
              </emma:interpretation>
              <emma:one-of disjunction-type="recognition" id="oneOf1">
                <emma:interpretation id="interp5" emma:lang="en-US" emma:confidence="0.5">
                  <emma:literal>0°]</emma:literal>
                </emma:interpretation>
                <emma:interpretation id="interp6" emma:lang="en-US" emma:confidence="0">
                  <emma:literal>0°}</emma:literal>
                </emma:interpretation>
                <emma:interpretation id="interp7" emma:lang="en-US" emma:confidence="0">
                  <emma:literal>0°)</emma:literal>
                </emma:interpretation>
                <emma:interpretation id="interp8" emma:lang="en-US" emma:confidence="0">
                  <emma:literal>0°,</emma:literal>
                </emma:interpretation>
                <emma:interpretation id="interp9" emma:lang="en-US" emma:confidence="0">
                  <emma:literal>0%]</emma:literal>
                </emma:interpretation>
              </emma:one-of>
            </emma:emma>
          </inkml:annotationXML>
          <inkml:trace contextRef="#ctx0" brushRef="#br0" timeOffset="1774">2305 3,'-26'27,"0"-27,26 26,-27 0,27 0,-26-26,26 26,-26 1,26-1,-26-26,26 26,0 0,-26-26,26 26,0 0,0 1,0-1,0 0,0 0,0 0,0 1,0-1,26 0,-26 0,26 0,-26 27,26-27,-26 0,53 0,-27 0,0 1,0-27,0 26,0-26,1 0,-1-53,0-25,-26 52,26-27,-26 27,0-26,0-1,0 1,0 0,0 25,0-25,0 0,0 26,-52-1,52-25,-26 26,26 0,-27-1,27 1,-26 26,26-26,-26 26,26-26,-26 26,26 52,-26-52,26 26,0 1</inkml:trace>
          <inkml:trace contextRef="#ctx0" brushRef="#br0" timeOffset="2357.0002">2933 161,'0'0,"-26"0,0 0,26 26,52-26,-52 26,27 0,-1-26,-26 26,26-26,0 0,-26-26,-52 26,52-26,-26 26,26-26,-27 0</inkml:trace>
          <inkml:trace contextRef="#ctx0" brushRef="#br0" timeOffset="2867.0705">3274-154,'-26'27,"52"-27,0 0,0-27,0 27,0-26,1 26,-1 0,0 0,0-26,0 26,1 0,-1 0,0 26,0 27,-26-1,0-26,26 26,-26 1,0-1,0 1,0-1,0 0,-52 1,52-1,0 0,-26 1,26-1,-26 1,26-1,-53-26,53 26,-26-25,26-1,-26 0,26 0,-26 0,-1-26,1 0,26-26</inkml:trace>
        </inkml:traceGroup>
        <inkml:traceGroup>
          <inkml:annotationXML>
            <emma:emma xmlns:emma="http://www.w3.org/2003/04/emma" version="1.0">
              <emma:interpretation id="{0F869BFB-B886-4EA8-B119-C15FD911758B}" emma:medium="tactile" emma:mode="ink">
                <msink:context xmlns:msink="http://schemas.microsoft.com/ink/2010/main" type="inkWord" rotatedBoundingBox="19221,11451 20410,11541 20358,12232 19169,12142"/>
              </emma:interpretation>
              <emma:one-of disjunction-type="recognition" id="oneOf2">
                <emma:interpretation id="interp10" emma:lang="en-US" emma:confidence="0.5">
                  <emma:literal>-0.8</emma:literal>
                </emma:interpretation>
                <emma:interpretation id="interp11" emma:lang="en-US" emma:confidence="0">
                  <emma:literal>-0-8</emma:literal>
                </emma:interpretation>
                <emma:interpretation id="interp12" emma:lang="en-US" emma:confidence="0">
                  <emma:literal>-08</emma:literal>
                </emma:interpretation>
                <emma:interpretation id="interp13" emma:lang="en-US" emma:confidence="0">
                  <emma:literal>08</emma:literal>
                </emma:interpretation>
                <emma:interpretation id="interp14" emma:lang="en-US" emma:confidence="0.5">
                  <emma:literal>of -8</emma:literal>
                </emma:interpretation>
              </emma:one-of>
            </emma:emma>
          </inkml:annotationXML>
          <inkml:trace contextRef="#ctx0" brushRef="#br0" timeOffset="3227.4663">4190 344,'0'78,"53"-78,-27 0,0-26,0 26,0 0,1-26,25 26,-26 0,0 0,0-26,1 26,-1 0,0 0,0-26,0 26,1 0,-1 0,0-27,0 27,-26-26</inkml:trace>
          <inkml:trace contextRef="#ctx0" brushRef="#br0" timeOffset="3662.4343">4845 30,'-26'0,"26"26,-26-26,-1 0,27 26,0 0,-26 0,26 1,0-1,0 0,0 0,0 0,0 0,0 27,0-27,0 0,0 27,53-27,-53 26,26-26,-26 1,26-1,-26 0,26 0,0 0,0-26,1 26,-1-26,0 0,0 0,0-52,1 0,-27 26,0-1,0 1,0-26,0 26,0-27,-27 27,27 0,-52-27,52 27,-52 0,52-26,-27 26,1-1,0 1,0 0,26 0,-26 26,26-26,-26 26,26-27,-27 27</inkml:trace>
          <inkml:trace contextRef="#ctx0" brushRef="#br0" timeOffset="3866.4499">5395 161,'0'0,"0"52,-26-52,-1 0</inkml:trace>
          <inkml:trace contextRef="#ctx0" brushRef="#br0" timeOffset="4492.0673">6102 30,'0'-27,"0"1,-26 26,-1 0,1 0,26 26,0 1,-26-27,26 52,0-26,0 0,-26 1,26-1,0 0,0 0,0 0,-26-26,26 26,0 1,0-1,52-26,-26 26,0-26,27 0,-27 26,0-26,0 0,1 26,-1-26,0 0,0 27,-26-1,26-26,0 26,-26 0,27 0,-27 1,0-1,0 0,0 0,0 0,0 27,0-27,0 0,-27 0,27 0,-52-26,52 27,-26-27,0 0,0 0,-1 0,1 0,26-27,-26 27,26-78,0 52,0-27,0 1,0 0,0-1,0 1,0-1,26 1,-26 0,0-1,0 1,26 0,-26-1,0 27,0 0,0-27,0 27,0 0,-52 26,52-26,-26 26,-27 0,27 0</inkml:trace>
        </inkml:traceGroup>
      </inkml:traceGroup>
    </inkml:traceGroup>
    <inkml:traceGroup>
      <inkml:annotationXML>
        <emma:emma xmlns:emma="http://www.w3.org/2003/04/emma" version="1.0">
          <emma:interpretation id="{A4ADE3CA-0049-4439-BDD4-9C2CA3A625FE}" emma:medium="tactile" emma:mode="ink">
            <msink:context xmlns:msink="http://schemas.microsoft.com/ink/2010/main" type="paragraph" rotatedBoundingBox="15515,14093 18991,13696 19047,14188 15572,1458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EEF398-142F-4A10-A9E4-EC53F5AE0129}" emma:medium="tactile" emma:mode="ink">
              <msink:context xmlns:msink="http://schemas.microsoft.com/ink/2010/main" type="inkBullet" rotatedBoundingBox="15527,14193 15627,14181 15631,14219 15531,14230"/>
            </emma:interpretation>
            <emma:one-of disjunction-type="recognition" id="oneOf3">
              <emma:interpretation id="interp15" emma:lang="en-US" emma:confidence="0">
                <emma:literal>-</emma:literal>
              </emma:interpretation>
            </emma:one-of>
          </emma:emma>
        </inkml:annotationXML>
        <inkml:trace contextRef="#ctx0" brushRef="#br0" timeOffset="77203.6985">524 2701,'0'0,"26"0,1 0,-1 26,0-26</inkml:trace>
      </inkml:traceGroup>
      <inkml:traceGroup>
        <inkml:annotationXML>
          <emma:emma xmlns:emma="http://www.w3.org/2003/04/emma" version="1.0">
            <emma:interpretation id="{C92230B4-E7B4-41E5-88E5-48F9722B4134}" emma:medium="tactile" emma:mode="ink">
              <msink:context xmlns:msink="http://schemas.microsoft.com/ink/2010/main" type="line" rotatedBoundingBox="16397,13992 18991,13696 19047,14188 16453,14485"/>
            </emma:interpretation>
          </emma:emma>
        </inkml:annotationXML>
        <inkml:traceGroup>
          <inkml:annotationXML>
            <emma:emma xmlns:emma="http://www.w3.org/2003/04/emma" version="1.0">
              <emma:interpretation id="{8229D813-DC58-4A14-90B3-EF9774FBB32A}" emma:medium="tactile" emma:mode="ink">
                <msink:context xmlns:msink="http://schemas.microsoft.com/ink/2010/main" type="inkWord" rotatedBoundingBox="16426,14247 16587,14228 16605,14392 16445,14410"/>
              </emma:interpretation>
              <emma:one-of disjunction-type="recognition" id="oneOf4">
                <emma:interpretation id="interp16" emma:lang="en-US" emma:confidence="0.5">
                  <emma:literal>L</emma:literal>
                </emma:interpretation>
                <emma:interpretation id="interp17" emma:lang="en-US" emma:confidence="0">
                  <emma:literal>.</emma:literal>
                </emma:interpretation>
                <emma:interpretation id="interp18" emma:lang="en-US" emma:confidence="0">
                  <emma:literal>6</emma:literal>
                </emma:interpretation>
                <emma:interpretation id="interp19" emma:lang="en-US" emma:confidence="0">
                  <emma:literal>c</emma:literal>
                </emma:interpretation>
                <emma:interpretation id="interp20" emma:lang="en-US" emma:confidence="0">
                  <emma:literal>l</emma:literal>
                </emma:interpretation>
              </emma:one-of>
            </emma:emma>
          </inkml:annotationXML>
          <inkml:trace contextRef="#ctx0" brushRef="#br0" timeOffset="77551.7258">1441 2753,'0'78,"0"-51,0-1,0 0,26-26,0 0,0 0,-26-26,26 26,1 0,-1-26</inkml:trace>
        </inkml:traceGroup>
        <inkml:traceGroup>
          <inkml:annotationXML>
            <emma:emma xmlns:emma="http://www.w3.org/2003/04/emma" version="1.0">
              <emma:interpretation id="{CA13A848-B5A1-47FE-9E30-D027C25C4ECA}" emma:medium="tactile" emma:mode="ink">
                <msink:context xmlns:msink="http://schemas.microsoft.com/ink/2010/main" type="inkWord" rotatedBoundingBox="17668,14062 17697,14059 17703,14113 17674,14117"/>
              </emma:interpretation>
              <emma:one-of disjunction-type="recognition" id="oneOf5">
                <emma:interpretation id="interp21" emma:lang="en-US" emma:confidence="0.5">
                  <emma:literal>.</emma:literal>
                </emma:interpretation>
                <emma:interpretation id="interp22" emma:lang="en-US" emma:confidence="0">
                  <emma:literal>j</emma:literal>
                </emma:interpretation>
                <emma:interpretation id="interp23" emma:lang="en-US" emma:confidence="0">
                  <emma:literal>&amp;</emma:literal>
                </emma:interpretation>
                <emma:interpretation id="interp24" emma:lang="en-US" emma:confidence="0">
                  <emma:literal>\</emma:literal>
                </emma:interpretation>
                <emma:interpretation id="interp25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77816.3854">2698 2596,'0'0,"0"26,-27-26,27-26,0 0</inkml:trace>
        </inkml:traceGroup>
        <inkml:traceGroup>
          <inkml:annotationXML>
            <emma:emma xmlns:emma="http://www.w3.org/2003/04/emma" version="1.0">
              <emma:interpretation id="{496F79BC-8BED-405E-A38D-88CE7A712103}" emma:medium="tactile" emma:mode="ink">
                <msink:context xmlns:msink="http://schemas.microsoft.com/ink/2010/main" type="inkWord" rotatedBoundingBox="18757,13722 18991,13696 19047,14188 18814,14215">
                  <msink:destinationLink direction="with" ref="{9CAE60CA-3252-49E8-9196-9179EB38CEAB}"/>
                </msink:context>
              </emma:interpretation>
              <emma:one-of disjunction-type="recognition" id="oneOf6">
                <emma:interpretation id="interp26" emma:lang="en-US" emma:confidence="0.5">
                  <emma:literal>;</emma:literal>
                </emma:interpretation>
                <emma:interpretation id="interp27" emma:lang="en-US" emma:confidence="0">
                  <emma:literal>:</emma:literal>
                </emma:interpretation>
                <emma:interpretation id="interp28" emma:lang="en-US" emma:confidence="0">
                  <emma:literal>.</emma:literal>
                </emma:interpretation>
                <emma:interpretation id="interp29" emma:lang="en-US" emma:confidence="0">
                  <emma:literal>"</emma:literal>
                </emma:interpretation>
                <emma:interpretation id="interp30" emma:lang="en-US" emma:confidence="0">
                  <emma:literal>\</emma:literal>
                </emma:interpretation>
              </emma:one-of>
            </emma:emma>
          </inkml:annotationXML>
          <inkml:trace contextRef="#ctx0" brushRef="#br0" timeOffset="78033.4567">3771 2229,'0'26,"0"-52</inkml:trace>
          <inkml:trace contextRef="#ctx0" brushRef="#br0" timeOffset="78179.3331">4033 2596,'0'78,"-26"-51</inkml:trace>
        </inkml:traceGroup>
      </inkml:traceGroup>
    </inkml:traceGroup>
    <inkml:traceGroup>
      <inkml:annotationXML>
        <emma:emma xmlns:emma="http://www.w3.org/2003/04/emma" version="1.0">
          <emma:interpretation id="{F03D1FB0-092D-4B0B-97F8-DB6FE2E907BD}" emma:medium="tactile" emma:mode="ink">
            <msink:context xmlns:msink="http://schemas.microsoft.com/ink/2010/main" type="paragraph" rotatedBoundingBox="15152,14650 18917,14227 19028,15209 15262,156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CAD73C4-1C4C-4999-8C6D-D2EF301762D8}" emma:medium="tactile" emma:mode="ink">
              <msink:context xmlns:msink="http://schemas.microsoft.com/ink/2010/main" type="inkBullet" rotatedBoundingBox="15167,14788 15829,14714 15900,15351 15239,15425"/>
            </emma:interpretation>
            <emma:one-of disjunction-type="recognition" id="oneOf7">
              <emma:interpretation id="interp31" emma:lang="en-US" emma:confidence="0">
                <emma:literal>:</emma:literal>
              </emma:interpretation>
              <emma:interpretation id="interp32" emma:lang="en-US" emma:confidence="0">
                <emma:literal>"</emma:literal>
              </emma:interpretation>
              <emma:interpretation id="interp33" emma:lang="en-US" emma:confidence="0">
                <emma:literal>!</emma:literal>
              </emma:interpretation>
              <emma:interpretation id="interp34" emma:lang="en-US" emma:confidence="0">
                <emma:literal>;</emma:literal>
              </emma:interpretation>
              <emma:interpretation id="interp35" emma:lang="en-US" emma:confidence="0">
                <emma:literal>?</emma:literal>
              </emma:interpretation>
            </emma:one-of>
          </emma:emma>
        </inkml:annotationXML>
        <inkml:trace contextRef="#ctx0" brushRef="#br1" timeOffset="94067.2597">262 3931,'-26'0</inkml:trace>
        <inkml:trace contextRef="#ctx0" brushRef="#br0" timeOffset="80295.1032">446 3617,'26'0,"-26"-26,52 26</inkml:trace>
        <inkml:trace contextRef="#ctx0" brushRef="#br0" timeOffset="82811.0417">812 3224,'0'0,"0"26,0 1,0-1,0 0,0 0,26-26,-26-26</inkml:trace>
      </inkml:traceGroup>
      <inkml:traceGroup>
        <inkml:annotationXML>
          <emma:emma xmlns:emma="http://www.w3.org/2003/04/emma" version="1.0">
            <emma:interpretation id="{E905DE1F-9DDC-4C52-81ED-A42DC15447D4}" emma:medium="tactile" emma:mode="ink">
              <msink:context xmlns:msink="http://schemas.microsoft.com/ink/2010/main" type="line" rotatedBoundingBox="16316,14519 18917,14227 19028,15209 16426,15501"/>
            </emma:interpretation>
          </emma:emma>
        </inkml:annotationXML>
        <inkml:traceGroup>
          <inkml:annotationXML>
            <emma:emma xmlns:emma="http://www.w3.org/2003/04/emma" version="1.0">
              <emma:interpretation id="{E6949E95-812C-4E2E-93D2-9DB19C744341}" emma:medium="tactile" emma:mode="ink">
                <msink:context xmlns:msink="http://schemas.microsoft.com/ink/2010/main" type="inkWord" rotatedBoundingBox="16779,14467 17805,14352 17915,15334 16889,15449">
                  <msink:destinationLink direction="with" ref="{33C26739-C9E9-4E69-881A-9D83F6C76BD8}"/>
                  <msink:destinationLink direction="with" ref="{0506BE90-9756-478A-AE7B-6DC5E1A18EA4}"/>
                </msink:context>
              </emma:interpretation>
              <emma:one-of disjunction-type="recognition" id="oneOf8">
                <emma:interpretation id="interp36" emma:lang="en-US" emma:confidence="0.5">
                  <emma:literal>"I</emma:literal>
                </emma:interpretation>
                <emma:interpretation id="interp37" emma:lang="en-US" emma:confidence="0">
                  <emma:literal>i...</emma:literal>
                </emma:interpretation>
                <emma:interpretation id="interp38" emma:lang="en-US" emma:confidence="0">
                  <emma:literal>i"...</emma:literal>
                </emma:interpretation>
                <emma:interpretation id="interp39" emma:lang="en-US" emma:confidence="0">
                  <emma:literal>"I.</emma:literal>
                </emma:interpretation>
                <emma:interpretation id="interp40" emma:lang="en-US" emma:confidence="0">
                  <emma:literal>.....</emma:literal>
                </emma:interpretation>
              </emma:one-of>
            </emma:emma>
          </inkml:annotationXML>
          <inkml:trace contextRef="#ctx0" brushRef="#br0" timeOffset="83092.1074">1807 3250,'0'-26</inkml:trace>
          <inkml:trace contextRef="#ctx0" brushRef="#br0" timeOffset="80770.2144">2095 3434,'-52'104,"26"-104,26 27,0-1,-26-26,52-53,-26 27</inkml:trace>
          <inkml:trace contextRef="#ctx0" brushRef="#br0" timeOffset="84004.0269">2410 3800,'0'0,"-53"53,53-27,0 0</inkml:trace>
          <inkml:trace contextRef="#ctx0" brushRef="#br0" timeOffset="83828.1065">2514 3853,'0'0,"-26"-26,52 26</inkml:trace>
          <inkml:trace contextRef="#ctx0" brushRef="#br0" timeOffset="83297.1119">2593 2884,'0'0,"-26"52,26-26,0-52,0 0</inkml:trace>
          <inkml:trace contextRef="#ctx0" brushRef="#br0" timeOffset="80989.893">2855 3329,'0'0,"0"26,0 0</inkml:trace>
          <inkml:trace contextRef="#ctx0" brushRef="#br0" timeOffset="83545.1714">3300 3224,'0'0,"-79"0,53 0,26-26,0 0</inkml:trace>
          <inkml:trace contextRef="#ctx0" brushRef="#br0" timeOffset="81164.1017">3352 3172,'0'26,"-26"-26,26 26,26-26,27 0</inkml:trace>
          <inkml:trace contextRef="#ctx0" brushRef="#br0" timeOffset="81331.5021">3928 3093,'27'0</inkml:trace>
          <inkml:trace contextRef="#ctx0" brushRef="#br0" timeOffset="80579.014">1415 3434,'-27'0,"1"0,26 26,26-26,1 0,-1 0,0 0</inkml:trace>
        </inkml:traceGroup>
      </inkml:traceGroup>
    </inkml:traceGroup>
    <inkml:traceGroup>
      <inkml:annotationXML>
        <emma:emma xmlns:emma="http://www.w3.org/2003/04/emma" version="1.0">
          <emma:interpretation id="{CC556612-2A61-47C2-A455-C601646C3434}" emma:medium="tactile" emma:mode="ink">
            <msink:context xmlns:msink="http://schemas.microsoft.com/ink/2010/main" type="paragraph" rotatedBoundingBox="15391,15527 18845,15209 18925,16083 15472,164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07E43A6-89EB-44CC-8854-9017D68A93B4}" emma:medium="tactile" emma:mode="ink">
              <msink:context xmlns:msink="http://schemas.microsoft.com/ink/2010/main" type="inkBullet" rotatedBoundingBox="15414,15771 15519,15762 15531,15892 15426,15901"/>
            </emma:interpretation>
            <emma:one-of disjunction-type="recognition" id="oneOf9">
              <emma:interpretation id="interp41" emma:lang="en-US" emma:confidence="0">
                <emma:literal>•</emma:literal>
              </emma:interpretation>
            </emma:one-of>
          </emma:emma>
        </inkml:annotationXML>
        <inkml:trace contextRef="#ctx0" brushRef="#br0" timeOffset="79762.0989">498 4272,'0'0,"-78"52,78-26,0 0,52 1,-26-27,0-53</inkml:trace>
      </inkml:traceGroup>
      <inkml:traceGroup>
        <inkml:annotationXML>
          <emma:emma xmlns:emma="http://www.w3.org/2003/04/emma" version="1.0">
            <emma:interpretation id="{78FB342F-E5E7-4CA2-9313-E62A80333BC3}" emma:medium="tactile" emma:mode="ink">
              <msink:context xmlns:msink="http://schemas.microsoft.com/ink/2010/main" type="line" rotatedBoundingBox="15950,15475 18845,15209 18925,16083 16030,16350">
                <msink:destinationLink direction="with" ref="{891AF167-93D4-4082-B539-0CA47400B9FA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663DD67D-5111-46C7-BCFF-66A6A2145555}" emma:medium="tactile" emma:mode="ink">
                <msink:context xmlns:msink="http://schemas.microsoft.com/ink/2010/main" type="inkWord" rotatedBoundingBox="16849,15848 17280,15808 17319,16231 16888,16271"/>
              </emma:interpretation>
              <emma:one-of disjunction-type="recognition" id="oneOf10">
                <emma:interpretation id="interp42" emma:lang="en-US" emma:confidence="0.5">
                  <emma:literal>...i</emma:literal>
                </emma:interpretation>
                <emma:interpretation id="interp43" emma:lang="en-US" emma:confidence="0">
                  <emma:literal>"..."</emma:literal>
                </emma:interpretation>
                <emma:interpretation id="interp44" emma:lang="en-US" emma:confidence="0">
                  <emma:literal>.....</emma:literal>
                </emma:interpretation>
                <emma:interpretation id="interp45" emma:lang="en-US" emma:confidence="0">
                  <emma:literal>"...i</emma:literal>
                </emma:interpretation>
                <emma:interpretation id="interp46" emma:lang="en-US" emma:confidence="0">
                  <emma:literal>i..."</emma:literal>
                </emma:interpretation>
              </emma:one-of>
            </emma:emma>
          </inkml:annotationXML>
          <inkml:trace contextRef="#ctx0" brushRef="#br0" timeOffset="84811.0159">1912 4350,'0'0,"0"79,-52-53,52 0,0 0,0-52,0-26</inkml:trace>
          <inkml:trace contextRef="#ctx0" brushRef="#br0" timeOffset="79302.0984">2279 4717,'0'0,"0"26,-26-26,26-26,52 0,-52-1,0 1,0 0</inkml:trace>
          <inkml:trace contextRef="#ctx0" brushRef="#br0" timeOffset="79083.0996">2881 4141,'-26'0,"26"-26,0-1</inkml:trace>
          <inkml:trace contextRef="#ctx0" brushRef="#br0" timeOffset="78808.1036">3771 3931,'0'53,"0"-27,0 0,0 0,0 0</inkml:trace>
          <inkml:trace contextRef="#ctx0" brushRef="#br0" timeOffset="78604.0995">3850 3800,'-53'-52,"53"26</inkml:trace>
          <inkml:trace contextRef="#ctx0" brushRef="#br0" timeOffset="79566.0447">1100 4245,'0'0,"-78"-26,52 26,-1 0,27-26,0 0,27 26,-27-26,26 0,-26-1</inkml:trace>
        </inkml:traceGroup>
      </inkml:traceGroup>
    </inkml:traceGroup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19.91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3C26739-C9E9-4E69-881A-9D83F6C76BD8}" emma:medium="tactile" emma:mode="ink">
          <msink:context xmlns:msink="http://schemas.microsoft.com/ink/2010/main" type="inkDrawing" rotatedBoundingBox="15111,15588 18807,14493 18882,14747 15187,15842" semanticType="underline" shapeName="Other">
            <msink:sourceLink direction="with" ref="{E6949E95-812C-4E2E-93D2-9DB19C744341}"/>
          </msink:context>
        </emma:interpretation>
      </emma:emma>
    </inkml:annotationXML>
    <inkml:trace contextRef="#ctx0" brushRef="#br0">0 1283,'0'-26,"0"0,26 26,-26-26,26 26,0-27,1 1,-1 26,0-26,0 26,-26-26,26 26,1 0,-27-26,26 26,0 0,0-26,0 26,0-27,1 27,-27-26,26 26,0-26,0 26,0-26,1 26,-27-26,26 26,0-27,0 27,0-26,0 0,1 26,-1 0,-26-26,26 26,0 0,0-26,1 26,-1 0,0 0,0-26,0 26,1 0,-1-27,0 27,0 0,0-26,0 26,1 0,-27-26,26 26,0 0,0 0,0 0,1 0,-1 0,0 0,0 0,0 0,0 0,1 0,-1-26,0 26,0 0,0-26,1 26,-1-27,0 27,26 0,-25 0,-1-26,0 26,0 0,0 0,0 0,1-26,25 26,-26 0,0 0,1 0,-1 0,0 0,0-26,0 26,1 0,-1-26,0 26,0-27,0 27,0-26,27 0,-27 26,0-26,0 0,1 26,-1 0,26-26,-26 26,0 0,1 0,-1 0,0 0,0 0,0 0,1 0,-1 0,0 0,0-27,0 27,1 0,-1-26,0 26,0-26,0 26,0-26,27 26,-27 0,0-26,0 26,1-27,-1 27,0 0,0 0,-26-26,26 26,0 0,1 0,-1 0,-26 26,26-26,0 0,0 0,1 0,25 0,-26-26,0 26,1-26,-1 26,0-26,0 26,-26-52,26 52,0 0,-26-27,27 27,-27-26,-27 26,1 0,0 0,0 0</inkml:trace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25.20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48E231D-8921-4C2F-84E4-C934688C951F}" emma:medium="tactile" emma:mode="ink">
          <msink:context xmlns:msink="http://schemas.microsoft.com/ink/2010/main" type="writingRegion" rotatedBoundingBox="15326,17271 20363,17126 20402,18495 15365,18640"/>
        </emma:interpretation>
      </emma:emma>
    </inkml:annotationXML>
    <inkml:traceGroup>
      <inkml:annotationXML>
        <emma:emma xmlns:emma="http://www.w3.org/2003/04/emma" version="1.0">
          <emma:interpretation id="{EB8E584C-185C-4CBB-A6C2-32F58BA891BE}" emma:medium="tactile" emma:mode="ink">
            <msink:context xmlns:msink="http://schemas.microsoft.com/ink/2010/main" type="paragraph" rotatedBoundingBox="15326,17271 20363,17126 20402,18495 15365,1864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98B608A-B293-4FFD-8C66-A57CB3173E8A}" emma:medium="tactile" emma:mode="ink">
              <msink:context xmlns:msink="http://schemas.microsoft.com/ink/2010/main" type="line" rotatedBoundingBox="15326,17271 20363,17126 20402,18495 15365,18640"/>
            </emma:interpretation>
          </emma:emma>
        </inkml:annotationXML>
        <inkml:traceGroup>
          <inkml:annotationXML>
            <emma:emma xmlns:emma="http://www.w3.org/2003/04/emma" version="1.0">
              <emma:interpretation id="{90716C86-38FB-451D-8E92-3172FBAF1DE3}" emma:medium="tactile" emma:mode="ink">
                <msink:context xmlns:msink="http://schemas.microsoft.com/ink/2010/main" type="inkWord" rotatedBoundingBox="15326,17271 17223,17216 17262,18585 15365,18640"/>
              </emma:interpretation>
              <emma:one-of disjunction-type="recognition" id="oneOf0">
                <emma:interpretation id="interp0" emma:lang="en-US" emma:confidence="0.5">
                  <emma:literal>R'.</emma:literal>
                </emma:interpretation>
                <emma:interpretation id="interp1" emma:lang="en-US" emma:confidence="0">
                  <emma:literal>R''.</emma:literal>
                </emma:interpretation>
                <emma:interpretation id="interp2" emma:lang="en-US" emma:confidence="0">
                  <emma:literal>R':</emma:literal>
                </emma:interpretation>
                <emma:interpretation id="interp3" emma:lang="en-US" emma:confidence="0">
                  <emma:literal>RL:</emma:literal>
                </emma:interpretation>
                <emma:interpretation id="interp4" emma:lang="en-US" emma:confidence="0">
                  <emma:literal>R.</emma:literal>
                </emma:interpretation>
              </emma:one-of>
            </emma:emma>
          </inkml:annotationXML>
          <inkml:trace contextRef="#ctx0" brushRef="#br0">0 26,'0'-26,"26"26,-26 26,26-26,0 53,-26-27,0 0,26 27,-26-27,0 0,0 26,0-26,0 1,0-1,0 0,0 0,0 0,0 1,0-1,27-26,-1 0,-26-26,52 26,-52-27,26 27,1 0,-27-26,26 26,0 0,0 0,-26-26</inkml:trace>
          <inkml:trace contextRef="#ctx0" brushRef="#br0" timeOffset="-505.2236">-419 498,'-26'0,"26"26,0 0,0 0,0 1,0-1,0 0,0 0,0 0,0 0,0 27,0-27,0 0,0 27,0-27,26 0,-26 26,0-26,0 1,0-1,26 0,-26 0,0 0,0 1,0-1,0 0,26-26,-26-26,-52 26,52-26,0-27,0 27,-26 0,26 0,-27-1,27-25,0 0,-26-1,26 1,0 0,0-1,-26-25,26 25,0 1,0-27,0 27,0 0,0-1,0 1,52 0,-52-1,0 27,27 0,-27 0,26 26,0 0,0 0,-26 26,26-26,-26 52,26-52,1 53,-27-27,26 0,-26 0,26 0,-26 0,0 27,0-27,0 26,0 1,0-27,0 26,-26 1,26-1,-53 0,53-25,-26 25,26-26,-26 0,26 1,-26-1,26 0,-26-26,26 26,-26-26,26-52,0 26,0-1,0 1,0 0,26 78,0-25,0-1,0-26,0 52,1-52,-1 26,0 0,0-26,-26 27,26-1,1-26,-1 26,0-26,-26 26,26-26,0 0,0 26,1-26,-27 27</inkml:trace>
          <inkml:trace contextRef="#ctx0" brushRef="#br0" timeOffset="2273.3283">916 838,'0'26,"-26"-26,26-26,26 26,0 0,1-26,-1 26,0 0,0 0,0-26,0 26,1-26,-1-1,0 1,0 26</inkml:trace>
          <inkml:trace contextRef="#ctx0" brushRef="#br0" timeOffset="2532.0551">1204 1179,'0'0,"-52"104,52-77,0-1,-26-26,78 0,-52-26,26 26,-26-27,26 1,1 26,-1-26,-26 0,26 26,-26-26,26 26,-26-27,26 1,1 0</inkml:trace>
        </inkml:traceGroup>
        <inkml:traceGroup>
          <inkml:annotationXML>
            <emma:emma xmlns:emma="http://www.w3.org/2003/04/emma" version="1.0">
              <emma:interpretation id="{82EE80AE-DF6D-4D10-8D68-FFE9FADE40DD}" emma:medium="tactile" emma:mode="ink">
                <msink:context xmlns:msink="http://schemas.microsoft.com/ink/2010/main" type="inkWord" rotatedBoundingBox="18151,17419 20369,17355 20401,18460 18183,18524"/>
              </emma:interpretation>
              <emma:one-of disjunction-type="recognition" id="oneOf1">
                <emma:interpretation id="interp5" emma:lang="en-US" emma:confidence="0.5">
                  <emma:literal>40.1</emma:literal>
                </emma:interpretation>
                <emma:interpretation id="interp6" emma:lang="en-US" emma:confidence="0">
                  <emma:literal>20.1</emma:literal>
                </emma:interpretation>
                <emma:interpretation id="interp7" emma:lang="en-US" emma:confidence="0">
                  <emma:literal>40.)</emma:literal>
                </emma:interpretation>
                <emma:interpretation id="interp8" emma:lang="en-US" emma:confidence="0">
                  <emma:literal>4011</emma:literal>
                </emma:interpretation>
                <emma:interpretation id="interp9" emma:lang="en-US" emma:confidence="0">
                  <emma:literal>401)</emma:literal>
                </emma:interpretation>
              </emma:one-of>
            </emma:emma>
          </inkml:annotationXML>
          <inkml:trace contextRef="#ctx0" brushRef="#br0" timeOffset="7957.9984">2723 236,'-26'0,"26"-26,0 0,-26 26,26 26,-27 0,27 0,0 0,-26-26,26 26,-26 1,26-1,-26 0,26 0,-26 0,26 1,-27-1,1 0,26 0,-26 0,26 1,-26-27,26 26,-26 0,0 0,26 0,-27 0,27 1,-26-27,26 26,-26-26,26 26,0 0,0 0,26-26,0 0,1 0,-1 0,0 0,0 0,0 0,0-26,1 26,-1 0,-26-26,26 26,0-26,0 26,1 0,-1-26,0 26,0-27,0 27,1 0,-1 0,0 0,0 0,-26 27,26-27,0 26,-26 0,27 0,-27 0,0 1,26-1,-26 0</inkml:trace>
          <inkml:trace contextRef="#ctx0" brushRef="#br0" timeOffset="8744.2884">3482 157,'-26'0,"0"0,0 0,26 53,-26-53,26 26,0 0,-27 0,27 0,0 1,0-1,-26 0,26 0,0 0,0 1,0-1,-26 0,26 0,0 0,0 1,0-1,0 0,0 0,52 0,-25 0,-27 1,26-1,-26 0,26 0,-26 0,26-26,-26 27,26-27,1 0,-1 0,0 0,-26-27,0 1,26 26,-26-52,0 26,0-1,0 1,0-26,0 26,0-27,0 1,0 26,0-27,0 1,0 26,-26-27,26 27,0-26,-52 26,52 0,-27-1,1 1,0 26,0 0,26 26,-26-26,26 27,0-1,0 0,26-26</inkml:trace>
          <inkml:trace contextRef="#ctx0" brushRef="#br0" timeOffset="9049.9257">3954 550,'26'53,"-26"-27,0 0,26-26</inkml:trace>
          <inkml:trace contextRef="#ctx0" brushRef="#br0" timeOffset="9474.0645">4268 131,'0'0,"-52"0,52 26,0 1,0-1,26 0,-26 0,26 0,-26 0,0 1,26-1,0 26,-26-26,26 27,1-27,-27 26,26 1,0 25,-26-25,26-1,0 27,-26-27,27 0,-27 1,26-27,-26 26,0-26,0 1,0-1,0-79</inkml:trace>
        </inkml:traceGroup>
      </inkml:traceGroup>
    </inkml:traceGroup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4:49.26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FCEACE9-B63E-4443-A419-CAF6AC5F109B}" emma:medium="tactile" emma:mode="ink">
          <msink:context xmlns:msink="http://schemas.microsoft.com/ink/2010/main" type="writingRegion" rotatedBoundingBox="6890,7527 8521,6397 8714,6675 7083,7805"/>
        </emma:interpretation>
      </emma:emma>
    </inkml:annotationXML>
    <inkml:traceGroup>
      <inkml:annotationXML>
        <emma:emma xmlns:emma="http://www.w3.org/2003/04/emma" version="1.0">
          <emma:interpretation id="{EB6751A0-2228-4130-9BD4-4C81EA5DBF47}" emma:medium="tactile" emma:mode="ink">
            <msink:context xmlns:msink="http://schemas.microsoft.com/ink/2010/main" type="paragraph" rotatedBoundingBox="6890,7527 8521,6397 8714,6675 7083,78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45D77B-25BB-4A2E-BB9A-D10E0EDFF60E}" emma:medium="tactile" emma:mode="ink">
              <msink:context xmlns:msink="http://schemas.microsoft.com/ink/2010/main" type="line" rotatedBoundingBox="6890,7527 8521,6397 8714,6675 7083,7805"/>
            </emma:interpretation>
          </emma:emma>
        </inkml:annotationXML>
        <inkml:traceGroup>
          <inkml:annotationXML>
            <emma:emma xmlns:emma="http://www.w3.org/2003/04/emma" version="1.0">
              <emma:interpretation id="{B27145D4-70B0-4790-B6D3-29EDC2269466}" emma:medium="tactile" emma:mode="ink">
                <msink:context xmlns:msink="http://schemas.microsoft.com/ink/2010/main" type="inkWord" rotatedBoundingBox="6921,7571 7010,7509 7105,7646 7016,7708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B</emma:literal>
                </emma:interpretation>
                <emma:interpretation id="interp2" emma:lang="en-US" emma:confidence="0">
                  <emma:literal>@</emma:literal>
                </emma:interpretation>
                <emma:interpretation id="interp3" emma:lang="en-US" emma:confidence="0">
                  <emma:literal>d</emma:literal>
                </emma:interpretation>
                <emma:interpretation id="interp4" emma:lang="en-US" emma:confidence="0">
                  <emma:literal>w</emma:literal>
                </emma:interpretation>
              </emma:one-of>
            </emma:emma>
          </inkml:annotationXML>
          <inkml:trace contextRef="#ctx0" brushRef="#br0">3066-2042,'0'-26,"0"52,0 0,0 0,26-26,0 0,0 0,-26-26,0 0,0 0,-52 26,26 0,52 0,0 0,0 0,-78 0,26 0,26-26,-26 26,26-27</inkml:trace>
        </inkml:traceGroup>
        <inkml:traceGroup>
          <inkml:annotationXML>
            <emma:emma xmlns:emma="http://www.w3.org/2003/04/emma" version="1.0">
              <emma:interpretation id="{27E184E4-066F-4AB9-A742-5E4882AEBC1B}" emma:medium="tactile" emma:mode="ink">
                <msink:context xmlns:msink="http://schemas.microsoft.com/ink/2010/main" type="inkWord" rotatedBoundingBox="7655,7101 7805,6997 7949,7205 7799,7309">
                  <msink:destinationLink direction="to" ref="{86F68BDB-7839-4FA5-9C48-A28741B28EC0}"/>
                </msink:context>
              </emma:interpretation>
              <emma:one-of disjunction-type="recognition" id="oneOf1">
                <emma:interpretation id="interp5" emma:lang="en-US" emma:confidence="0.5">
                  <emma:literal>o</emma:literal>
                </emma:interpretation>
                <emma:interpretation id="interp6" emma:lang="en-US" emma:confidence="0">
                  <emma:literal>O</emma:literal>
                </emma:interpretation>
                <emma:interpretation id="interp7" emma:lang="en-US" emma:confidence="0">
                  <emma:literal>°</emma:literal>
                </emma:interpretation>
                <emma:interpretation id="interp8" emma:lang="en-US" emma:confidence="0">
                  <emma:literal>.</emma:literal>
                </emma:interpretation>
                <emma:interpretation id="interp9" emma:lang="en-US" emma:confidence="0">
                  <emma:literal>0</emma:literal>
                </emma:interpretation>
              </emma:one-of>
            </emma:emma>
          </inkml:annotationXML>
          <inkml:trace contextRef="#ctx0" brushRef="#br0" timeOffset="903.914">3825-2566,'0'0,"-26"0,26 26,0 1,0-1,0 0,26-26,0 26,1 0,-1-26,0 0,0 0,-26-26,0 0,0-26,0 25,-26 1,26 0,-26 26,26-26,-26 26,26-26,-27 26,27 26,0 0,0 0,0 0,0 1,27-27,-27-27,-27 1,27 0,-26 0</inkml:trace>
        </inkml:traceGroup>
        <inkml:traceGroup>
          <inkml:annotationXML>
            <emma:emma xmlns:emma="http://www.w3.org/2003/04/emma" version="1.0">
              <emma:interpretation id="{7464B265-6E2D-4F98-A76C-700DDE6330FE}" emma:medium="tactile" emma:mode="ink">
                <msink:context xmlns:msink="http://schemas.microsoft.com/ink/2010/main" type="inkWord" rotatedBoundingBox="8370,6501 8521,6397 8677,6623 8526,6727"/>
              </emma:interpretation>
              <emma:one-of disjunction-type="recognition" id="oneOf2">
                <emma:interpretation id="interp10" emma:lang="en-US" emma:confidence="0.5">
                  <emma:literal>W</emma:literal>
                </emma:interpretation>
                <emma:interpretation id="interp11" emma:lang="en-US" emma:confidence="0">
                  <emma:literal>o</emma:literal>
                </emma:interpretation>
                <emma:interpretation id="interp12" emma:lang="en-US" emma:confidence="0">
                  <emma:literal>O</emma:literal>
                </emma:interpretation>
                <emma:interpretation id="interp13" emma:lang="en-US" emma:confidence="0">
                  <emma:literal>w</emma:literal>
                </emma:interpretation>
                <emma:interpretation id="interp14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1693.3694">4558-3220,'0'26,"0"0,0 0,0 0,0 1,0-1,0 0,0 0,27 0,-27 0,26-26,0 0,-26-26,26 26,-26-26,0 0,0 0,0 0,-26-1,0 27,0 0,26 27,26-27,26 26,-26-26,-26 26,26-26,-26-26,-26 0,26-1,-26 27,26-26,0 0,-26 26,26-26,-26 26,0-26,-1 26,1 0</inkml:trace>
        </inkml:traceGroup>
      </inkml:traceGroup>
    </inkml:traceGroup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50.84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6F68BDB-7839-4FA5-9C48-A28741B28EC0}" emma:medium="tactile" emma:mode="ink">
          <msink:context xmlns:msink="http://schemas.microsoft.com/ink/2010/main" type="inkDrawing" rotatedBoundingBox="8084,7914 9282,6251 9730,6574 8531,8237" semanticType="callout" shapeName="Other">
            <msink:sourceLink direction="to" ref="{27E184E4-066F-4AB9-A742-5E4882AEBC1B}"/>
            <msink:sourceLink direction="from" ref="{1BC5C058-E6C9-4C9C-8660-9C67D2F786AB}"/>
          </msink:context>
        </emma:interpretation>
      </emma:emma>
    </inkml:annotationXML>
    <inkml:trace contextRef="#ctx0" brushRef="#br0">0 1309,'0'-26,"0"0,0 52,53 26,-27-26,-26 1,26-1,0 26,-26-26,27 1,-1-1,-26 0,26 26,-26-26,26 1,0-1,-26 0,27 0,-1-26,0-26,0-26,0-1,0 1,1 0,-1-27,26 0,-26 1,27-27,-1 0,0 1,1-27,25 26,-25-26,25 0,-25 26,25 1,-25 25,25 1,-25 25,-1 27,-26 0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52.05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EDC23B6-AB59-465C-9C12-317D5DAE9163}" emma:medium="tactile" emma:mode="ink">
          <msink:context xmlns:msink="http://schemas.microsoft.com/ink/2010/main" type="inkDrawing" rotatedBoundingBox="15562,5972 16849,4551 17107,4785 15821,6207" semanticType="callout" shapeName="Other">
            <msink:sourceLink direction="to" ref="{7D61BF71-E0AD-49D0-968B-DDC580890DA9}"/>
            <msink:sourceLink direction="from" ref="{DC3A4DDE-B3C1-4F8D-9EB5-C81446A2B2A4}"/>
          </msink:context>
        </emma:interpretation>
      </emma:emma>
    </inkml:annotationXML>
    <inkml:trace contextRef="#ctx0" brushRef="#br0">30 1283,'0'-52,"0"25,-27 27,27 27,0-1,0 0,27 0,-27 0,0 0,26 27,-26-27,26 0,-26 0,0 1,26-27,0 0,0 0,1-27,-1 27,26-78,1 25,-1 1,0-26,27-27,-1 0,1 0,26-26,-27 27,1-27,-1-26,1 52,0 0,-27 0,0 27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5:03.60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04961C8-3B78-4A3E-8FD9-8D5E1BB480D8}" emma:medium="tactile" emma:mode="ink">
          <msink:context xmlns:msink="http://schemas.microsoft.com/ink/2010/main" type="writingRegion" rotatedBoundingBox="3982,11015 6238,11039 6228,12014 3971,11990"/>
        </emma:interpretation>
      </emma:emma>
    </inkml:annotationXML>
    <inkml:traceGroup>
      <inkml:annotationXML>
        <emma:emma xmlns:emma="http://www.w3.org/2003/04/emma" version="1.0">
          <emma:interpretation id="{BD633425-7199-4D34-A0C7-B99A9F1E5993}" emma:medium="tactile" emma:mode="ink">
            <msink:context xmlns:msink="http://schemas.microsoft.com/ink/2010/main" type="paragraph" rotatedBoundingBox="3982,11015 6238,11039 6228,12014 3971,119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1000D49-2BC3-498B-8FB9-9C6F27F61BBB}" emma:medium="tactile" emma:mode="ink">
              <msink:context xmlns:msink="http://schemas.microsoft.com/ink/2010/main" type="line" rotatedBoundingBox="3982,11015 6238,11039 6228,12014 3971,11990"/>
            </emma:interpretation>
          </emma:emma>
        </inkml:annotationXML>
        <inkml:traceGroup>
          <inkml:annotationXML>
            <emma:emma xmlns:emma="http://www.w3.org/2003/04/emma" version="1.0">
              <emma:interpretation id="{3A88BB69-BC11-4887-963A-44C312718C03}" emma:medium="tactile" emma:mode="ink">
                <msink:context xmlns:msink="http://schemas.microsoft.com/ink/2010/main" type="inkWord" rotatedBoundingBox="3982,11015 6238,11039 6228,12014 3971,11990"/>
              </emma:interpretation>
              <emma:one-of disjunction-type="recognition" id="oneOf0">
                <emma:interpretation id="interp0" emma:lang="en-US" emma:confidence="0.5">
                  <emma:literal>pre-I</emma:literal>
                </emma:interpretation>
                <emma:interpretation id="interp1" emma:lang="en-US" emma:confidence="0">
                  <emma:literal>RE-14</emma:literal>
                </emma:interpretation>
                <emma:interpretation id="interp2" emma:lang="en-US" emma:confidence="0.5">
                  <emma:literal>R z = \</emma:literal>
                </emma:interpretation>
                <emma:interpretation id="interp3" emma:lang="en-US" emma:confidence="0.5">
                  <emma:literal>R? -1</emma:literal>
                </emma:interpretation>
                <emma:interpretation id="interp4" emma:lang="en-US" emma:confidence="0">
                  <emma:literal>R? f/</emma:literal>
                </emma:interpretation>
              </emma:one-of>
            </emma:emma>
          </inkml:annotationXML>
          <inkml:trace contextRef="#ctx0" brushRef="#br0">709 1414,'0'-26,"26"26,0-26,1 26,-1 0,0 0,-26 52,0-25,0-1,0 0,0 0,0 0,-26 1,26-1,0-52,26 26,0-27,27 1,-27 0,0 26,-26-26,26 26,0 0</inkml:trace>
          <inkml:trace contextRef="#ctx0" brushRef="#br0" timeOffset="325.7908">1311 1886,'-26'26,"26"0,0-52,26 26,1-26,25 0,-52-1,26 1,0 26,-26-26,26 0,1 0</inkml:trace>
          <inkml:trace contextRef="#ctx0" brushRef="#br0" timeOffset="590.7907">1468 2043,'-26'0,"0"0,52 0,0 0,1 0,-1 0,0 0,0 0,0 0,1 0,-1 0,0-26,0 26,0 0,0 0,-26-26,27 26</inkml:trace>
          <inkml:trace contextRef="#ctx0" brushRef="#br0" timeOffset="958.6834">2097 1441,'0'26,"0"0,0 0,0 0,0 27,26-27,-26 26,26-25,-26 25,53 0,-27 1,-26-27,26 26,-26-26,26 1,-26-1,0 0,0 0,26 0,-26 0</inkml:trace>
          <inkml:trace contextRef="#ctx0" brushRef="#br0" timeOffset="-453.0685">54 1650,'0'53,"27"-53,-27 26,26-26,-26 26,26-26,-26 26,26-26,-26 26,26 0,1 1,-27-1,26 0,-26 0,26 0,-26 1,26-1,-26 0,0 0,0 0,26 0,-26 1,0-1,0 0,0 0,0 0,0 1,0-1,-26-26,26 26,-26-26,0-52,26 25,-26 27,26-26,-27 0,27 0,0 0,-26-1,26 1,-26 0,26 0,0 0,0 0,-26-1,26 1,0-26,0 26,0-27,0 27,52-26,-52-1,26 27,-26-26,27 26,-27-27,26 27,-26 0,26 0,-26-1,26 1,-26 0,26 26,-26 52,0-25,26-1,-26 0,0 0,0 0,0 1,0-1,0 26,0-26,0 1,0-1,0 0,0 0,-26-26,0 26,0-26,26-26,0 0,26 26,0 0,0 0,1 0,-1 0,0 0,0 0,0 0,1 26,-1-26,-26 26,26-26,0 26,0-26,-26 27,27-1,-1 0,0 0,0 0,-26 1,26-27,-26 26,26-26,-26 26</inkml:trace>
        </inkml:traceGroup>
      </inkml:traceGroup>
    </inkml:traceGroup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53.22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64BDF2A-19B0-4CE4-BC37-75A1474F9691}" emma:medium="tactile" emma:mode="ink">
          <msink:context xmlns:msink="http://schemas.microsoft.com/ink/2010/main" type="inkDrawing" rotatedBoundingBox="5603,12673 6719,12019 6950,12413 5833,13067" semanticType="callout" shapeName="Other">
            <msink:sourceLink direction="with" ref="{B78915BA-B2FA-4D31-B1A0-6B62CDCB37FB}"/>
            <msink:sourceLink direction="with" ref="{F2B14673-126C-4814-840F-65B41C3F42FB}"/>
          </msink:context>
        </emma:interpretation>
      </emma:emma>
    </inkml:annotationXML>
    <inkml:trace contextRef="#ctx0" brushRef="#br0">0 550,'26'0,"0"0,-26 26,53-26,-27 26,0 0,-26 1,26-1,-26 0,0 0,26 0,-26 0,27 1,-27-1,26-26,-26 26,26-26,0 0,0 0,1 0,25-52,-26 52,26-53,1 1,-1 0,27-1,-27 1,27-27,-27 1,27-1,-27 1,27-1,-27 0,0 1</inkml:trace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25.90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AC31221B-D648-4698-B571-CA518BB11C04}" emma:medium="tactile" emma:mode="ink">
          <msink:context xmlns:msink="http://schemas.microsoft.com/ink/2010/main" type="writingRegion" rotatedBoundingBox="9138,14009 9217,14009 9217,14193 9138,14193"/>
        </emma:interpretation>
      </emma:emma>
    </inkml:annotationXML>
    <inkml:traceGroup>
      <inkml:annotationXML>
        <emma:emma xmlns:emma="http://www.w3.org/2003/04/emma" version="1.0">
          <emma:interpretation id="{43771B0F-F24C-4EE4-8F75-2B9CDE5D50D9}" emma:medium="tactile" emma:mode="ink">
            <msink:context xmlns:msink="http://schemas.microsoft.com/ink/2010/main" type="paragraph" rotatedBoundingBox="9138,14009 9217,14009 9217,14193 9138,141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A2AD5BC-2240-491F-96D4-E4CCB80CBE9E}" emma:medium="tactile" emma:mode="ink">
              <msink:context xmlns:msink="http://schemas.microsoft.com/ink/2010/main" type="line" rotatedBoundingBox="9138,14009 9217,14009 9217,14193 9138,14193"/>
            </emma:interpretation>
          </emma:emma>
        </inkml:annotationXML>
        <inkml:traceGroup>
          <inkml:annotationXML>
            <emma:emma xmlns:emma="http://www.w3.org/2003/04/emma" version="1.0">
              <emma:interpretation id="{67C0B5A0-E105-42C9-A6B4-C9F7072E283B}" emma:medium="tactile" emma:mode="ink">
                <msink:context xmlns:msink="http://schemas.microsoft.com/ink/2010/main" type="inkWord" rotatedBoundingBox="9138,14009 9217,14009 9217,14193 9138,14193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/</emma:literal>
                </emma:interpretation>
                <emma:interpretation id="interp2" emma:lang="en-US" emma:confidence="0">
                  <emma:literal>$</emma:literal>
                </emma:interpretation>
                <emma:interpretation id="interp3" emma:lang="en-US" emma:confidence="0">
                  <emma:literal>(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6312 1441,'0'-27,"26"27,-26-26,0 0,26 26,-26-52,0 25,27 1</inkml:trace>
        </inkml:traceGroup>
      </inkml:traceGroup>
    </inkml:traceGroup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7:05.62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E3820D0-CE21-4BC5-96E2-6B9FE6663B94}" emma:medium="tactile" emma:mode="ink">
          <msink:context xmlns:msink="http://schemas.microsoft.com/ink/2010/main" type="inkDrawing" rotatedBoundingBox="9062,17532 9313,16528 9960,16689 9708,17694" semanticType="verticalRange" shapeName="Other">
            <msink:sourceLink direction="with" ref="{B811021C-E5A5-4713-847E-842CC2C3160A}"/>
          </msink:context>
        </emma:interpretation>
      </emma:emma>
    </inkml:annotationXML>
    <inkml:trace contextRef="#ctx0" brushRef="#br0">6521 3876,'-26'-26,"0"26,78 0,-25 0,-1 0,0 0,0 0,0 0,1 0,-1 0,0 0,0 0,0 0,1 26,-1-26,0 26,0 0,0 0,0-26,1 27,-1-27,0 26,-26 0,26-26,-26 26,26 0,-26 0,0 1,0-1,0 0,-52 0,26 0,26 1,-26-1,-1 0,1 26,0-25,-26-1,26 26,-1-26,1 27,-26-27,26 26,-1-26,1 27,0-27,0 0,0 0,-1 0,27 1,-26-27,26-27,0-25,53 52,-53-52,0 26</inkml:trace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57.90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506BE90-9756-478A-AE7B-6DC5E1A18EA4}" emma:medium="tactile" emma:mode="ink">
          <msink:context xmlns:msink="http://schemas.microsoft.com/ink/2010/main" type="inkDrawing" rotatedBoundingBox="19935,14228 21236,14900 21162,15042 19862,14370" semanticType="callout" shapeName="Other">
            <msink:sourceLink direction="with" ref="{E6949E95-812C-4E2E-93D2-9DB19C744341}"/>
          </msink:context>
        </emma:interpretation>
      </emma:emma>
    </inkml:annotationXML>
    <inkml:trace contextRef="#ctx0" brushRef="#br0">105 0,'-52'0,"25"0,1 0,79 0,-53 53,52-53,-26 26,27 0,-1 26,0-25,1-1,25 26,-25 1,25-27,-25 26,25 0,1-25,-27-1,27 0,-1 0,1 0,-27-26,27 27,-27-27,0 0,1 0</inkml:trace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48:57.57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CAE60CA-3252-49E8-9196-9179EB38CEAB}" emma:medium="tactile" emma:mode="ink">
          <msink:context xmlns:msink="http://schemas.microsoft.com/ink/2010/main" type="inkDrawing" rotatedBoundingBox="19827,15413 20640,13712 20830,13803 20018,15504" semanticType="callout" shapeName="Other">
            <msink:sourceLink direction="with" ref="{891AF167-93D4-4082-B539-0CA47400B9FA}"/>
            <msink:sourceLink direction="with" ref="{496F79BC-8BED-405E-A38D-88CE7A712103}"/>
          </msink:context>
        </emma:interpretation>
      </emma:emma>
    </inkml:annotationXML>
    <inkml:trace contextRef="#ctx0" brushRef="#br0">899 27,'0'0,"-26"0,26-27,-26 27,0 0,26 53,0-1,0-26,-27 1,27-1,-26 26,26 0,-26 1,0 25,26 1,-26-1,0 1,-27 26,27 0,-26-1,25 1,-25 0,0-27,-27 1,27-1,-1 1,1-27,26 1,-27-27,27 0,0-26,26 26,-26-26,26-52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4:36.40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62B8662-91E7-4D8E-8FA7-E1C3A0C05758}" emma:medium="tactile" emma:mode="ink">
          <msink:context xmlns:msink="http://schemas.microsoft.com/ink/2010/main" type="inkDrawing" rotatedBoundingBox="2056,7028 2510,6492 2887,6810 2433,7347" semanticType="callout" shapeName="Other">
            <msink:sourceLink direction="with" ref="{50400002-3773-4461-8026-14740597069F}"/>
          </msink:context>
        </emma:interpretation>
      </emma:emma>
    </inkml:annotationXML>
    <inkml:trace contextRef="#ctx0" brushRef="#br0">-78-3902,'0'-26,"0"52,0 27,0-27,-26 0,26 0,-27 27,27-27,-52 26,26-26,0 27,26-1,-26-26,-1 27,1-27,0 0,26 0,-26 0,26 1,0-54,26 27,-26-26,26 26,-26-52,26 52,-26-26,0 0,27-1,-27 1,26 0,0 0,-26 0,0-1,26 1,-26 0,26 0,-26 0,26-1,1-25,-27 26,0 0,26 0,-26-1,26 1,-26 0,0 52,26 0,-26 27,26-53,-26 26,27 0,-27 0,26-26,-26 26,26 1,0-1,-26 0,26-26,-26 26,27 0,-1-26,-26 27,26-27,-26 26,26-26,-26 26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4:32.387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A89AE5B-5640-459E-9390-CCA426B68925}" emma:medium="tactile" emma:mode="ink">
          <msink:context xmlns:msink="http://schemas.microsoft.com/ink/2010/main" type="inkDrawing" rotatedBoundingBox="2710,6622 2751,10761 2524,10763 2483,6625" semanticType="callout" shapeName="Other">
            <msink:sourceLink direction="with" ref="{50400002-3773-4461-8026-14740597069F}"/>
            <msink:sourceLink direction="with" ref="{0AD1D9E3-9AFA-47D2-A0F9-87B28AD0EF0A}"/>
          </msink:context>
        </emma:interpretation>
      </emma:emma>
    </inkml:annotationXML>
    <inkml:trace contextRef="#ctx0" brushRef="#br0">-78-3823,'0'52,"0"-26,0 1,0-1,0 0,0 0,0 0,0 1,0-1,0 0,0 0,0 0,26-26,-26 27,26-1,-26 0,0 0,26 0,-26 0,0 1,0-1,27-26,-27 26,0 0,0 0,0 1,26-1,-26 0,0 0,0 0,0 0,0 1,0-1,0 0,26-26,-26 26,0 0,26 1,-26-1,0 0,26-26,-26 26,0 0,0 1,0-1,0 0,0 0,0 0,0 0,0 1,0-1,27 0,-27 0,0 0,0 1,0-1,0 0,0 0,0 0,0 0,0 1,0-1,0 0,0 0,0 0,0 1,0-1,0 0,0 0,0 0,0 1,0-1,0 0,0 0,-27 0,27 0,0 1,0-1,0 0,0 0,0 0,-26-26,26 27,0-1,0 0,0 0,0 0,0 1,-26-1,26 0,0 0,0 0,-26 0,26 1,0-1,-26 0,26 0,0 0,0 1,0-1,0 0,0 0,0 0,0 0,0 1,0-1,0 0,0 0,0 0,0 1,0-1,0 0,0 0,0 0,0 1,0-1,0 0,0 0,0 0,0 0,0 1,0-1,0 0,0 0,0 0,0 1,0-1,0 0,0 0,0 0,0 0,0 1,0-1,0 0,0 0,0 0,0 1,0-1,0 0,0 0,26 0,-26 1,0-1,0 0,0 0,0 0,26-26,-26 26,0 1,0-1,0 0,0 0,0 0,26 27,-26-27,0 0,0 0,0 0,0 1,0-1,0 0,0 0,-26-26,0 0</inkml:trace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4:39.53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63CDBA3-1E11-4EC2-BABE-350039BE2451}" emma:medium="tactile" emma:mode="ink">
          <msink:context xmlns:msink="http://schemas.microsoft.com/ink/2010/main" type="inkDrawing" rotatedBoundingBox="2694,9036 6571,8985 6575,9242 2698,9293" semanticType="underline" shapeName="Other">
            <msink:sourceLink direction="with" ref="{64AB66F0-7498-4974-ABD5-FED207DACC35}"/>
          </msink:context>
        </emma:interpretation>
      </emma:emma>
    </inkml:annotationXML>
    <inkml:trace contextRef="#ctx0" brushRef="#br0">-442 1467,'27'0,"-27"-27,26 27,0 0,0 0,-26-26,26 26,0-26,1 26,-1 0,0 0,0 0,0 0,1 0,-1 0,0 0,0 0,0 0,0 0,1 0,-1 0,0 26,0-26,0 0,-26 26,27-26,-1 0,0 0,0 0,0 0,1 0,-1 0,0 27,0-27,0 0,-26 26,26-26,1 0,-1 0,0 26,0-26,0 0,1 26,-1-26,0 0,0 26,26-26,-25 0,-1 26,0-26,0 0,0 0,27 27,-27-27,0 0,27 0,-27 0,0 0,0 0,0 0,0 0,1 0,-1 0,0 0,0 0,0 0,1 0,-1 0,0 0,-26-27,26 27,0 0,1 0,-1-26,0 26,0 0,0 0,0 0,1-26,-1 26,26 0,-26 0,1 0,-1 0,0 0,0 0,0-26,0 26,1 0,-1 0,0 0,0 0,0 0,1 0,-1 0,0-26,0 26,0 0,1 0,-1 0,0-26,0 26,0 0,0 0,1 0,-1 0,0 0,0 0,0 0,1 0,-1 0,0 0,0 0,0 0,0-27,1 27,-1 0,0 0,0 0,0 0,1 0,-1 0,0-26,0 26,0 0,1 0,-1 0,0 0,26-26,-26 26,1 0,-1 0,0 0,0 0,0 0,1 0,-1 0,0 0,0 0,0 0,0 0,1 0,-1 0,0 0,0 0,0 0,1 0,-27-26,26 26</inkml:trace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4:53.441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0C00A76-E399-4319-85C9-2D9ADABE29C5}" emma:medium="tactile" emma:mode="ink">
          <msink:context xmlns:msink="http://schemas.microsoft.com/ink/2010/main" type="writingRegion" rotatedBoundingBox="1372,6158 4232,6017 4257,6520 1397,6662"/>
        </emma:interpretation>
      </emma:emma>
    </inkml:annotationXML>
    <inkml:traceGroup>
      <inkml:annotationXML>
        <emma:emma xmlns:emma="http://www.w3.org/2003/04/emma" version="1.0">
          <emma:interpretation id="{18483E8C-901B-4C8E-B582-6848F292DCBB}" emma:medium="tactile" emma:mode="ink">
            <msink:context xmlns:msink="http://schemas.microsoft.com/ink/2010/main" type="paragraph" rotatedBoundingBox="1372,6158 4232,6017 4257,6520 1397,66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C140F8-1858-4E80-8E46-890DB6265D36}" emma:medium="tactile" emma:mode="ink">
              <msink:context xmlns:msink="http://schemas.microsoft.com/ink/2010/main" type="line" rotatedBoundingBox="1372,6158 4232,6017 4257,6520 1397,6662"/>
            </emma:interpretation>
          </emma:emma>
        </inkml:annotationXML>
        <inkml:traceGroup>
          <inkml:annotationXML>
            <emma:emma xmlns:emma="http://www.w3.org/2003/04/emma" version="1.0">
              <emma:interpretation id="{50400002-3773-4461-8026-14740597069F}" emma:medium="tactile" emma:mode="ink">
                <msink:context xmlns:msink="http://schemas.microsoft.com/ink/2010/main" type="inkWord" rotatedBoundingBox="1373,6176 2906,6101 2929,6586 1397,6662">
                  <msink:destinationLink direction="with" ref="{B62B8662-91E7-4D8E-8FA7-E1C3A0C05758}"/>
                  <msink:destinationLink direction="with" ref="{4A89AE5B-5640-459E-9390-CCA426B68925}"/>
                </msink:context>
              </emma:interpretation>
              <emma:one-of disjunction-type="recognition" id="oneOf0">
                <emma:interpretation id="interp0" emma:lang="en-US" emma:confidence="0.5">
                  <emma:literal>error</emma:literal>
                </emma:interpretation>
                <emma:interpretation id="interp1" emma:lang="en-US" emma:confidence="0.5">
                  <emma:literal>err NV</emma:literal>
                </emma:interpretation>
                <emma:interpretation id="interp2" emma:lang="en-US" emma:confidence="0">
                  <emma:literal>eruv</emma:literal>
                </emma:interpretation>
                <emma:interpretation id="interp3" emma:lang="en-US" emma:confidence="0">
                  <emma:literal>ern</emma:literal>
                </emma:interpretation>
                <emma:interpretation id="interp4" emma:lang="en-US" emma:confidence="0">
                  <emma:literal>erne</emma:literal>
                </emma:interpretation>
              </emma:one-of>
            </emma:emma>
          </inkml:annotationXML>
          <inkml:trace contextRef="#ctx0" brushRef="#br0">-1648-2985,'-26'26,"0"-26,26 27,26-27,0 0,-26-27,27 27,25-26,-52 0,26 26,0 0,-26-26,27 26,-27-26,0 0,-27 26,27-27,-26 27,0 0,0 0,26 27,-26-1,26 26,-27-26,27 0,0 1,-26-1,26 0,0 0,0 0,0 1,0-1,0 0,26-26,1 26,25-26,-26 0,0 0,1 0,-1 0,0-52,0 52,26-26,-25 26,-1-53,0 53,0-26,0 0,-26 0,27-1,-1 1</inkml:trace>
          <inkml:trace contextRef="#ctx0" brushRef="#br0" timeOffset="381.0016">-1176-3089,'0'-27,"26"80,0-27,0 0,-26 0,0 0,0 1,27-1,-27 0,0 0,-27-78,27 26,0-27,-26 27,26 0,0 0,0 0,0-1,0 1,53 0,-53 0,26 26</inkml:trace>
          <inkml:trace contextRef="#ctx0" brushRef="#br0" timeOffset="1090.0039">-888-3168,'0'0,"0"-26,26 26,0 52,0-26,1 1,-1-1,-26 0,26-26,-26 26,26-26,-26 26,0 0,0 1,-26-27,0 0,26-27,-26 27,26-26,-27 0,27-26,0 26,0-1,27 1,-27 0,52 26,-52-26,26 0,0 26,-26 26,53-26,-27 0,-26 52,0-26,0 1,0-1,26 0,0-26,-26 26,26-26,1 26,-1-26,0 0,-26-26,0 0,0 0,0 0,-26-1,26 1,-26 0</inkml:trace>
          <inkml:trace contextRef="#ctx0" brushRef="#br0" timeOffset="1437.9168">-495-3142,'26'-26,"0"26,0 0,0 0,1 0,-1 26,-26 27,26-53,-26 26,0 0,0 0,26-26,-26 26,0 0,0 1,26-1,-26 0,0 0,26-26,-26-52,0 26,0-1,0 1,0 0,0 0,27 0,-27 0,0-1,0 1,0 0,26 0,-26 0,0-1,0 1</inkml:trace>
        </inkml:traceGroup>
        <inkml:traceGroup>
          <inkml:annotationXML>
            <emma:emma xmlns:emma="http://www.w3.org/2003/04/emma" version="1.0">
              <emma:interpretation id="{1C8064F1-422C-45EB-BA7F-1D70B6F948F9}" emma:medium="tactile" emma:mode="ink">
                <msink:context xmlns:msink="http://schemas.microsoft.com/ink/2010/main" type="inkWord" rotatedBoundingBox="3060,6075 4232,6017 4256,6497 3084,6555"/>
              </emma:interpretation>
              <emma:one-of disjunction-type="recognition" id="oneOf1">
                <emma:interpretation id="interp5" emma:lang="en-US" emma:confidence="0.5">
                  <emma:literal>tens</emma:literal>
                </emma:interpretation>
                <emma:interpretation id="interp6" emma:lang="en-US" emma:confidence="0">
                  <emma:literal>ten</emma:literal>
                </emma:interpretation>
                <emma:interpretation id="interp7" emma:lang="en-US" emma:confidence="0">
                  <emma:literal>fens</emma:literal>
                </emma:interpretation>
                <emma:interpretation id="interp8" emma:lang="en-US" emma:confidence="0">
                  <emma:literal>tend</emma:literal>
                </emma:interpretation>
                <emma:interpretation id="interp9" emma:lang="en-US" emma:confidence="0">
                  <emma:literal>Flans</emma:literal>
                </emma:interpretation>
              </emma:one-of>
            </emma:emma>
          </inkml:annotationXML>
          <inkml:trace contextRef="#ctx0" brushRef="#br0" timeOffset="1826.6442">-24-3273,'0'-26,"0"78,26-25,0 25,-26-26,53 0,-53 1,26-1,-26 0,26 0,-26 0,26 0,0 1,-26-1,0 0,0 0,0 0</inkml:trace>
          <inkml:trace contextRef="#ctx0" brushRef="#br0" timeOffset="2901.0087">81-2959,'-27'-52,"27"26,53 26,-27 0,0 0,0 0,-26-26,27 26,-1-26,0 26,-26-27,26 1,0 0,-26 0,27 26,-27-26,-53 26,27 0,0 52,0-52,26 26,-27-26,27 26,0 1,0-1,0 0,0 0,0 0,27-26,-27 26,52 1,-26-27,0 0,1 0,-1 0,0 0,0 0,-26-27,26 27,-26-26,26 0,-26 0,27 0,-27 0,0-1,26 27,0 27,0-27,-26 26,26-26,1 0,-1 26,0-26,0 26,0-26,0 0,1 0,-27-26,0 0,26 26,0 0,-26 26,26-26,0 0,1 0,-1 0,0 0,0 0,0 0,1 0,-1 0,0-26,0 26,-26-26,26 26,-26-27,0 1,0 0,0 0,-26 26,0 0,26 26,26-26,-26 26,0 0,0 1,0-1,0 0,0 0,-26-26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5:21.40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AFD3E2B-D16E-4BF2-A6FE-AA3E9A89F6DC}" emma:medium="tactile" emma:mode="ink">
          <msink:context xmlns:msink="http://schemas.microsoft.com/ink/2010/main" type="inkDrawing" rotatedBoundingBox="12000,6283 12127,10840 11930,10846 11804,6288" semanticType="callout" shapeName="Other">
            <msink:sourceLink direction="with" ref="{8B98EA89-60B1-4E0F-B993-0C9641D3D73B}"/>
            <msink:sourceLink direction="with" ref="{0DDF5961-1E9A-412D-A09A-E425D02C520E}"/>
          </msink:context>
        </emma:interpretation>
      </emma:emma>
    </inkml:annotationXML>
    <inkml:trace contextRef="#ctx0" brushRef="#br0">81 0,'0'26,"0"0,0 0,0 0,0 0,0 1,0-1,0 0,0 0,26 0,-26 1,0-1,26 0,-26 0,0 0,0 0,0 1,0-1,0 0,0 0,0 0,0 1,0-1,0 0,0 0,0 0,0 1,0-1,0 0,-26 0,26 0,0 0,0 1,0-1,0 0,0 0,-26 0,26 1,0-1,0 0,-26 0,26 0,0 0,0 1,0-1,0 0,0 0,-27 0,27 1,0-1,0 0,0 0,0 0,0 1,0-1,0 0,0 0,0 0,0 0,0 1,0-1,0 0,0 0,0 0,0 1,0-1,0 0,0 0,0 0,0 0,0 1,0-1,0 26,0-26,0 1,0-1,0 0,0 0,0 27,0-27,0 0,0 0,0 0,0 0,0 27,0-27,0 0,0 27,0-27,0 0,0 26,0 1,0-27,0 26,0-26,0 27,0-27,0 26,0-25,0-1,0 0,0 0,0 0,0 0,0 1,27-27,-27 26,0 0,26 26,-26-25,0-1,52 26,-52-26,0 27,0-1,0-26,0 27,26-27,-26 26,0-26,0 1,0-1,0 0,0 0,0 0,0 0,0 1,0-1,0 0,0 0,0 0,0 1,27-1,-27 0,0 0,0 0,0 1,0-1,0 0,0 0,0 0,0 27,0-27,0 0,0 0,0 0,0 27,0-27,0 0,0 0,0 0,26 1,-26-1,0 0,0 0,26 0,-26 1,0-1,26-26,-26-26,0-1,0-25,0 26,0 0</inkml:trace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5:26.065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6BFA725-FAEF-4A5B-BF76-BC0A1805F618}" emma:medium="tactile" emma:mode="ink">
          <msink:context xmlns:msink="http://schemas.microsoft.com/ink/2010/main" type="writingRegion" rotatedBoundingBox="10764,5225 14541,4907 14619,5836 10842,6153"/>
        </emma:interpretation>
      </emma:emma>
    </inkml:annotationXML>
    <inkml:traceGroup>
      <inkml:annotationXML>
        <emma:emma xmlns:emma="http://www.w3.org/2003/04/emma" version="1.0">
          <emma:interpretation id="{D5E4A1AE-9773-4FBE-BD2D-6B079B81A864}" emma:medium="tactile" emma:mode="ink">
            <msink:context xmlns:msink="http://schemas.microsoft.com/ink/2010/main" type="paragraph" rotatedBoundingBox="10764,5225 14541,4907 14619,5836 10842,61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E569FD3-8BF6-4BA2-B970-A1BEF8668529}" emma:medium="tactile" emma:mode="ink">
              <msink:context xmlns:msink="http://schemas.microsoft.com/ink/2010/main" type="line" rotatedBoundingBox="10764,5225 14541,4907 14619,5836 10842,6153"/>
            </emma:interpretation>
          </emma:emma>
        </inkml:annotationXML>
        <inkml:traceGroup>
          <inkml:annotationXML>
            <emma:emma xmlns:emma="http://www.w3.org/2003/04/emma" version="1.0">
              <emma:interpretation id="{8B98EA89-60B1-4E0F-B993-0C9641D3D73B}" emma:medium="tactile" emma:mode="ink">
                <msink:context xmlns:msink="http://schemas.microsoft.com/ink/2010/main" type="inkWord" rotatedBoundingBox="10780,5410 12513,5264 12561,5827 10827,5973">
                  <msink:destinationLink direction="with" ref="{BAFD3E2B-D16E-4BF2-A6FE-AA3E9A89F6DC}"/>
                  <msink:destinationLink direction="with" ref="{286D0DD8-86E1-4FE1-9303-28006816B820}"/>
                </msink:context>
              </emma:interpretation>
              <emma:one-of disjunction-type="recognition" id="oneOf0">
                <emma:interpretation id="interp0" emma:lang="en-US" emma:confidence="0.5">
                  <emma:literal>error</emma:literal>
                </emma:interpretation>
                <emma:interpretation id="interp1" emma:lang="en-US" emma:confidence="0">
                  <emma:literal>errors</emma:literal>
                </emma:interpretation>
                <emma:interpretation id="interp2" emma:lang="en-US" emma:confidence="0">
                  <emma:literal>Error</emma:literal>
                </emma:interpretation>
                <emma:interpretation id="interp3" emma:lang="en-US" emma:confidence="0">
                  <emma:literal>eros</emma:literal>
                </emma:interpretation>
                <emma:interpretation id="interp4" emma:lang="en-US" emma:confidence="0">
                  <emma:literal>Errors</emma:literal>
                </emma:interpretation>
              </emma:one-of>
            </emma:emma>
          </inkml:annotationXML>
          <inkml:trace contextRef="#ctx0" brushRef="#br0">0 419,'0'26,"52"-26,-26 0,-26-26,27 26,-27-52,26 52,-26-27,26 1,-26 0,0 0,0 0,0-1,0 1,0 0,-26 26,0 0,-1 0,27 26,0 27,-26-27,26 0,0 0,0 0,0 1,0-1,-26 0,26 0,0 0,0 1,0-1,52 0,-25-26,-27 26,52-26,-26 0,27 0,-27 0,0 0,0 0,0 0,0 0,1-26,-1 26,0-26,0 26,-26-26,26 26,-26-53,0 27,27 0,-27 0,0-1,0 1,0 0,0 0,0 0,26-27,-26 27,0 0,0 0,0 0,0-1,0 1,-53 0,27 26,0 52,0-52,0 27,-1 25,1-26,26 0,0 0,26 1,1-27,25 26,-26-26,0 26,1-26,-1 0,0 26,0-26,0 0,-26 26,0 1,26-27,-26 26,0 0,27 0,-27 0,26-26,0 0,0-26,0 0,1 0,-27 0,26-1,-26 1,26 0,0 0,-26 0,26-1,-26 1,0 0,0 0,-52 26,26-26,0 26,-1 0,27-26,53 26,-53 26,26-26,0 0,0 0,1 0,-27 26,26-26,0 26,-26 0,26-26,-26 26,0 1,26-27,-26 26,0 0,26 0,-26 0,0 1,27-27,-1-53,-26 27,0 0,26 26,-26-53,0 27,0 0,26 26,-26-26,0 52,0 0,26-26,-26 26,27 1,-1-1,0-26,0 26,0-26,1 0,-27-52,0 25,0 1,0 0,-27 26,27-26,-26 26,0 0,0 0,0 0,-1 0,1 0,0 0,26 26,-26-26,26 26</inkml:trace>
          <inkml:trace contextRef="#ctx0" brushRef="#br0" timeOffset="295.2392">1362 105,'0'0,"26"-26,-26-1,26 27,0 0,0 0,0 0,1 0,-1 0,0 0,0 53,0-27,-26 26,27-52,-27 26,0 1,0-1,0 0,0 0,-27-26,1-52,26 26,0-1,0 1,0 0,0 0,0 0,0 0,0-1,0 1,53 0,-53 0,26 0,0-1</inkml:trace>
        </inkml:traceGroup>
        <inkml:traceGroup>
          <inkml:annotationXML>
            <emma:emma xmlns:emma="http://www.w3.org/2003/04/emma" version="1.0">
              <emma:interpretation id="{3030265A-5747-4E0F-BF46-269F1F8F6FAA}" emma:medium="tactile" emma:mode="ink">
                <msink:context xmlns:msink="http://schemas.microsoft.com/ink/2010/main" type="inkWord" rotatedBoundingBox="12773,5056 14541,4907 14619,5836 12851,5984"/>
              </emma:interpretation>
              <emma:one-of disjunction-type="recognition" id="oneOf1">
                <emma:interpretation id="interp5" emma:lang="en-US" emma:confidence="0.5">
                  <emma:literal>tent</emma:literal>
                </emma:interpretation>
                <emma:interpretation id="interp6" emma:lang="en-US" emma:confidence="0">
                  <emma:literal>tenth</emma:literal>
                </emma:interpretation>
                <emma:interpretation id="interp7" emma:lang="en-US" emma:confidence="0">
                  <emma:literal>tents</emma:literal>
                </emma:interpretation>
                <emma:interpretation id="interp8" emma:lang="en-US" emma:confidence="0">
                  <emma:literal>tense</emma:literal>
                </emma:interpretation>
                <emma:interpretation id="interp9" emma:lang="en-US" emma:confidence="0">
                  <emma:literal>tonto</emma:literal>
                </emma:interpretation>
              </emma:one-of>
            </emma:emma>
          </inkml:annotationXML>
          <inkml:trace contextRef="#ctx0" brushRef="#br0" timeOffset="517.6942">1990-314,'26'0,"-26"26,-26-26,26 26,0 0,0 1,0 25,0-26,0 26,0-25,0 25,0 0,26-25,-26 25,0-26,53 0,-53 0,0 1,26-27,-26 26</inkml:trace>
          <inkml:trace contextRef="#ctx0" brushRef="#br0" timeOffset="1202.6979">2042 52,'0'27,"53"-27,-27 0,-26-53,26 53,0-26,0 26,-26-52,27 52,-27-27,26 1,-26 0,0 0,-26 26,-1 26,27 0,0 0,-26 1,26-1,0 0,0 0,0 0,53 1,-53-1,26 0,26 0,-26 0,1 0,-1-26,-26 27,26-27,0 0,-26-53,26 27,-26-26,0 26,26-1,-26 1,0 0,27 26,-1 26,0-26,-26 26,52-26,-52 27,27-27,-1 0,0 0,0 0,-26-27,0-25,0 26,26 26,-26-26,0-1,0 1,0 0,0 52,27 0,-27 27,26-53,-26 26,26 0,-26 0,26-26,-26 27,26-27,0 26,1-26,-1 0,0 0,0 0,0-26</inkml:trace>
          <inkml:trace contextRef="#ctx0" brushRef="#br0" timeOffset="13439.6193">3064 209,'0'0,"0"-78,52 78,0 0,-26-26,27 26,-1 0,-26 0,27 0,-1 0,1 0,-27 0,26 0,-26 0,0 26,1-26,-1 52,0-52,-26 26,26 1,0-1,-26 0,0 0,27 0,-1 1,-26-1</inkml:trace>
          <inkml:trace contextRef="#ctx0" brushRef="#br0" timeOffset="13178.5996">3483-314,'0'-26,"0"78,0-26,0 27,-53-27,53 26,0 0,-26-25,26 25,-26 0,26 1,-26-27,26 26,-27-26,1 27,0-27,26 26,-26-25,0-1,26 0,-27 0,1 0,0 1,26-1</inkml:trace>
        </inkml:traceGroup>
      </inkml:traceGroup>
    </inkml:traceGroup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5:22.93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3487B76-DF49-47FD-BCDF-5A093D5E3E81}" emma:medium="tactile" emma:mode="ink">
          <msink:context xmlns:msink="http://schemas.microsoft.com/ink/2010/main" type="inkDrawing" rotatedBoundingBox="10900,7183 15951,6947 16088,9886 11038,10122" semanticType="enclosure" shapeName="Other"/>
        </emma:interpretation>
      </emma:emma>
    </inkml:annotationXML>
    <inkml:trace contextRef="#ctx0" brushRef="#br0">53 213,'0'0,"-27"0,27-27,-26 27,26-26,26 26,1 0,-1 0,0 0,0 0,0-26,0 26,1 0,-1 0,0-26,0 26,0 0,1 0,-1 0,0 0,0 0,0 0,0 0,1 0,-1 0,0 0,0 0,0 0,1-26,-1 26,0 0,0 0,27 0,-27 0,0 0,26 0,-26 0,27-26,-27 26,26 0,-25-27,25 27,-26 0,27 0,-27-26,26 26,-26 0,0 0,1 0,25 0,-26 0,0 0,1 26,-1-26,0 0,0 27,0-27,0 26,1-26,-1 0,0 0,0 0,0 0,1 0,-1 0,0 0,0 0,0 0,1 0,-1 0,26 0,-26 0,0 0,1 0,-1 0,26 0,-26 0,1 26,25-26,-26 0,26 0,1 26,-1-26,-26 0,27 0,-1 0,27 26,-27-26,0 0,1 0,-1 0,1 0,-1 0,0 0,1 0,-1 0,0 0,-25 0,25 0,0 0,1 0,-27-26,26 26,1 0,-27-26,26 26,1-26,-27 26,26-26,1 26,-1-27,26 27,-51 0,25 0,0 0,1 0,-27 0,0 0,26 0,-25 0,-1 0,0 27,0-27,0 0,1 26,-1-26,0 0,0 0,0 0,1 0,-1 0,0 0,0 0,0 0,0 0,1-53,25 53,-26 0,0 0,1 0,-1 0,0-26,0 26,0 0,0 0,1 0,-1 0,-26 26,26 1,-26-1,26-26,0 0,-26 26,27-26,-1 0,0-26,-26 0,0-1</inkml:trace>
    <inkml:trace contextRef="#ctx0" brushRef="#br0" timeOffset="7558.6416">1597 867,'0'-26,"0"0,0 0,0 0,0-1,0 1,0 0,27 26,-27-26,0 0,0-1,26 1,-26 0,0 0,26 0,-26 0,26-1,-26 1,0 0,0 0,26 26,-26-26,0-1,27 1,-27 0,26 0,-26 0,26-1,-26 1,0 0,26 0,-26 0,0 0,26-1,-26 1,27 0,-27 0,0 0,26-1,-26 1,0 0,26 26,-26-26,0 0,0 0,26-1,-26 1,0 0,0 0,26 26,-26-26,0-1,0 1,0 0,26 0,-26 0,0-1,27 1,-27 0,0 0,26 0,-26 0,0-1,26 1,-26 0,0 0,26 0,-26-1,26 1,-26 0,0 0,27 0,-27-1,26 27,-26-26,0 0,26 26,-26-26,0 0,26 0,-26-1,26 1,-26 0,0-26,26 25,-26 1,0 0,27 0,-27-26,26 25,-26 1,0 0,26 0,-26 0,26-1,-26 1,26 0,-26 0,27 0,-1-1,-26 1,26 0,0 0,-26 0,26 0,1-1,-1 1,-26 0,26 0,0 0,0 26,-26-27,26 27,1-26,-1 26,0 0,-26-26,26 26,0 0,1-26,-1 26,0 0,0 26,0 0,0 0,1 1,-27-1,26-26,-26 26,0 0,26-26,-26 26,26-26,-26 27,26-1,-26 0,27-26,-27 26,26 0,0 0,0 1,-26-1,26 0,1 0,-27 0,26-26,-26 27,26-1,-26 0,26 0,-26 0,26-26,0 27,-26-1,27 0,-27 0,26-26,-26 26,26-26,-26 26,26 1,0-1,-26 0,27 0,-27 0,26 1,-26 25,26-52,-26 26,0 0,0 0,26 1,-26-1,0 0,26 0,-26 0,0 1,27-1,-27 0,26 0,-26 0,0 1,26-27,-26 26,0 0,0 0,26 0,-26 0,0 27,0-27,26 0,-26 0,0 1,0-1,26 0,-26 0,0 0,27-26,-27 27,26-27,-26 26,0 0,26 0,0 0,-26 0,26 1,1-1,-27 0,26 0,-26 0,26-26,-26 27,0-1,26-26,-26 26,0 0,26-26,-26 26,26 0,-26 1,27-27,-27 26,0 0,0 0,26-26,-26 26,0 1,0-1,0 0,0 0,0 0,26 1,-26-1,0 0,0 0,0 0,26-26,-26 26,0 1,0-1,0 0,26-26,-26 26,0 0,0 1,0-1,0 0,0 0,27-26,-27 26,0-78,0 26,0-27</inkml:trace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5:32.99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2843FEF-F774-4DB5-B57E-7266A39BE907}" emma:medium="tactile" emma:mode="ink">
          <msink:context xmlns:msink="http://schemas.microsoft.com/ink/2010/main" type="writingRegion" rotatedBoundingBox="11536,10728 16478,10079 16655,11427 11713,12076"/>
        </emma:interpretation>
      </emma:emma>
    </inkml:annotationXML>
    <inkml:traceGroup>
      <inkml:annotationXML>
        <emma:emma xmlns:emma="http://www.w3.org/2003/04/emma" version="1.0">
          <emma:interpretation id="{815D54AC-DDE4-4D12-8258-7D54D2ECFBFA}" emma:medium="tactile" emma:mode="ink">
            <msink:context xmlns:msink="http://schemas.microsoft.com/ink/2010/main" type="paragraph" rotatedBoundingBox="11536,10728 16478,10079 16655,11427 11713,120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02A024E-FE53-451F-B391-1B3445C5E232}" emma:medium="tactile" emma:mode="ink">
              <msink:context xmlns:msink="http://schemas.microsoft.com/ink/2010/main" type="line" rotatedBoundingBox="11536,10728 16478,10079 16655,11427 11713,12076"/>
            </emma:interpretation>
          </emma:emma>
        </inkml:annotationXML>
        <inkml:traceGroup>
          <inkml:annotationXML>
            <emma:emma xmlns:emma="http://www.w3.org/2003/04/emma" version="1.0">
              <emma:interpretation id="{0DDF5961-1E9A-412D-A09A-E425D02C520E}" emma:medium="tactile" emma:mode="ink">
                <msink:context xmlns:msink="http://schemas.microsoft.com/ink/2010/main" type="inkWord" rotatedBoundingBox="11548,10824 14174,10480 14298,11424 11672,11768">
                  <msink:destinationLink direction="with" ref="{BAFD3E2B-D16E-4BF2-A6FE-AA3E9A89F6DC}"/>
                  <msink:destinationLink direction="with" ref="{001D07C1-AFCA-4964-99E9-DEDB8BD63001}"/>
                  <msink:destinationLink direction="with" ref="{D9EBFAF7-9A9B-4D93-B49C-B31FE031A0D5}"/>
                </msink:context>
              </emma:interpretation>
              <emma:one-of disjunction-type="recognition" id="oneOf0">
                <emma:interpretation id="interp0" emma:lang="en-US" emma:confidence="0.5">
                  <emma:literal>visible</emma:literal>
                </emma:interpretation>
                <emma:interpretation id="interp1" emma:lang="en-US" emma:confidence="0">
                  <emma:literal>risible</emma:literal>
                </emma:interpretation>
                <emma:interpretation id="interp2" emma:lang="en-US" emma:confidence="0">
                  <emma:literal>Visible</emma:literal>
                </emma:interpretation>
                <emma:interpretation id="interp3" emma:lang="en-US" emma:confidence="0">
                  <emma:literal>risibly</emma:literal>
                </emma:interpretation>
                <emma:interpretation id="interp4" emma:lang="en-US" emma:confidence="0">
                  <emma:literal>visibly</emma:literal>
                </emma:interpretation>
              </emma:one-of>
            </emma:emma>
          </inkml:annotationXML>
          <inkml:trace contextRef="#ctx0" brushRef="#br0">0 263,'0'-26,"0"0,0 0,0 78,27-26,-1 27,0-27,-26 0,52 0,-52 1,27-1,-27 0,26-26,-26 26,26 0,0 0,0-78,-26 26,0-26,26 25,-26 1,0 0,0 0,0 0,0-1,0 1,0 0,0 0,0 0,0-1,0 1,0 0,27 0,-27 0,26 26,0-26,0 26,0 0,1 0,-1 0,0 0,0 0</inkml:trace>
          <inkml:trace contextRef="#ctx0" brushRef="#br0" timeOffset="333.8149">681 525,'0'0,"26"-52,-26 26,0 0,0-1,0 1,0 0,0 0,0 0,27-1,-27 1,0 0,0 0,26 0,-26-1,0 54,0 25,0-26,0 0,0 1,0-1,0 0,0 0,26 0,-26 1,52-1,-25-26,-1 0,0-26,-26-27</inkml:trace>
          <inkml:trace contextRef="#ctx0" brushRef="#br0" timeOffset="499.9074">760-25,'0'0,"26"0,0 0</inkml:trace>
          <inkml:trace contextRef="#ctx0" brushRef="#br0" timeOffset="1096.3968">1048 159,'0'0,"0"26,0 0,0 0,0 0,0 1,0-1,0 0,0 0,0 0,26-26,0 0,0 0,1 0,-1 0,0 0,-26 27,-26-1,-27 0,27-26,26-26,0 0,53-27,-53 27,26 0,-26 0,26-1,-26 1,52 0,-52 0,27 26,-27-26,26-1,0 27,-26 27,0-1,0 0,0 0,26-26,-26 26,0 1,26-1,-26 0,0 0,0 0,26 1,-26-1,0 0,27-26,-27 26,0-78</inkml:trace>
          <inkml:trace contextRef="#ctx0" brushRef="#br0" timeOffset="1264.3959">1493-208,'-52'0,"78"0</inkml:trace>
          <inkml:trace contextRef="#ctx0" brushRef="#br0" timeOffset="2186.464">1624-339,'0'26,"0"27,0-27,0 0,0 0,0 0,0 1,0 25,0-26,52 0,-52 1,0 25,26-26,-26 0,0 27,0-27,0 0,0 0,0 27,0-27,0 0,0 0,-26-26,26 26,-26-26,26-52,0 26,0 0,0-1,52 1,-52 0,27 26,-27-26,26 26,-26-26,26 26,0 0,0-27,1 27,-1 0,0 0,-26 53,0-27,0 0,0 0,0 1,0-1,-26 0,26 0,0 0,-53 1,53-1,-26 0,26 0,-26 0,26 0,-26 1,26-1,0-79,26 27,-26-26,52 26,-52 0,27-1,-27 1,26 0,0 26,-26-26,26 0,0-1,1 1,-1-26,-26 26,26-1,0 1,0-26,-26 26,26 0,-26-1,27-25,-27 26,0 0,0-1,0 1,-53 0,27 26,0-26,0 26,26 52,0-26,0 1,0-1,0 0,26 0,-26 27,26-27,-26 0,52 0,-25 26,-27-25,26-1,0 26,0-26,-26 1,26 25,-26-26,27 0,-27 1,0-1,26-26,0-26,-26-27,0 27,0-26,26 25,-26 1,0-26,0 26,0-1,0 1,0 0,0 0,0 0,26 26,-26 52,0-26,0 0,26 1,-26 25,0-26,27 0,-27 1,26-1,0 0,-26 0,26-26,0 0,1 0,-1 0,-26-26,26 26,-26-26,26 26,-26-53,26 53</inkml:trace>
        </inkml:traceGroup>
        <inkml:traceGroup>
          <inkml:annotationXML>
            <emma:emma xmlns:emma="http://www.w3.org/2003/04/emma" version="1.0">
              <emma:interpretation id="{F07C6A00-EA1C-4C63-95D1-BCC192E03A75}" emma:medium="tactile" emma:mode="ink">
                <msink:context xmlns:msink="http://schemas.microsoft.com/ink/2010/main" type="inkWord" rotatedBoundingBox="14478,10342 16478,10079 16655,11427 14655,11690">
                  <msink:destinationLink direction="with" ref="{65CEA862-52F2-47C8-894F-28CACF5AFA21}"/>
                  <msink:destinationLink direction="with" ref="{2D05B185-7C7B-4DB6-8C86-7F426594E508}"/>
                </msink:context>
              </emma:interpretation>
              <emma:one-of disjunction-type="recognition" id="oneOf1">
                <emma:interpretation id="interp5" emma:lang="en-US" emma:confidence="0.5">
                  <emma:literal>pattern</emma:literal>
                </emma:interpretation>
                <emma:interpretation id="interp6" emma:lang="en-US" emma:confidence="0">
                  <emma:literal>patterns</emma:literal>
                </emma:interpretation>
                <emma:interpretation id="interp7" emma:lang="en-US" emma:confidence="0">
                  <emma:literal>patters</emma:literal>
                </emma:interpretation>
                <emma:interpretation id="interp8" emma:lang="en-US" emma:confidence="0">
                  <emma:literal>paters</emma:literal>
                </emma:interpretation>
                <emma:interpretation id="interp9" emma:lang="en-US" emma:confidence="0">
                  <emma:literal>patter</emma:literal>
                </emma:interpretation>
              </emma:one-of>
            </emma:emma>
          </inkml:annotationXML>
          <inkml:trace contextRef="#ctx0" brushRef="#br0" timeOffset="3285.4003">3012-77,'0'26,"0"0,0 27,0-27,0 0,26 0,-26 27,0-27,26 26,-26 1,0-1,26-26,-26 27,0-1,27 0,-27-26,0 27,0-27,0 0,0 0,0 1,0-1,26-26,-26-53,0 27,0-26,0 26,0-1,0-25,0 26,0 0,0-27,-53 27,53-26,0 26,-26-27,26 1,-26-1,26 1,0 0,0-1,0 1,0 0,0 25,0-25,0 26,26 0,-26-1,0 1,53 26,-53-26,26 26,0 0,-26 26,0 27,26-53,-26 52,0-26,0 0,0 1,0 25,-52-26,52 27,-26-27,26 26,-27-26,27 0,-52 1,52-1,-26-26,26 26,-26-26</inkml:trace>
          <inkml:trace contextRef="#ctx0" brushRef="#br0" timeOffset="4901.4686">3509-77,'0'-26,"-26"26,0 0,26 52,-26-26,26 1,-26-1,26 26,0-26,0 0,0 1,0-1,26-26,0 0,0-26,-26-1,26 27,-26-52,0 26,26 0,-26 0,0-1,0 1,0 0,0 0,0 0,0 52,27-26,-27 52,26-26,0 1,0-1,0 0,1 0,-1-26,0 0,-26-52,0-1,26 1,-26 26,0-27,0 27,0-26,0-1,0 1,0 0,0-1,-26 1,26 26,-26-27,26 1,-26 26,26 0,-27 0,27 52,0 26,0 0,0-25,0 25,0-26,27 27,-27-27,0 26,26-26,-26 0,26 27,-26-27,26 0,-26 0,26-26,-26 27,27-1,-27 0,26 0,0-26,0 26,0-26,-26 27,26-27,1 26,-1-26,0 0,0 0,-26-26,0-27,0 27,0-26,0 25,0-25,0 26,0-27,0 1,-52 0,52-1,0 1,-26 0,26 25,-27-25,27 26,-26 0,26 0,-26 26,26 52,0-26,0 26,52-25,-52-1,0 26,27-26,-27 1,26 25,-26-26,26 0,-26 0,26 1,0-1,-26 0,27 0,-1 0,0 1,-26-1,26 0,-26 0,26 0,0 1,-26-1,27-26,-1-26,-26-1,0-25,0 26,0 0,26-1,-26 1,0 0,-52 52,52 0,0 27,0-27,0 0,0 0,52 1,-52-1,26-26,0 0,1 0,-1 0,-26-26,26 26,0-27,0 27,1-26,-1 26,-26-26,0 0,0 0,0-1,0 1,-26 0,26 0,0 0,26 26,26 52,-26-26,0 0,1 27,-1-27,0 0,-26 0,26-26,0 27,1-27,-1 0,-26-27,0 1,0 0,26 26,-26-26,0 0,0-1,0 54,26 25,-26-26,26 0,-26 1,0-54,0 1,0 0,0 0,26 26,1 26,-27-52,0 0,-27-1</inkml:trace>
          <inkml:trace contextRef="#ctx0" brushRef="#br0" timeOffset="5135.4005">3771-365,'0'0,"-78"52,51-26,1-26,26 27,-26-27,78-53,1 1,-27 26,0-27,27 27,-27 0,0-26,26 25,-26 1,1-26,-1 26</inkml:trace>
        </inkml:traceGroup>
      </inkml:traceGroup>
    </inkml:traceGroup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5:24.40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86D0DD8-86E1-4FE1-9303-28006816B820}" emma:medium="tactile" emma:mode="ink">
          <msink:context xmlns:msink="http://schemas.microsoft.com/ink/2010/main" type="inkDrawing" rotatedBoundingBox="11349,6802 12028,6187 12318,6508 11639,7123" semanticType="callout" shapeName="Other">
            <msink:sourceLink direction="with" ref="{8B98EA89-60B1-4E0F-B993-0C9641D3D73B}"/>
          </msink:context>
        </emma:interpretation>
      </emma:emma>
    </inkml:annotationXML>
    <inkml:trace contextRef="#ctx0" brushRef="#br0">393 26,'0'52,"-27"1,27-1,-52-26,26 27,-26-1,25 0,1 1,0-1,-26 0,25 1,1-27,0 0,26 0,-26 1,26-54,26 27,-26-52,26 26,-26-27,53 27,-53 0,26 0,-26 0,26-1,-26 1,26 26,-26-26,0 0,26 26,-26-26,0 0,0-1,27 1,-27 0,26 0,-26 0,26-1,0 1,-26 0,26 26,0-26,1 26,-1-26,0 26,0 0,0 0,1 0,-1 0,0 0,0 52,0-26,1-26,-27 26,26-26,-26 53,26-27,0 0,0-26,0 0,-26-26</inkml:trace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31.65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248BA57E-EB80-46FF-AE03-76E0801948D4}" emma:medium="tactile" emma:mode="ink">
          <msink:context xmlns:msink="http://schemas.microsoft.com/ink/2010/main" type="inkDrawing" rotatedBoundingBox="1890,12913 7339,13123 7173,17446 1723,17236" semanticType="enclosure" shapeName="Other">
            <msink:destinationLink direction="with" ref="{1CCB5C27-7AB6-4CC9-8623-502D4B516ACC}"/>
            <msink:destinationLink direction="to" ref="{EBA5CA32-2D4A-4874-89E8-67800DC21D29}"/>
          </msink:context>
        </emma:interpretation>
      </emma:emma>
    </inkml:annotationXML>
    <inkml:trace contextRef="#ctx0" brushRef="#br0">27 421,'-27'-26,"54"26,-1 0,0 0,0 0,0 0,-26 26,27-26,-1 0,0 0,-26 26,26-26,0 0,1 0,-27 26,26-26,0 0,0 0,0 0,0 0,1 0,-1 0,0 26,0-26,0 0,1 0,-1 0,0 0,0 0,0 0,0 0,1 0,-1 0,0 0,0-26,0 26,1 0,-1 0,0 0,0 0,0 0,27 0,-27 0,0 0,0 0,27 0,-27 0,0 0,26 0,-25 0,-1 0,26 0,-26 0,0 0,27-26,-27 26,0 0,27-26,-27 26,0-26,26 26,-25-27,25 27,-26 0,26 0,1 0,-27 0,26 0,1 0,-27 0,26 0,1 0,-1 0,0 0,1 0,-1 0,1 0,-1 0,26 0,-25-26,-1 26,1-26,25 26,-25-26,-1 0,0-1,1 1,-1 0,0 26,1-26,-1 0,0-1,1 1,-1 26,1-26,-1 26,0 0,-25-26,25 26,0 0,1 0,-27 0,26 0,1 0,-27 0,26 0,0 0,-25 0,25 0,0 0,-25 0,25 0,-26 0,27 0,-27 0,26 0,0 0,-25 0,25 0,-26 0,0 0,27 0,-27-26,26 26,-26 0,1 0,-1 0,26 0,-26 0,1 0,-1 26,0-26,0 0,0 0,1 26,-1-26,0 0,0 0,0 26,0-26,1 0,-1 0,0 0,0 0,0 0,-26-52,27 52,-1 0,0 0,0 0,0 0,1 0</inkml:trace>
    <inkml:trace contextRef="#ctx0" brushRef="#br0" timeOffset="8856.9831">681 2,'-26'0,"52"0,0 0,-26 26,27-26,-1 0,0 0,0 0,0 0,1 0,-1 0,0 0,0 0,0 0,1 0,-1 0,0 0,0 0,0 0,0 0,-26-26,27 26,-1 0,-26-26,26 26,-26-27,26 27,-26-26,26 26,-26-26,27 26,-27-26,26 0,-26-1,26 27,-26-26,0 0,0 0,0 0,0 0,26-1,-26 1,0 0,26 26,-26-26,0 0,26 26,-26-27,0 1,27 26,-27-26,0 0,0 0,0-1,0 1,26 0,-26 0,0 0,0 0,0-1,0 1,26 26,-26-26,0 0,0 0,0-1,26 1,-26 0,0 0,0 0,0-1,0 1,0 0,0 0,0 0,0 0,0-1,0 1,0 0,26 26,-26-26,0 0,0-1,27 27,-27-26,0 0,26 26,-26-26,0 0,0 0,26 26,-26-27,0 1,26 0,-26 0,0 0,0-1,26 27,-26-26,0 0,0 0,27 0,-27-1,0 1,0 0,26 0,-26 0,0 0,26-1,-26 1,0 0,26 0,-26 0,0-1,26 1,-26 0,0 0,26 0,-26 0,0-1,0 1,27 26,-27-26,0 0,0 0,0-1,26 1,-26 0,0 0,0 0,26-1,-26 1,0 0,26 26,-26-26,0 0,0 0,26 26,-26-27,0 1,0 0,0 0,27 26,-27-26,0-1,0 1,26 26,-26-26,0 0,0 0,26 26,-26-26,0-1,26 27,-26-26,0 0,26 0,-26 0,26-1,1 1,-27 0,0 0,26 0,-26-1,0 1,0 0,0 0,26 26,-26-26,26 26,-26-26,26-1,-26 1,27 26,-27-26,0 0,26 26,-26-26,26-1,0 1,0 0,-26 0,27 0,-1 26,-26-27,26 1,0 0,0 0,0 0,-26 0,27 26,-27-27,26 27,-26-26,26 26,0 0,0 0,1 0,-1 0,0 0,0 0,-26 26,26-26,1 0,-1 0,0 0,-26 27,26-27,0 0,-26 26,26-26,1 0,-27 26,26-26,0 26,0 0,0 0,1 1,-27-1,26-26,-26 26,26 0,-26 0,26-26,-26 27,0-1,26-26,-26 26,0 0,0 0,26-26,-26 27,0-1,0 0,27 0,-27 0,0 0,26 1,-26-1,26 0,-26 0,0 0,26 1,-26-1,26 0,-26 0,27-26,-27 26,0 1,26-27,-26 26,26 0,-26 0,26 0,-26 0,0 1,26-27,-26 26,0 0,27 0,-27 0,0 1,26-1,-26 0,0 0,0 0,0 0,26 1,-26-1,0 0,26-26,-26 26,0 0,26-26,-26 27,0-1,26-26,-26 26,0 0,27 0,-27 1,0-1,26 0,-26 0,0 0,26-26,-26 26,0 1,26-27,-26 26,0 0,26-26,-26 26,0 0,27 1,-27-1,26 0,-26 0,26-26,-26 26,0 0,26-26,-26 27,26-27,-26 26,26 0,-26 0,27 0,-27 1,26-1,-26 0,26 0,-26 0,0 1,26-27,-26 26,0 0,26 0,-26 0,0 0,27-26,-27 27,26-1,-26 0,26-26,-26 26,0 0,0 1,26-27,-26 26,0 0,26-26,-26 26,27-26,-27 26,26 0,0 1,-26-1,26-26,-26 26,26 0,0-26,-26 26,27-26,-27 27,26-27,-26 26,26-26,0 0,0 0,-26 26,27-26,-1 0,0 0,0 0,0 26,0-26,-26 26,27-26,-1 27,0-1,0 0,0 0,1-26,-27 26,26-26,0 0,0 0,-26 26,26-26,1 0,-1 0,0 0,0-26,0 26,0 0,1 0,-1 0,-26-26,26 26,0-26,0 26,1-26,-1 26,0-26,0 26,0 0,-26-27,27 27,-1 0,0 0,0 0,-26-26,0 0,0 0,0 0,-26-1,26 1,0 0,-26 0,26 0,-26-27</inkml:trace>
    <inkml:trace contextRef="#ctx0" brushRef="#br0" timeOffset="4958.6023">707 2,'-26'0,"52"0,1 0,-1 0,-26-26,26 26,0 0,0 0,-26-27,27 27,-1 0,0 0,0 0,0 0,1 0,-27 27,26-27,0 0,0 0,-26-27,0 1,26 26,-26-26,0 0,26 26,-26-26,27-1,-27 1,0 0,26 26,-26-26,0 0,26 26,-26-26,0-1,26 27,-26-26,0 0,26 26,-26-26,0 0,27-1,-27 1,0 0,26 26,-26-26,0 0,26 26,-26-27,26 1,-26 0,26 0,-26 0,26 0,-26-1,0 1,27 26,-27-26,0 0,26 0,-26-1,0 1,26 0,-26 0,0 0,26 26,-26-27,0 1,0 0,26 26,-26-26,0 0,0 0,27-1,-27 1,0 0,26 0,-26 0,26-1,-26 1,26 0,-26 0,0 0,26 26,-26-26,27 26,-27-27,0 1,26 26,-26-26,0 0,26 0,-26-1,0 1,0 0,26 26,-26-26,0 0,0-1,26 1,-26 0,0 0,0 0,0 0,26-1,-26 1,0 0,27 0,-27 0,26-1,-26 1,0 0,26 0,0 0,-26 0,0-1,26 27,-26-26,0 0,27 0,-27 0,0-1,26 1,-26 0,0 0,26 0,-26-1,0 1,26 0,-26 0,26 0,-26 0,26-27,-26 27,27 0,-27-27,0 27,26 0,-26 0,0 0,0 0,0-1,26 1,-26 0,0 0,26 0,-26-1,0 1,26 0,-26 0,0 0,27-1,-27 1,0 0,26 26,-26-26,26 0,-26 0,26-1,-26 1,26 0,-26 0,27 0,-27-1,26 1,-26 0,26 26,-26-26,26 0,-26-1,26 1,0 26,-26-26,27 26,-1-26,0 26,0 0,0 0,1 0,-1 0,0 0,0 0,-26 26,26-26,-26 26,27-26,-27 26,26-26,-26 27,26-27,-26 26,26 0,0-26,-26 26,26-26,1 26,-1-26,0 27,-26-1,26-26,0 26,1-26,-27 26,26-26,-26 26,26-26,-26 27,26-27,-26 26,0 0,26 0,-26 0,0 0,0 1,26-1,-26 0,0 0,0 0,0 1,27-1,-27 0,0 0,0 0,0 1,0-1,26 0,-26 0,0 0,26-26,-26 26,0 1,26-27,-26 26,0 0,0 0,26-26,-26 26,0 1,27-1,-27 0,26 0,-26 0,26 0,-26 1,26-1,-26 0,26 0,-26 0,27 1,-27-1,26-26,-26 26,0 0,26-26,-26 26,0 1,26-27,-26 26,0 0,26-26,-26 26,0 0,26 0,-26 1,0-1,27-26,-27 26,0 0,26 0,0 1,-26-1,26 0,0 0,1 0,-27 0,26-26,-26 27,0-1,26-26,-26 26,0 0,0 0,0 1,0-1,0 0,0 0,26-26,-26 26,26-26,-26 27,26-27,1 26,-1 0,0 0,0-26,-26 26,26 0,1 1,-1-1,-26 0,26 0,-26 0,0 1,0-1,26-26,-26 26,0 0,26-26,-26 26,27-26,-27 26,26 1,-26-1,26-26,-26 26,26-26,-26 26,26-26,-26 26,26-26,-26 27,27-1,-27 0,26 0,-26 0,26 1,-26-1,26 0,-26 0,26 0,-26 0,27-26,-1 0,0 0,-26 27,26-27,0 0,0 0,1 0,-1 0,-26 26,26-26,0 0,0 0,1 0,-1 0,0 0,0 0,0 0,1 0,-1 0,0 0,0 0,0 0,0 0,1 0,-1 0,0-26,0 26,0 0,-26-27,27 27,-1 0,0 0,0 0,0 0,1 0,-1 0,0 0,-26-26,26 26,-26-26,26 26,-26-26,26 26,-52 0,26 26,-26-26,0 0,26 26,-26-26,0 0,-1 0,27 26,-26-26,0 0,0 0,26 27,-26-27,-1 0,27 26,-26-26,0-53,0 1</inkml:trace>
    <inkml:trace contextRef="#ctx0" brushRef="#br0" timeOffset="543.938">5133-286,'0'-26,"0"-1,52 27,-26 0,1 0,-1 0,26 0,-26 0,1 0,-1 0,-26 27,26-27,0 26,-26 0,26-26,-26 26,0 0,0 0,0 1,0-1,0 0,0 0,0 0,-26 1,26-1,0 0,-26 0,26 0,-26 0,26 1,-26-1,-1 0,1 0,26 0,-26 1,0-1,26 0,-26-26,26 26,-27-26</inkml:trace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30.39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1CCB5C27-7AB6-4CC9-8623-502D4B516ACC}" emma:medium="tactile" emma:mode="ink">
          <msink:context xmlns:msink="http://schemas.microsoft.com/ink/2010/main" type="inkDrawing" rotatedBoundingBox="2032,17167 2513,13220 2726,13246 2245,17193" semanticType="callout" shapeName="Other">
            <msink:sourceLink direction="with" ref="{248BA57E-EB80-46FF-AE03-76E0801948D4}"/>
            <msink:sourceLink direction="with" ref="{99DF07D7-EBA1-4952-8145-A0AD19332D2D}"/>
          </msink:context>
        </emma:interpretation>
      </emma:emma>
    </inkml:annotationXML>
    <inkml:trace contextRef="#ctx0" brushRef="#br0">419 0,'-26'0,"26"26,0 0,0 0,0 0,0 1,0-1,0 0,0 0,0 0,0 1,0-1,0 0,0 0,0 0,0 0,0 1,0-1,0 26,0-26,0 1,26-1,-26 0,0 0,0 0,26 1,-26-1,0 0,27 0,-27 0,0 0,0 1,0-1,0 0,0 0,0 0,0 1,0-1,0 0,0 0,0 0,0 0,0 1,-27-1,27 0,0 0,-26 0,26 1,0-1,-26 0,26 0,-26 0,26 1,0-1,0 0,0 0,-26 0,26 0,0 1,0-1,0 0,0 0,-27 0,27 1,0-1,0 0,0 0,0 0,-26 0,26 1,0 25,0-26,0 0,0 1,0 25,-26-26,26 0,0 27,0-27,-26 26,26 1,0-27,-26 26,26-26,-26 27,26-27,-27 0,27 26,0-25,0-1,-26 0,26 0,0 0,0 1,0-1,0 0,0 0,-26 0,26 1,0-1,0 0,0 0,0 0,0 0,0 1,0-1,0 0,0 0,0 0,0 1,0-1,0 0,0 0,0 0,0 1,0-1,0 0,0 0,0 0,0 0,0 1,0-1,0 0,0 0,0 27,-26-27,26 0,0 0,-26 26,26-25,0-1,0 0,0 0,-27 0,27 1,0-1,0 0,0 0,-26-26,26 26,0 1,0-1,0-52</inkml:trace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46.01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855E5F77-690C-48E8-8297-69FF12383426}" emma:medium="tactile" emma:mode="ink">
          <msink:context xmlns:msink="http://schemas.microsoft.com/ink/2010/main" type="writingRegion" rotatedBoundingBox="884,12936 3381,11971 3968,13487 1470,14452"/>
        </emma:interpretation>
      </emma:emma>
    </inkml:annotationXML>
    <inkml:traceGroup>
      <inkml:annotationXML>
        <emma:emma xmlns:emma="http://www.w3.org/2003/04/emma" version="1.0">
          <emma:interpretation id="{32E5FCCB-8199-414C-B6E7-01DDC42C6F6C}" emma:medium="tactile" emma:mode="ink">
            <msink:context xmlns:msink="http://schemas.microsoft.com/ink/2010/main" type="paragraph" rotatedBoundingBox="884,12936 3381,11971 3968,13487 1470,144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3198B4-DF94-44A6-927E-E13C9155512C}" emma:medium="tactile" emma:mode="ink">
              <msink:context xmlns:msink="http://schemas.microsoft.com/ink/2010/main" type="line" rotatedBoundingBox="884,12936 3381,11971 3968,13487 1470,14452"/>
            </emma:interpretation>
          </emma:emma>
        </inkml:annotationXML>
        <inkml:traceGroup>
          <inkml:annotationXML>
            <emma:emma xmlns:emma="http://www.w3.org/2003/04/emma" version="1.0">
              <emma:interpretation id="{99DF07D7-EBA1-4952-8145-A0AD19332D2D}" emma:medium="tactile" emma:mode="ink">
                <msink:context xmlns:msink="http://schemas.microsoft.com/ink/2010/main" type="inkWord" rotatedBoundingBox="884,12936 3381,11971 3968,13487 1470,14452">
                  <msink:destinationLink direction="with" ref="{1CCB5C27-7AB6-4CC9-8623-502D4B516ACC}"/>
                </msink:context>
              </emma:interpretation>
              <emma:one-of disjunction-type="recognition" id="oneOf0">
                <emma:interpretation id="interp0" emma:lang="en-US" emma:confidence="0.5">
                  <emma:literal>anointers</emma:literal>
                </emma:interpretation>
                <emma:interpretation id="interp1" emma:lang="en-US" emma:confidence="0">
                  <emma:literal>ironstones</emma:literal>
                </emma:interpretation>
                <emma:interpretation id="interp2" emma:lang="en-US" emma:confidence="0">
                  <emma:literal>irrorating</emma:literal>
                </emma:interpretation>
                <emma:interpretation id="interp3" emma:lang="en-US" emma:confidence="0">
                  <emma:literal>irrorations</emma:literal>
                </emma:interpretation>
                <emma:interpretation id="interp4" emma:lang="en-US" emma:confidence="0">
                  <emma:literal>errantry</emma:literal>
                </emma:interpretation>
              </emma:one-of>
            </emma:emma>
          </inkml:annotationXML>
          <inkml:trace contextRef="#ctx0" brushRef="#br0">-1857 4373,'0'0,"0"-26,0 0,0 0,26 26,-26-26,0-1,26 1,-26 0,0 0,26 26,-26-26,0 0,0-1,0 1,0 0,-52 26,52-26,-26 26,0 0,0 0,26 26,0 0,-27-26,27 26,0 1,0-1,0 0,0 0,0 0,27 0,-27 1,0-1,0 0,26 0,-26 0,26 1,0-1,-26 0,26-26,0 26,-26 0,27-26,-1 0,0 0,0 0,0-26,1-26,-27-1,26 27,-26 0,0-26,26 25,-26-25,0 26,0 0,0 0,0-1,0 1,0 0,0 0,0 0,0-1,0 54,0-1,0 0,26-26,0 0,-26 26,27-26,-1 0,-26 26,26-26,0 0,0 27,0-27,1 26,-1-26,-26 26,0 0,26-26,-26-26,0 0,26 0,-26-1,0 1,0 0,0 0,26 0,-26-1,0 1,0 0,0 0,0 0,0-1,0 1,-26 26,26 26,-26-26,26 27,-26-27,26 26,0 0,52-26,-26 0,1-26,-1 26,0 0,0 0,0 0,-26 26,27-26,-27 26,26-26,-26 26,26-26,0 0,-26-26,26 26,-26-26,26 26,-26-26,0 0,27 26,-27 26,26 0,0-26,0 0,0 0,-26-26,27 26,-27-26,0-1,-27 27,1 0,-26 0,-1 0,27 0,0 0,0 0,26-26,52 0,-52 0,26 26,-26-26,53 0,-27-1,0 27,0 0,1 0,-1 27,-26 25,26-52,-26 26,0 26,0-25,26-27,-26 26,0-52,0-1,0-25,0 26,0 0,0 0,0-1,0 1,0 0,0-26,0 25,0 1,0 0</inkml:trace>
          <inkml:trace contextRef="#ctx0" brushRef="#br0" timeOffset="-1899.225">-1831 3431,'0'0,"-26"0,26 26,52-26,-26 0,1 0,-1-26,0 26,-26-26,0 52,0 0,0 0,-26-26,26-26,0 0,0 0,0-1</inkml:trace>
          <inkml:trace contextRef="#ctx0" brushRef="#br0" timeOffset="-4067.0694">-574 4033,'0'-26,"0"0,0 78,0-26,0 0,0 1,0-1,0 0,-52 0,52 0,-27 0,27 1,-26-1,26 0,-26 0,26 0,-26 1,26-1,-26 0,26 0,0 0,-26-26,26-26,0 0,26 26,-26-26,0 0,0-1,26 27,-26-26,0 0,26 0,-26 0,0-1,26 27,-26-26,26 0,-26 0,27 26,-27-26,26 0,0-1,0 1,0 26,-26-26,0 0,27 26,-27-26,26 26,-26 26,0 0,26 26,0-25,-26-1,26 0,-26 0,53 0,-53 0,26 1,0-1,-26 0,26 0,0 0,1 1,-1-1,0 0,0 0,-26 0</inkml:trace>
          <inkml:trace contextRef="#ctx0" brushRef="#br0" timeOffset="1315.0927">-417 3116,'-52'0,"52"27,0-1,0 0,26 0,-26 0,0 27,26-27,-26 26,26-25,-26 25,0 0,0-26,27 1,-27 25,0-26,0 0,26-26,-26 27,0-1,26-26,-26-53,0 27,0 0,-26 0,26 0,-26 26,26-27,26 27,-26-26,26 26,-26-26,26 26,-26-26,26 26,-26-26,26 0,1 26,-1-27,-26 1,26 26,-26-26,0 0,-26 26,26 26,-26-26,26 26,0 0,0 1,0-1,0 0,0 0,26-26,-26 26,26-26,0 0,27 0,-27 0,0 0,-26-26,26 0,-26 0,0 0,0-1,0 1,0 0,0 0,26 26,0 26,1-26,-27 26,26-26,0 26,0-26,-26 27,26-27,1 0,-1 0,-26-53,0 27,0 0,0 0,0-1,26 27,0 0,0 0,-26 27,27-27,-27 26,26-26,-26 26,26 0,-26 0,26-26,0 0,-26-26,26 26,-26-26,0 0,0 0,0-1,27-25,-27 26,0 0,-27 26,1 0,0 0,52 0,-26 26,53-26,-27 26,-26 0,0 0,0 1,0-1,0 0,0 0,0 27,-26-27,26 0,0 0,-27 0,27 0,0 1,-26-27,26 26,-26-26,0 0</inkml:trace>
        </inkml:traceGroup>
      </inkml:traceGroup>
    </inkml:traceGroup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50.171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3402FC05-07E0-4A92-8CEC-61FD73036B74}" emma:medium="tactile" emma:mode="ink">
          <msink:context xmlns:msink="http://schemas.microsoft.com/ink/2010/main" type="writingRegion" rotatedBoundingBox="2266,17457 6272,17191 6342,18236 2336,18502"/>
        </emma:interpretation>
      </emma:emma>
    </inkml:annotationXML>
    <inkml:traceGroup>
      <inkml:annotationXML>
        <emma:emma xmlns:emma="http://www.w3.org/2003/04/emma" version="1.0">
          <emma:interpretation id="{FFD21312-89F6-4D4B-A7E2-5F5EDA856825}" emma:medium="tactile" emma:mode="ink">
            <msink:context xmlns:msink="http://schemas.microsoft.com/ink/2010/main" type="paragraph" rotatedBoundingBox="2266,17457 6272,17191 6342,18236 2336,185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0C65F5-DEC9-40E6-802A-B26A8BE7A5BF}" emma:medium="tactile" emma:mode="ink">
              <msink:context xmlns:msink="http://schemas.microsoft.com/ink/2010/main" type="line" rotatedBoundingBox="2266,17457 6272,17191 6342,18236 2336,18502"/>
            </emma:interpretation>
          </emma:emma>
        </inkml:annotationXML>
        <inkml:traceGroup>
          <inkml:annotationXML>
            <emma:emma xmlns:emma="http://www.w3.org/2003/04/emma" version="1.0">
              <emma:interpretation id="{3660F858-7BF9-44C8-90A5-EABEFDBA4041}" emma:medium="tactile" emma:mode="ink">
                <msink:context xmlns:msink="http://schemas.microsoft.com/ink/2010/main" type="inkWord" rotatedBoundingBox="2266,17457 6272,17191 6342,18236 2336,18502"/>
              </emma:interpretation>
              <emma:one-of disjunction-type="recognition" id="oneOf0">
                <emma:interpretation id="interp0" emma:lang="en-US" emma:confidence="0.5">
                  <emma:literal>normally</emma:literal>
                </emma:interpretation>
                <emma:interpretation id="interp1" emma:lang="en-US" emma:confidence="0.5">
                  <emma:literal>Nor really</emma:literal>
                </emma:interpretation>
                <emma:interpretation id="interp2" emma:lang="en-US" emma:confidence="0">
                  <emma:literal>Noor really</emma:literal>
                </emma:interpretation>
                <emma:interpretation id="interp3" emma:lang="en-US" emma:confidence="0">
                  <emma:literal>Nor rally</emma:literal>
                </emma:interpretation>
                <emma:interpretation id="interp4" emma:lang="en-US" emma:confidence="0">
                  <emma:literal>Noor rally</emma:literal>
                </emma:interpretation>
              </emma:one-of>
            </emma:emma>
          </inkml:annotationXML>
          <inkml:trace contextRef="#ctx0" brushRef="#br0">26 184,'0'0,"-26"52,26-26,0 1,0-1,0 0,0 0,0 26,0-25,26-1,-26 0,0 26,52-25,-52-1,26 0,-26 26,26-26,-26 1,0-1,27 0,-27 0,0-78,0 26,-27-27,27 27,0-26,0 26,-26-27,26 27,0-26,-26 25,26 1,0 0,0-26,-26 52,26-26,0-1,0 1,0 0,0 0,52 26,-52-26,26 26,1 0,25-27,-26 27,0 0,1 0,-1 0,0 53,0-53,0 26,1-26,-1 52,0-52,0 27,0-27,0 26,1 0,-1-26,0 0,-26-26,0 0,0-1,0-25,-26 52,26-26,0 0,0-1,0 1,0 0,0 0,0 0,0-1,26 27</inkml:trace>
          <inkml:trace contextRef="#ctx0" brushRef="#br0" timeOffset="363.7288">916 262,'0'53,"26"-27,-26 0,26 0,-26 0,0 1,0-1,0 0,27-26,-27 26,26-26,-26-26,0 0,0-27,0 27,0 0,0 0,0 0,0 0,-26-1,26 1,0 0,-27 0,27 0,-26-1,26 1,-26 26,26-26,-26 26,26-26,-26 26</inkml:trace>
          <inkml:trace contextRef="#ctx0" brushRef="#br0" timeOffset="693.16">1073 158,'26'0,"53"0,-53 0,0 0,0 0,1 52,-1-26,0 0,0 1,-26-1,0 0,-52-26,26-52,-1 25,27-25,0 26,0 0,0-1,0 1,0 0,0 0,27 0,-27-1,0 1,52 0,-52-26,0 26,26-1,-26 1,26 26,1-26</inkml:trace>
          <inkml:trace contextRef="#ctx0" brushRef="#br0" timeOffset="2628.9975">1754 27,'-52'0,"52"26,0 0,52 0,-52 0,26 27,-26-27,0 0,26 0,-26 1,0-1,0 0,0 0,0 0,-26-26,0 0,26-52,-26 52,26-26,0 0,-26-1,26 1,0 0,0 0,0 0,0-1,52 27,-52-26,26 26,0 0,1 0,-1-26,0 26,0 0,0 0,-26 26,26-26,-26 53,27-27,-27 0,26-26,-26 26,0-52,0 0,0 0,26 26,-26-27,52 27,-25 0,-1 0,0 0,0 0,0 0,1 0,-1 0,0 0,0 0,-26-26,26 26,0 0,1 0,-27-26,26 26,-26-26,26 26,-26-26,0-1,0 1,0 0,0 52,0 0,-26 27,26-27,0 0,0 0,0 1,0-1,0 0,0-52,26 26,-26-26,0-1,0 1,26 26,0 0,1 26,-1-26,0 27,0-27,-26 26,26-26,0 0,1 26,-1-26,0 0,0-26,0-27,-26 27,0 0,27-26,-27 25,0 1,0-26,0 26,0 0,0-1,0 1,0 0,0 0,-27 26,27-26,0 78,0-26,0 27,0-27,0 0,0 0,0 0,27-26,-27 26,26-26,0 27,0-27,0 0,-26 26,27-26,-1 0,0 0,-26-53,26 53,-26-26,0 0,26 26,-26-52,0 26,0-1,0 1,0 0,0 0,0 0,-26 26,26 26,0 0,0 0,0 0,26 1,-26-1,26-26,-26 26,27 0,-27 0,52-26,-52 26,26-26,-26 27,26-27,1 26,-1-26,0 0,0 0,0 0,0-53,-26 27,27 26,-27-26,26 0,-26 0,0 0,-26 26,26 52,0-26,-27-26,27 26,0 0,0 1,27-27,-1 0,0 0,0 0,0 0,1-27,-27 1,0 0,0 52,0 27,0-27,52 0,-52 0,26 0,-26 1,53 25,-53-26,26 0,0 1,0 25,0-26,0 0,-26 0,27 1,-27 25,0-26,0 0,0 1,0-1,0 0,0 0,0 0,-27-26,1 0,0 0,0 0,0-26,26 0,-26 26,26-26,0 0,0-27,0 27,0 0,0-27,0 1,52 26,-52-26,26-1,-26 27,52-26,-52-1,27 27,-1-26,0 25,0 1,-26-26,26 26,1 0,-27-1,26 1,-26 0</inkml:trace>
        </inkml:traceGroup>
      </inkml:traceGroup>
    </inkml:traceGroup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4:43.57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D5176C2-8ACE-43A6-9543-EE21CC5AE596}" emma:medium="tactile" emma:mode="ink">
          <msink:context xmlns:msink="http://schemas.microsoft.com/ink/2010/main" type="writingRegion" rotatedBoundingBox="3420,6893 7829,8531 6953,10888 2544,9250"/>
        </emma:interpretation>
      </emma:emma>
    </inkml:annotationXML>
    <inkml:traceGroup>
      <inkml:annotationXML>
        <emma:emma xmlns:emma="http://www.w3.org/2003/04/emma" version="1.0">
          <emma:interpretation id="{7C81DAE2-6086-4A54-B610-71FAFB055450}" emma:medium="tactile" emma:mode="ink">
            <msink:context xmlns:msink="http://schemas.microsoft.com/ink/2010/main" type="paragraph" rotatedBoundingBox="3420,6893 7829,8531 7059,10602 2650,89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6A60688-99C5-45C7-8EEA-35C48D4C82DD}" emma:medium="tactile" emma:mode="ink">
              <msink:context xmlns:msink="http://schemas.microsoft.com/ink/2010/main" type="inkBullet" rotatedBoundingBox="3140,7646 3259,7689 3236,7750 3118,7706"/>
            </emma:interpretation>
            <emma:one-of disjunction-type="recognition" id="oneOf0">
              <emma:interpretation id="interp0" emma:lang="en-US" emma:confidence="0">
                <emma:literal>•</emma:literal>
              </emma:interpretation>
            </emma:one-of>
          </emma:emma>
        </inkml:annotationXML>
        <inkml:trace contextRef="#ctx0" brushRef="#br0">81-1702,'-27'0,"27"-26,0 52,27 1,-27-1,26-26,0 0,-26-26,-26 26,52 0,0 0,-26 26</inkml:trace>
      </inkml:traceGroup>
      <inkml:traceGroup>
        <inkml:annotationXML>
          <emma:emma xmlns:emma="http://www.w3.org/2003/04/emma" version="1.0">
            <emma:interpretation id="{64AB66F0-7498-4974-ABD5-FED207DACC35}" emma:medium="tactile" emma:mode="ink">
              <msink:context xmlns:msink="http://schemas.microsoft.com/ink/2010/main" type="line" rotatedBoundingBox="3807,7037 7829,8531 7059,10602 3037,9108">
                <msink:destinationLink direction="with" ref="{E63CDBA3-1E11-4EC2-BABE-350039BE2451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17528E93-822B-4DE8-95A2-42C58868E9B1}" emma:medium="tactile" emma:mode="ink">
                <msink:context xmlns:msink="http://schemas.microsoft.com/ink/2010/main" type="inkWord" rotatedBoundingBox="3107,8178 4311,7271 4736,7834 3532,8742"/>
              </emma:interpretation>
              <emma:one-of disjunction-type="recognition" id="oneOf1">
                <emma:interpretation id="interp1" emma:lang="en-US" emma:confidence="0.5">
                  <emma:literal>:</emma:literal>
                </emma:interpretation>
                <emma:interpretation id="interp2" emma:lang="en-US" emma:confidence="0">
                  <emma:literal>"</emma:literal>
                </emma:interpretation>
                <emma:interpretation id="interp3" emma:lang="en-US" emma:confidence="0">
                  <emma:literal>i</emma:literal>
                </emma:interpretation>
                <emma:interpretation id="interp4" emma:lang="en-US" emma:confidence="0">
                  <emma:literal>;</emma:literal>
                </emma:interpretation>
                <emma:interpretation id="interp5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430.7059">657-1675,'0'0,"0"26,26-26,0 0,0 0,0 0,1 0,-27-26</inkml:trace>
          <inkml:trace contextRef="#ctx0" brushRef="#br0" timeOffset="1839.2253">212-942,'0'-26,"0"52,26-26,-26 26,52-26,-52 26,26-26,-26 26,27-26,-27-26,0 0,-27 0,27 0,-26-1,26 1,26 26,-26 53,53-53,-27 0,0 0,0 0,0 0</inkml:trace>
          <inkml:trace contextRef="#ctx0" brushRef="#br0" timeOffset="857.9386">1495-1728,'0'0,"-26"0,26 26,-27-26,27 27,53-27,-27 0,0 0</inkml:trace>
          <inkml:trace contextRef="#ctx0" brushRef="#br0" timeOffset="2164.2691">814-968,'0'26,"52"-52,-26 26</inkml:trace>
        </inkml:traceGroup>
        <inkml:traceGroup>
          <inkml:annotationXML>
            <emma:emma xmlns:emma="http://www.w3.org/2003/04/emma" version="1.0">
              <emma:interpretation id="{3BFF39B3-43E3-4CBD-839C-E0711D0D80EF}" emma:medium="tactile" emma:mode="ink">
                <msink:context xmlns:msink="http://schemas.microsoft.com/ink/2010/main" type="inkWord" rotatedBoundingBox="5136,7385 7877,8848 6872,10730 4131,9268"/>
              </emma:interpretation>
              <emma:one-of disjunction-type="recognition" id="oneOf2">
                <emma:interpretation id="interp6" emma:lang="en-US" emma:confidence="0.5">
                  <emma:literal>tiny</emma:literal>
                </emma:interpretation>
                <emma:interpretation id="interp7" emma:lang="en-US" emma:confidence="0">
                  <emma:literal>Tiny</emma:literal>
                </emma:interpretation>
                <emma:interpretation id="interp8" emma:lang="en-US" emma:confidence="0">
                  <emma:literal>piny</emma:literal>
                </emma:interpretation>
                <emma:interpretation id="interp9" emma:lang="en-US" emma:confidence="0">
                  <emma:literal>Tinny</emma:literal>
                </emma:interpretation>
                <emma:interpretation id="interp10" emma:lang="en-US" emma:confidence="0">
                  <emma:literal>"Tiny</emma:literal>
                </emma:interpretation>
              </emma:one-of>
            </emma:emma>
          </inkml:annotationXML>
          <inkml:trace contextRef="#ctx0" brushRef="#br0" timeOffset="14382.2224">3223-366,'-26'0,"52"0,0-26,0 26,0 0,1 0,-1-27,0 27,0 0,0 0,-26-26,27 26,-1 0,-26 53,0-27,26-26,-26 26,0 26,26-25,-26-1,0 0,0 0,0 0,-26-26,-26 0</inkml:trace>
          <inkml:trace contextRef="#ctx0" brushRef="#br0" timeOffset="18116.2462">3013-445,'-52'-26,"26"26,0 0,52 0,0 0,0 0,0 0,1 0,-1 0,0 0,0 0,0 0,1 0,-1 0,0 0,0 0,0 0,0 0,1 0,-1-26,26 26,-26 0,-26-26,27 26,-1 0,0 0,0 0,-26 52,0-26,0 0,0 1,0-1,0 0,0 0,0 0,0 1,-26 25,26-26,-26 26,26 1,-26-1,26 1,-53-1,27 0,0 1,26-1,-26 0,-1-25,27-1,-26 0,26 0,-26 0</inkml:trace>
          <inkml:trace contextRef="#ctx0" brushRef="#br0" timeOffset="15214.9549">3904-523,'0'0,"-26"0,26 26,0 0,26-26,-26 26,0 0,0 1,0-1,26 0,-26 0,0 0,26-26,0 0,-26-26,27 26,-27-52,26 26,-26-1,0 1,0 0,26 0,-26 0,0 52,0 0,0 0,0 0,26 27,-26-27,0 0,26 27,-26-1,0-26,26 26,-26-25,27 25,-27 0,26-25,-26 25,26-26,-26 27,0-27,0 26,26-26,-26 27,0-27,0 0,0 0,0 0,0 1,0-1,0 0,-26-26,26 26,-26-26,0 0,26-26,0 0,0-27,0 27,0 0,0 0,0 0,0-27,0 1,0 0,26-1,-26 1,0-27,26 27,-26-27,26 1,0-1,1 1,-1-1,0 1,-26-1,26 27,0-1</inkml:trace>
          <inkml:trace contextRef="#ctx0" brushRef="#br0" timeOffset="5611.0032">2568 707,'0'0,"26"0,1 0,-1 0,-26-26,0 0</inkml:trace>
          <inkml:trace contextRef="#ctx0" brushRef="#br0" timeOffset="1141.943">2149-1806,'-26'26,"26"-52,-26 26</inkml:trace>
          <inkml:trace contextRef="#ctx0" brushRef="#br0" timeOffset="2431.8485">1573-1047,'26'0,"-78"0,78 0,0 0,-26-26,53 26,-27 0</inkml:trace>
          <inkml:trace contextRef="#ctx0" brushRef="#br0" timeOffset="2614.9403">2123-1204,'0'-26,"-26"-1,0 27,26-26</inkml:trace>
        </inkml:traceGroup>
      </inkml:traceGroup>
    </inkml:traceGroup>
    <inkml:traceGroup>
      <inkml:annotationXML>
        <emma:emma xmlns:emma="http://www.w3.org/2003/04/emma" version="1.0">
          <emma:interpretation id="{8768A5FC-DD9F-409D-A7B7-7C09F0FB6B8D}" emma:medium="tactile" emma:mode="ink">
            <msink:context xmlns:msink="http://schemas.microsoft.com/ink/2010/main" type="paragraph" rotatedBoundingBox="3086,9344 5917,9270 5923,9522 3092,95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378F8EE-6136-4EAF-9A23-1BA22758D20D}" emma:medium="tactile" emma:mode="ink">
              <msink:context xmlns:msink="http://schemas.microsoft.com/ink/2010/main" type="inkBullet" rotatedBoundingBox="4579,9480 4634,9479 4636,9556 4582,9558"/>
            </emma:interpretation>
            <emma:one-of disjunction-type="recognition" id="oneOf3">
              <emma:interpretation id="interp11" emma:lang="en-US" emma:confidence="1">
                <emma:literal>.</emma:literal>
              </emma:interpretation>
              <emma:interpretation id="interp12" emma:lang="en-US" emma:confidence="0">
                <emma:literal>/</emma:literal>
              </emma:interpretation>
              <emma:interpretation id="interp13" emma:lang="en-US" emma:confidence="0">
                <emma:literal>,</emma:literal>
              </emma:interpretation>
              <emma:interpretation id="interp14" emma:lang="en-US" emma:confidence="0">
                <emma:literal>-</emma:literal>
              </emma:interpretation>
              <emma:interpretation id="interp15" emma:lang="en-US" emma:confidence="0">
                <emma:literal>N</emma:literal>
              </emma:interpretation>
            </emma:one-of>
          </emma:emma>
        </inkml:annotationXML>
        <inkml:trace contextRef="#ctx0" brushRef="#br0" timeOffset="3947.7571">1495 158,'0'26,"0"-52,26 26,-26-27,26 27,-26-26</inkml:trace>
      </inkml:traceGroup>
      <inkml:traceGroup>
        <inkml:annotationXML>
          <emma:emma xmlns:emma="http://www.w3.org/2003/04/emma" version="1.0">
            <emma:interpretation id="{D3D6210D-9702-4CEF-95D0-431FB9FCC756}" emma:medium="tactile" emma:mode="ink">
              <msink:context xmlns:msink="http://schemas.microsoft.com/ink/2010/main" type="line" rotatedBoundingBox="3086,9344 5917,9270 5920,9416 3090,9491"/>
            </emma:interpretation>
          </emma:emma>
        </inkml:annotationXML>
        <inkml:traceGroup>
          <inkml:annotationXML>
            <emma:emma xmlns:emma="http://www.w3.org/2003/04/emma" version="1.0">
              <emma:interpretation id="{900D7353-9696-4E01-9602-18F6362161C2}" emma:medium="tactile" emma:mode="ink">
                <msink:context xmlns:msink="http://schemas.microsoft.com/ink/2010/main" type="inkWord" rotatedBoundingBox="3086,9375 3427,9366 3430,9479 3089,9487"/>
              </emma:interpretation>
              <emma:one-of disjunction-type="recognition" id="oneOf4">
                <emma:interpretation id="interp16" emma:lang="en-US" emma:confidence="0.5">
                  <emma:literal>a</emma:literal>
                </emma:interpretation>
                <emma:interpretation id="interp17" emma:lang="en-US" emma:confidence="0">
                  <emma:literal>.</emma:literal>
                </emma:interpretation>
                <emma:interpretation id="interp18" emma:lang="en-US" emma:confidence="0">
                  <emma:literal>-</emma:literal>
                </emma:interpretation>
                <emma:interpretation id="interp19" emma:lang="en-US" emma:confidence="0">
                  <emma:literal>,</emma:literal>
                </emma:interpretation>
                <emma:interpretation id="interp20" emma:lang="en-US" emma:confidence="0">
                  <emma:literal>c</emma:literal>
                </emma:interpretation>
              </emma:one-of>
            </emma:emma>
          </inkml:annotationXML>
          <inkml:trace contextRef="#ctx0" brushRef="#br0" timeOffset="4165.0131">2123 53,'26'-26</inkml:trace>
        </inkml:traceGroup>
        <inkml:traceGroup>
          <inkml:annotationXML>
            <emma:emma xmlns:emma="http://www.w3.org/2003/04/emma" version="1.0">
              <emma:interpretation id="{A9B3F831-F120-4052-A87D-777F8821E245}" emma:medium="tactile" emma:mode="ink">
                <msink:context xmlns:msink="http://schemas.microsoft.com/ink/2010/main" type="inkWord" rotatedBoundingBox="3900,9453 4031,9449 4032,9466 3901,9469"/>
              </emma:interpretation>
              <emma:one-of disjunction-type="recognition" id="oneOf5">
                <emma:interpretation id="interp21" emma:lang="en-US" emma:confidence="0.5">
                  <emma:literal>-</emma:literal>
                </emma:interpretation>
                <emma:interpretation id="interp22" emma:lang="en-US" emma:confidence="0">
                  <emma:literal>_</emma:literal>
                </emma:interpretation>
                <emma:interpretation id="interp23" emma:lang="en-US" emma:confidence="0">
                  <emma:literal>.</emma:literal>
                </emma:interpretation>
                <emma:interpretation id="interp24" emma:lang="en-US" emma:confidence="0">
                  <emma:literal>,</emma:literal>
                </emma:interpretation>
                <emma:interpretation id="interp25" emma:lang="en-US" emma:confidence="0">
                  <emma:literal>€</emma:literal>
                </emma:interpretation>
              </emma:one-of>
            </emma:emma>
          </inkml:annotationXML>
          <inkml:trace contextRef="#ctx0" brushRef="#br0" timeOffset="4336.9492">2804-78,'0'26,"0"-52,26 26,-26-26</inkml:trace>
        </inkml:traceGroup>
        <inkml:traceGroup>
          <inkml:annotationXML>
            <emma:emma xmlns:emma="http://www.w3.org/2003/04/emma" version="1.0">
              <emma:interpretation id="{26ADD02E-2957-464C-9865-56ECA507FA88}" emma:medium="tactile" emma:mode="ink">
                <msink:context xmlns:msink="http://schemas.microsoft.com/ink/2010/main" type="inkWord" rotatedBoundingBox="5209,9401 5235,9401 5236,9426 5210,9427"/>
              </emma:interpretation>
              <emma:one-of disjunction-type="recognition" id="oneOf6">
                <emma:interpretation id="interp26" emma:lang="en-US" emma:confidence="0.5">
                  <emma:literal>.</emma:literal>
                </emma:interpretation>
                <emma:interpretation id="interp27" emma:lang="en-US" emma:confidence="0">
                  <emma:literal>/</emma:literal>
                </emma:interpretation>
                <emma:interpretation id="interp28" emma:lang="en-US" emma:confidence="0">
                  <emma:literal>,</emma:literal>
                </emma:interpretation>
                <emma:interpretation id="interp29" emma:lang="en-US" emma:confidence="0">
                  <emma:literal>-</emma:literal>
                </emma:interpretation>
                <emma:interpretation id="interp30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3479.0041">133 0,'-26'0,"-27"0,53 27,-26-27,0 26,26 0,26-26,0 0,27 0,-27 0,-26-26,26 26,0 0,-26-26,0 52,27 0,25-26,-52 26,26-26,0 0,1 0</inkml:trace>
        </inkml:traceGroup>
        <inkml:traceGroup>
          <inkml:annotationXML>
            <emma:emma xmlns:emma="http://www.w3.org/2003/04/emma" version="1.0">
              <emma:interpretation id="{3C3C42A6-261C-4044-BE80-9531B453BB0D}" emma:medium="tactile" emma:mode="ink">
                <msink:context xmlns:msink="http://schemas.microsoft.com/ink/2010/main" type="inkWord" rotatedBoundingBox="5889,9270 5916,9270 5918,9321 5891,9322"/>
              </emma:interpretation>
              <emma:one-of disjunction-type="recognition" id="oneOf7">
                <emma:interpretation id="interp31" emma:lang="en-US" emma:confidence="0.5">
                  <emma:literal>.</emma:literal>
                </emma:interpretation>
                <emma:interpretation id="interp32" emma:lang="en-US" emma:confidence="0">
                  <emma:literal>N</emma:literal>
                </emma:interpretation>
                <emma:interpretation id="interp33" emma:lang="en-US" emma:confidence="0">
                  <emma:literal>,</emma:literal>
                </emma:interpretation>
                <emma:interpretation id="interp34" emma:lang="en-US" emma:confidence="0">
                  <emma:literal>V</emma:literal>
                </emma:interpretation>
                <emma:interpretation id="interp35" emma:lang="en-US" emma:confidence="0">
                  <emma:literal>p</emma:literal>
                </emma:interpretation>
              </emma:one-of>
            </emma:emma>
          </inkml:annotationXML>
          <inkml:trace contextRef="#ctx0" brushRef="#br0" timeOffset="3741.012">814 79,'52'0,"-26"0,1 0,-1 0</inkml:trace>
        </inkml:traceGroup>
      </inkml:traceGroup>
    </inkml:traceGroup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4:37.60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B4B95D4-C2EB-4327-8AF3-EE27BBE2791D}" emma:medium="tactile" emma:mode="ink">
          <msink:context xmlns:msink="http://schemas.microsoft.com/ink/2010/main" type="writingRegion" rotatedBoundingBox="1495,10333 7791,9922 7905,11660 1609,12071"/>
        </emma:interpretation>
      </emma:emma>
    </inkml:annotationXML>
    <inkml:traceGroup>
      <inkml:annotationXML>
        <emma:emma xmlns:emma="http://www.w3.org/2003/04/emma" version="1.0">
          <emma:interpretation id="{D7619227-CB1C-47EF-8A6B-13F99D58F471}" emma:medium="tactile" emma:mode="ink">
            <msink:context xmlns:msink="http://schemas.microsoft.com/ink/2010/main" type="paragraph" rotatedBoundingBox="1495,10333 7791,9922 7905,11660 1609,120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D497D20-8FF3-482A-BEE8-E6C36F3CD770}" emma:medium="tactile" emma:mode="ink">
              <msink:context xmlns:msink="http://schemas.microsoft.com/ink/2010/main" type="line" rotatedBoundingBox="1495,10333 7791,9922 7905,11660 1609,12071"/>
            </emma:interpretation>
          </emma:emma>
        </inkml:annotationXML>
        <inkml:traceGroup>
          <inkml:annotationXML>
            <emma:emma xmlns:emma="http://www.w3.org/2003/04/emma" version="1.0">
              <emma:interpretation id="{0AD1D9E3-9AFA-47D2-A0F9-87B28AD0EF0A}" emma:medium="tactile" emma:mode="ink">
                <msink:context xmlns:msink="http://schemas.microsoft.com/ink/2010/main" type="inkWord" rotatedBoundingBox="1483,10376 5237,10080 5347,11467 1593,11764">
                  <msink:destinationLink direction="with" ref="{4A89AE5B-5640-459E-9390-CCA426B68925}"/>
                </msink:context>
              </emma:interpretation>
              <emma:one-of disjunction-type="recognition" id="oneOf0">
                <emma:interpretation id="interp0" emma:lang="en-US" emma:confidence="0.5">
                  <emma:literal>Novinger</emma:literal>
                </emma:interpretation>
                <emma:interpretation id="interp1" emma:lang="en-US" emma:confidence="0">
                  <emma:literal>Novinsky</emma:literal>
                </emma:interpretation>
                <emma:interpretation id="interp2" emma:lang="en-US" emma:confidence="0">
                  <emma:literal>nothin's</emma:literal>
                </emma:interpretation>
                <emma:interpretation id="interp3" emma:lang="en-US" emma:confidence="0">
                  <emma:literal>Nolin's</emma:literal>
                </emma:interpretation>
                <emma:interpretation id="interp4" emma:lang="en-US" emma:confidence="0">
                  <emma:literal>Nothin's</emma:literal>
                </emma:interpretation>
              </emma:one-of>
            </emma:emma>
          </inkml:annotationXML>
          <inkml:trace contextRef="#ctx0" brushRef="#br0">-522 1362,'0'-26,"0"52,27-26,-27 26,0 0,26 1,-26-1,0 0,26 0,0 0,-26 1,26-27,-26 26,0 0,27-26,-27 26,26-26,0-26,-26-26,0 25,0 1,0 0,0 0,0 0,0-1,0 1,0 0,0 0,0 0,0-1,0 1,0 0,0 0,0 0,0 0,0-1,0 1,0 0</inkml:trace>
          <inkml:trace contextRef="#ctx0" brushRef="#br0" timeOffset="10953.0144">343 891,'-27'26,"1"0,52-26,-26 26,27-26,-1 0,-26-26,0 0,26 26,-26-26,0 52,52 0,-26-26</inkml:trace>
          <inkml:trace contextRef="#ctx0" brushRef="#br0" timeOffset="30422.7652">-626 2017,'0'52,"0"-26,-27 0,27 1,0-1,-26 0,26 0,0 0,0 1,0-1,26-26,1 0,-1 0,0-26,0-1,0 27,-26-26,27 0,-27 0,0 0,26-1,-26 1,0 0,-53 0,53 0,-52 26,26-26,0 26,-1-27,1 27,0 0,26 27</inkml:trace>
          <inkml:trace contextRef="#ctx0" brushRef="#br0" timeOffset="30934.2103">-24 2017,'0'0,"0"-26,26 52,26 0,-25 0,-1 26,0-25,-26-1,26-26,0-26,-26-1,0 1,0 0,0 0,27 0,-27 0,0-1,0 1,26 0,-26 0,26 0,0 26,0 26,-26 0,27 0,-27 0,26 1,-26-1,26 0,-26 0,26 0,0-26</inkml:trace>
          <inkml:trace contextRef="#ctx0" brushRef="#br0" timeOffset="31110.2594">473 1702,'0'-26,"-26"26,52 0</inkml:trace>
          <inkml:trace contextRef="#ctx0" brushRef="#br0" timeOffset="31664.9604">735 1755,'53'-53,"-53"80,-27-1,27 26,-26-26,26 1,-26-1,26 0,0 0,0 0,52-26,-52 27,27-1,-1 0,-26 0,0 0,0 0,0-52,0 0,0-26,0 26,0-1,0 1,0 0,0 0,26 0,-26-1,26 1,-26 0,26 26,-26-26,27 0,-1 26,0 0,0 0,-26 26,0 0,26 0,-26 27,0-27,27 0,-27 0,26-26,-26 26,0 1,26-27,-26 26,26-26,-26 26,26-26,-26-26</inkml:trace>
          <inkml:trace contextRef="#ctx0" brushRef="#br0" timeOffset="11182.3928">1311 891,'27'26,"-1"-26,0-26,-26 0,26 26,-26-27,26 1,1 0,-27 0</inkml:trace>
          <inkml:trace contextRef="#ctx0" brushRef="#br0" timeOffset="32800.8176">1521 1467,'0'0,"0"26,0 0,0 27,0-27,0 0,0 0,0 0,0 0,0 1,0-1,0 0,0 26,0-25,0-1,0 0,0 0,0 0,0 1,0-1,-26-26,0 0,26-53,0 27,0-26,0 26,26-1,-26 1,26 0,0 0,0 26,-26-26,26 26,1 0,-1 0,-26 52,0-26,0 0,0 27,0-27,0 0,-26 0,26 27,-27-1,27-26,-26 0,26 1,-26-27,26-27,0 1,0 0,26 0,0 26,-26-26,27 26,25-26,-26 26,-26-27,26 27,-26-26,27 0,-1 0,0 0,-26-1,26 1,-26 0,26-26,-26 25,0 1,26 0,-26 0,0 0,0 0,0-1,0 1,-26 26,0 0,0 0,0 0,26 26,0 1,0-1,0 0,0 0,0 0,52 0,-52 1,0-1,26 0,-26 0,26 0,-26 1,27-27,-1 26,-26 0,26-26,-26 26,26-26,0 0,1 0,-1 0,-26-26,0 0,0 0,0-1,0 1,0 0,0 0,0 0,-26 26,26 52,0-26,0 27,0-27,52 0,-52 0,26 0,-26 1,26-27,1 26,-1-26,0 0,0 0</inkml:trace>
          <inkml:trace contextRef="#ctx0" brushRef="#br0" timeOffset="11384.016">2018 760,'27'0</inkml:trace>
          <inkml:trace contextRef="#ctx0" brushRef="#br0" timeOffset="29989.0398">-1333 1964,'-53'0,"27"0,26 27,-26-27,0 0,0 26,26 0,0 0,0 0,0 0,0 1,0-1,0 0,0 0,0 0,0 1,0-1,0 0,0 0,0 0,0-78,0 26,0 0,0-1,0 1,0-26,0 26,0-1,0 1,-27 26,27-26,0 0,0 0,27 26,-1 0,0-26,0 26,0 0,0 0,1 0,-1 52,0-52,0 26,0-26,-26 26,27 0,-1-26,0 27,-26-1,26-26,-26 26,26-26,1 0,-1 0,-26-26,0-27,0 27,0 0,0 0,0 0,0 0,0-1,0-25,0 26,0 0,-26-1,26 1,0 0,0 0,0 0,0-1,0 1,0 0,0 0,26 26,0 0</inkml:trace>
        </inkml:traceGroup>
        <inkml:traceGroup>
          <inkml:annotationXML>
            <emma:emma xmlns:emma="http://www.w3.org/2003/04/emma" version="1.0">
              <emma:interpretation id="{F8F71346-4094-4066-AB23-B7DF66EBBF89}" emma:medium="tactile" emma:mode="ink">
                <msink:context xmlns:msink="http://schemas.microsoft.com/ink/2010/main" type="inkWord" rotatedBoundingBox="5807,10538 7823,10407 7905,11660 5889,11791">
                  <msink:destinationLink direction="from" ref="{EBA5CA32-2D4A-4874-89E8-67800DC21D29}"/>
                </msink:context>
              </emma:interpretation>
              <emma:one-of disjunction-type="recognition" id="oneOf1">
                <emma:interpretation id="interp5" emma:lang="en-US" emma:confidence="0.5">
                  <emma:literal>paltrier</emma:literal>
                </emma:interpretation>
                <emma:interpretation id="interp6" emma:lang="en-US" emma:confidence="0">
                  <emma:literal>pattern</emma:literal>
                </emma:interpretation>
                <emma:interpretation id="interp7" emma:lang="en-US" emma:confidence="0">
                  <emma:literal>palter</emma:literal>
                </emma:interpretation>
                <emma:interpretation id="interp8" emma:lang="en-US" emma:confidence="0">
                  <emma:literal>patter</emma:literal>
                </emma:interpretation>
                <emma:interpretation id="interp9" emma:lang="en-US" emma:confidence="0">
                  <emma:literal>pottier</emma:literal>
                </emma:interpretation>
              </emma:one-of>
            </emma:emma>
          </inkml:annotationXML>
          <inkml:trace contextRef="#ctx0" brushRef="#br0" timeOffset="33384.0428">2909 1729,'0'0,"-53"-27,53 80,0-1,0-26,0 27,27-27,-27 0,0 27,26-27,-26 26,26 0,-26-25,0 25,0-26,0 0,0 27,0-27,0 0,0 0,0 0,0-78,-26 52,26-26,-26 26,26-52,-27 25,27 1,-26 0,26 0,-26-27,26 27,-26-26,26 26,0-27,0 1,0 26,0-27,0 1,26 26,-26-27,52 27,-52 0,27 0,-1 0,0 26,0 0,-26 26,0 0,0 26,26-52,-26 27,0-1,0 0,0 0,0 0,0 1,-26-27</inkml:trace>
          <inkml:trace contextRef="#ctx0" brushRef="#br0" timeOffset="34822.8612">3459 1519,'-53'0,"53"26,-26-26,26 27,-26-27,26 26,-26-26,26 26,0 0,-27 0,27 0,0 27,-26-27,26 0,0 0,0 1,0-1,0 0,53 0,-27-26,0-52,-26 26,26-27,-26 27,0 0,0 0,0-1,0 1,0 0,26 26,27 52,-27-52,0 27,0-27,1 0,-1 0,0 0,0 0,-26-53,26 27,-26-26,0 26,26-1,-26 1,0 0,0 0,0 0,0-1,0-25,0 26,0 0,0-1,0 1,-26 0,26 0,-26 26,26 52,0-26,0 27,0-27,0 0,26 0,-26 1,0-1,0 0,26 0,-26 0,27 1,-27-1,0 0,26-26,-26 26,26-26,0 26,0-26,1 0,-27-26,26 26,-26-26,0-26,0 25,26 27,-26-26,0 0,0-26,0 25,0 1,0 0,0 0,0-27,0 27,0 0,-26 0,26 0,0 0,0-1,-26 1,26 79,26-27,-26 0,0 0,52 0,-52 27,26-27,-26 26,27-26,-27 27,0-1,26-26,-26 27,26-1,-26-26,0 0,26 1,-26-1,26 0,-26 0,26-26,1 0,-27-26,26 0,-26-27,0 27,26 26,-26-26,0 0,0 0,0 0,0-1,0 1,0 0,0 52,0 27,0-27,0 0,0 0,26-26,-26 26,53 0,-27 1,0-1,0-26,0 0,0 0,1 0,-1 0,-26-26,26 26,0-27,0 1,-26 0,0 0,0 0,0 0,0 78,53-26,-53 0,26-26,-26 26,26-26,0 0,-26 27,27-27,-27 26,26-26,0 0,-26-26,0-1,0-25,0 26,0 0,0 0,0-1,0 1,-52 26</inkml:trace>
          <inkml:trace contextRef="#ctx0" brushRef="#br0" timeOffset="35073.9721">3930 1283,'0'0,"-52"0,25 0,80 0,-27 0,0 0,-26-26,26 26,-26-26,27 26,-27-26,26 0,0 0,-26-1,26 1,0 0</inkml:trace>
        </inkml:traceGroup>
      </inkml:traceGroup>
    </inkml:traceGroup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55.53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4E01B23-E1A0-4029-ACC5-A756F5F4A406}" emma:medium="tactile" emma:mode="ink">
          <msink:context xmlns:msink="http://schemas.microsoft.com/ink/2010/main" type="inkDrawing" rotatedBoundingBox="11107,16275 18385,15725 18422,16219 11144,16769" shapeName="Other">
            <msink:destinationLink direction="with" ref="{001D07C1-AFCA-4964-99E9-DEDB8BD63001}"/>
            <msink:destinationLink direction="to" ref="{B55CA447-0FCF-41D3-B725-9AB4E7571336}"/>
            <msink:destinationLink direction="from" ref="{B55CA447-0FCF-41D3-B725-9AB4E7571336}"/>
          </msink:context>
        </emma:interpretation>
      </emma:emma>
    </inkml:annotationXML>
    <inkml:trace contextRef="#ctx0" brushRef="#br0">52 710,'0'0,"-26"0,0 0,52 0,0 0,27 0,-27 0,0 0,0 0,1 0,-1 0,0 0,0 0,0 0,0 0,1-26,-1 26,0 0,0-26,0 26,1-26,-1 26,26-26,-26 26,1 0,25 0,0 0,-26-27,27 27,-1 0,1 0,-27 0,26 0,1 0,-1-26,0 26,-26 0,27 0,-27 0,26 0,-25 0,25-26,-26 26,26-26,-25 26,25-26,-26 26,27 0,-1-27,0 27,1 0,-1 0,27 0,-27 0,27 0,-1 0,-26 27,27-27,0 26,-1-26,1 26,-1-26,1 0,-1 26,1-26,-1 0,1 0,0-26,-27 26,27-52,-1 25,1 1,-27-26,27 26,-27-1,27 1,-27-26,26 26,-25 0,25-1,-25 27,25-26,-25 26,25 0,-25 0,25 0,-25 0,-1 0,26 26,-25-26,25 0,-25 27,25-27,-25 0,25 26,1-26,-1 0,1 0,-1 0,27 0,-26 0,-1 0,27-26,-26 26,-1-53,27 27,-27 0,1 0,0-1,-27 27,27-26,-27 26,0 0,1 0,-1 0,0 53,27-53,-27 52,1 0,-27-25,26-1,1 26,-1-26,0 0,-25 1,25-1,0 0,-26-26,27 0,-27 0,26 0,-25-26,-1 26,0-79,26 53,-26-26,1 26</inkml:trace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54.49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001D07C1-AFCA-4964-99E9-DEDB8BD63001}" emma:medium="tactile" emma:mode="ink">
          <msink:context xmlns:msink="http://schemas.microsoft.com/ink/2010/main" type="inkDrawing" rotatedBoundingBox="11901,13504 12231,17636 12041,17651 11710,13519" semanticType="callout" shapeName="Other">
            <msink:sourceLink direction="with" ref="{64E01B23-E1A0-4029-ACC5-A756F5F4A406}"/>
            <msink:sourceLink direction="with" ref="{0DDF5961-1E9A-412D-A09A-E425D02C520E}"/>
          </msink:context>
        </emma:interpretation>
      </emma:emma>
    </inkml:annotationXML>
    <inkml:trace contextRef="#ctx0" brushRef="#br0">27 0,'0'0,"-26"0,26 26,0 26,0 1,0-27,0 0,0 0,0 0,0 1,0 25,0-26,0 0,0 1,0 25,26 0,-26-26,0 53,26-27,-26 1,0 25,26 1,-26-1,27 27,-27-26,26 25,-26 1,26 0,0 0,-26 26,26-27,-26-25,0 26,27-1,-27-25,0-1,0 1,26 0,-26-1,0 1,0-27,26 27,-26-1,0 1,26-1,-26 1,26 26,-26-27,0 27,0 0,0-1,0-25,0 26,0-1,0-25,-52 0,52-1,0-26,-26-25,26 25,-26-52,26-52,0 25,0-51,0 26,-27-27</inkml:trace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6:59.38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1CE2514-E765-4AB9-81EF-4E6C2F291EF5}" emma:medium="tactile" emma:mode="ink">
          <msink:context xmlns:msink="http://schemas.microsoft.com/ink/2010/main" type="inkDrawing" rotatedBoundingBox="11683,13431 17408,11556 18240,14097 12516,15973" shapeName="Other">
            <msink:destinationLink direction="with" ref="{65CEA862-52F2-47C8-894F-28CACF5AFA21}"/>
            <msink:destinationLink direction="with" ref="{2D05B185-7C7B-4DB6-8C86-7F426594E508}"/>
          </msink:context>
        </emma:interpretation>
      </emma:emma>
    </inkml:annotationXML>
    <inkml:trace contextRef="#ctx0" brushRef="#br0">3 3457,'0'0,"0"26,0-52,0 0,0 0,0-1,26 1,-26 0,0 0,26 0,-26-27,0 27,0 0,26-26,-26 25,0-25,27 0,-27 25,0-25,26 26,-26-26,0 25,26 1,-26-26,0 26,0-1,26 1,-26 0,0 0,0 0,0-1,26 1,-26 0,0 0,0 0,0 0,27-1,-27 1,0 0,0 0,26 0,-26-1,0-25,0 26,26-26,-26 25,0 1,0-26,0 26,0-1,0 1,0 0,0 0,0 0,0-1,-26 1,26 0,0 0,0 0,0 0,0-1,0 1,0 0,0 0,0-27,0 27,0 0,52-26,-52 26,26-27,-26 27,27-26,-27 25,26 1,0 0,-26-26,26 25,-26 1,26 26,0-26,-26 0,27 26,-27-26,26 26,-26-26,26 26,-26-27,0 1,26 26,0 0,1 0,-1 0,0 0,0 0,0 26,0 1,-26-1,27-26,-27 26,0 0,26 0,-26 0,0 1,0-1,26 26,-26-26,0 27,26-27,-26 26,26-25,-26 25,27-26,-27 0,26 0,0 27,-26-27,26 0,-26 0,26 1,1-1,-27 0,26 26,0-26,-26 1,26-1,0 0,0 0,1 0,-1-26,-26-26,26 26,0-26,0 26,-26-26,27 26,-1-26,0-1,0 1,-26 0,26 26,-26-26,0 0,26 0,-26-1,27 1,-27 0,0 0,26-27,-26 27,0 0,26-26,-26 26,0-1,26-25,-26 26,0 0,0-27,0 27,26-26,-26 25,0 1,0-26,0 26,0-27,0 1,0 26,0-27,0 1,0 26,27-27,-27 27,0-26,26 26,-26-27,26 27,-26-26,26 26,0-1,1-25,-27 26,26 0,0-27,0 27,-26 0,26 0,0 0,1-1,-1 1,0 0,0 0,-26 0,26-1,1 27,-1 0,-26 27,0-1,26-26,-26 26,0 0,26-26,-26 26,26-26,-26 27,27-27,-27 26,26-26,-26 26,0 0,26 0,0-26,-26 27,26-1,-26 0,26 0,1 26,-27-25,26-1,-26 0,26 0,-26 0,26-26,-26 27,0-1,26 0,1 0,-27 0,26 0,-26 1,0-1,26 0,-26 0,0 0,26 27,-26-27,26 26,-26-25,0 25,26-26,-26 26,27-25,-1-1,-26 26,26-26,0 1,0-1,-26 0,27 0,-1-26,-26 26,26-26,0 0,0 0,1 0,-1 0,0-26,0 26,0-26,0 0,1-27,-1 27,0 0,-26 0,0 0,26-1,-26 1,26 0,-26 0,27 0,-27 0,26-1,-26 1,26 0,-26 0,26 0,-26-1,0 1,0 0,0 0,0 0,0-1,0 1,0-26,-26 26,26-27,0 27,0 0,-26-26,26 25,0 1,0 0,0 0,0 0,0 0,0-1,0 1,0 0,0 0,26 0,-26-1,26 27,-26-26,26 26,0-26,1 0,-1 26,0 0,0 0,-26 52,26-52,-26 26,27-26,-27 53,26-27,-26 0,26 0,-26 1,26-1,0 26,-26-26,27 0,-1 27,0-27,0 26,0 1,0-27,27 26,-27 1,0-27,0 26,1-26,-1 1,0 25,0-26,0 0,0 1,1-1,-1 0,0 26,0-26,-26 1,26-1,-26 0,27 26,-27-25,26-1,-26 0,26 0,-26 0,26 1,0-1,1-26,-1 0,0 0,0 0,0 0,0 0,27 0,-27 0,0 0,27 0,-27 0,0 0,0 0,0 0,1 0,-1 0,0 0,0 0,0-26,0-53,1 53,-1-27,0 1,26-27,-25 27,25 0,26-27,-51 53,25-26,0 25,1 1,-27 0,0 0,0 26,1 0,-80 0,27 0,-26 0,25 0,1-53,0 53,-26-52,25 0,1-1,0 1,0 0,0-1,0 1,26 0,0 25,0-25,0 26,0-27,0 27,0 0,0 52,0 0,0 1,26-27,-26 26,0 0,0 0,-26-26,-27-26</inkml:trace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7:02.34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9EBFAF7-9A9B-4D93-B49C-B31FE031A0D5}" emma:medium="tactile" emma:mode="ink">
          <msink:context xmlns:msink="http://schemas.microsoft.com/ink/2010/main" type="inkDrawing" rotatedBoundingBox="11393,14245 11877,13412 12373,13699 11888,14533" semanticType="callout" shapeName="Other">
            <msink:sourceLink direction="with" ref="{0DDF5961-1E9A-412D-A09A-E425D02C520E}"/>
          </msink:context>
        </emma:interpretation>
      </emma:emma>
    </inkml:annotationXML>
    <inkml:trace contextRef="#ctx0" brushRef="#br0">210 314,'-26'0,"26"27,0-1,0 0,0 0,0 0,0 1,0 25,0-26,-27 26,27-25,-52 25,52 0,-26-25,26-1,-26 26,26-26,-27 0,27 1,-26-27,26-53,53 53,-53-26,0-26,26 26,-26-27,52 1,-52-27,26 27,1 0,-27-1,26 1,0-1,-26 27,0 0,26 0,-26 0,0-1,0 1,0 0,0 0,0 0,0 0,26 26,-26-27,26 1,1 26,-1 26,0 27,0-53,0 26,1 0,-1 0,0 0,-26 27,26-27,0 0,-26 0,0 1,27-1,-27 0,26-26,-26 26,26-26,0 26,-26 1</inkml:trace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7:03.62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55CA447-0FCF-41D3-B725-9AB4E7571336}" emma:medium="tactile" emma:mode="ink">
          <msink:context xmlns:msink="http://schemas.microsoft.com/ink/2010/main" type="inkDrawing" rotatedBoundingBox="17201,16432 18052,15369 18754,15931 17903,16994" semanticType="callout" shapeName="Other">
            <msink:sourceLink direction="to" ref="{64E01B23-E1A0-4029-ACC5-A756F5F4A406}"/>
            <msink:sourceLink direction="from" ref="{64E01B23-E1A0-4029-ACC5-A756F5F4A406}"/>
          </msink:context>
        </emma:interpretation>
      </emma:emma>
    </inkml:annotationXML>
    <inkml:trace contextRef="#ctx0" brushRef="#br0">184 0,'-26'0,"-1"0,27 26,-26-26,52 0,1 0,-27 26,26-26,0 27,0-1,0 0,1 0,-1 0,26-26,-26 27,0-1,27 0,-27-26,0 26,27-26,-27 0,0 0,0 0,0 0,0 0,1-26,-1 26,-26-26,26 26,0-53,0 53,-26-26,27 26,-1 0,0 0,0 0,0 0,-26 26,0 1,0-1,0 0,0 0,0 0,0 1,-26-27,26 26,0 0,-26 0,26 0,-26-26,26 26,-26 1,-1-1,27 0,-26 0,0 0,0 1,0-27,-1 26,1 0,0 0,-26 27,26-27,-27 0,1 0,-1 0,1 0,0 27,26-27,-27 0,27 0,-26 1,25-1,-25-26,26 26,0 0,-1-26</inkml:trace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5:23.38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539ED53-22CF-46C5-8E18-F9444F97C8DB}" emma:medium="tactile" emma:mode="ink">
          <msink:context xmlns:msink="http://schemas.microsoft.com/ink/2010/main" type="writingRegion" rotatedBoundingBox="15580,8825 16130,8825 16130,9662 15580,9662"/>
        </emma:interpretation>
      </emma:emma>
    </inkml:annotationXML>
    <inkml:traceGroup>
      <inkml:annotationXML>
        <emma:emma xmlns:emma="http://www.w3.org/2003/04/emma" version="1.0">
          <emma:interpretation id="{A4A49685-5F6E-44FD-A3AC-5B86766EF347}" emma:medium="tactile" emma:mode="ink">
            <msink:context xmlns:msink="http://schemas.microsoft.com/ink/2010/main" type="paragraph" rotatedBoundingBox="15580,8825 16130,8825 16130,9662 15580,96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28C7AD3-807B-41B8-9876-BBB1EE6A7227}" emma:medium="tactile" emma:mode="ink">
              <msink:context xmlns:msink="http://schemas.microsoft.com/ink/2010/main" type="line" rotatedBoundingBox="15580,8825 16130,8825 16130,9662 15580,9662"/>
            </emma:interpretation>
          </emma:emma>
        </inkml:annotationXML>
        <inkml:traceGroup>
          <inkml:annotationXML>
            <emma:emma xmlns:emma="http://www.w3.org/2003/04/emma" version="1.0">
              <emma:interpretation id="{1CCE4DC4-9D70-4410-88A8-36003172A1AA}" emma:medium="tactile" emma:mode="ink">
                <msink:context xmlns:msink="http://schemas.microsoft.com/ink/2010/main" type="inkWord" rotatedBoundingBox="15580,8825 16130,8825 16130,9662 15580,9662"/>
              </emma:interpretation>
              <emma:one-of disjunction-type="recognition" id="oneOf0">
                <emma:interpretation id="interp0" emma:lang="en-US" emma:confidence="0.5">
                  <emma:literal>&gt;</emma:literal>
                </emma:interpretation>
                <emma:interpretation id="interp1" emma:lang="en-US" emma:confidence="0">
                  <emma:literal>7</emma:literal>
                </emma:interpretation>
                <emma:interpretation id="interp2" emma:lang="en-US" emma:confidence="0">
                  <emma:literal>?</emma:literal>
                </emma:interpretation>
                <emma:interpretation id="interp3" emma:lang="en-US" emma:confidence="0">
                  <emma:literal>.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4687-232,'0'0,"-78"26,52-26,78 0,-26 0,0 0,1 0,-1 0,0 0,0 0,0 0,0 26,1-26,-1 0,-26 26,26-26,0 26,0-26,1 0,-27 26,26-26,0 0,-26 27,26-27,0 0,-26 26,27-26,-27 26,0 0,0 0,0 1,0-1,-53 0,53 0,-52 0,26 27,-27-27,27 26,-26 1,25-1,-25-26,0 27,26-27,-1 0,-25 0,26 0,0 0</inkml:trace>
        </inkml:traceGroup>
      </inkml:traceGroup>
    </inkml:traceGroup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7:06.61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5CEA862-52F2-47C8-894F-28CACF5AFA21}" emma:medium="tactile" emma:mode="ink">
          <msink:context xmlns:msink="http://schemas.microsoft.com/ink/2010/main" type="inkDrawing" rotatedBoundingBox="17198,12035 18194,12855 18106,12962 17109,12142" semanticType="callout" shapeName="Other">
            <msink:sourceLink direction="with" ref="{51CE2514-E765-4AB9-81EF-4E6C2F291EF5}"/>
            <msink:sourceLink direction="with" ref="{F07C6A00-EA1C-4C63-95D1-BCC192E03A75}"/>
          </msink:context>
        </emma:interpretation>
      </emma:emma>
    </inkml:annotationXML>
    <inkml:trace contextRef="#ctx0" brushRef="#br0">28 52,'-26'-26,"26"0,26 26,26 0,1 0,-27 0,26 52,-26-52,27 53,-1-27,0 26,1 1,-1-27,0 26,-25 0,25 1,-26-1,27-26,-27 27,0-27,26 0,-25 0,-1 1,0-1,0 0,0 0,0-26,1 0,-1 26,0-26</inkml:trace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7:06.34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2D05B185-7C7B-4DB6-8C86-7F426594E508}" emma:medium="tactile" emma:mode="ink">
          <msink:context xmlns:msink="http://schemas.microsoft.com/ink/2010/main" type="inkDrawing" rotatedBoundingBox="17171,13030 17598,11697 17711,11733 17285,13066" semanticType="callout" shapeName="Other">
            <msink:sourceLink direction="with" ref="{51CE2514-E765-4AB9-81EF-4E6C2F291EF5}"/>
            <msink:sourceLink direction="with" ref="{F07C6A00-EA1C-4C63-95D1-BCC192E03A75}"/>
          </msink:context>
        </emma:interpretation>
      </emma:emma>
    </inkml:annotationXML>
    <inkml:trace contextRef="#ctx0" brushRef="#br0">393 54,'0'0,"26"-52,-52 52,26 26,0 26,0-25,0-1,0 26,0 1,0-1,0 0,-26 1,26 25,-53-25,53 25,-52 1,26-1,0 1,-1-1,-25 1,26 0,0-1,0-26,-1 1,27-27,-26 0,26 0,0-78</inkml:trace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7:08.10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EBA5CA32-2D4A-4874-89E8-67800DC21D29}" emma:medium="tactile" emma:mode="ink">
          <msink:context xmlns:msink="http://schemas.microsoft.com/ink/2010/main" type="inkDrawing" rotatedBoundingBox="6168,14325 7125,13186 7546,13540 6589,14678" semanticType="callout" shapeName="Other">
            <msink:sourceLink direction="to" ref="{248BA57E-EB80-46FF-AE03-76E0801948D4}"/>
            <msink:sourceLink direction="from" ref="{F8F71346-4094-4066-AB23-B7DF66EBBF89}"/>
          </msink:context>
        </emma:interpretation>
      </emma:emma>
    </inkml:annotationXML>
    <inkml:trace contextRef="#ctx0" brushRef="#br0">27 890,'0'0,"-26"-52,26 78,26-26,-26 26,26 0,-26 0,26 1,0-1,0-26,1 26,-27 0,26 0,0 1,0-1,-26 0,26 0,-26 0,27 1,-1-1,-26 0,26-26,-26-26,26 26,-26-53,26 1,1 26,-1-27,0-25,0 25,26-25,-25-1,25 1,0-27,1 27,-1-27,1 26,-1 27,0-27,-26 27,27 26,-27-27,0 53,-26-26,26 26,-26-26,0 0</inkml:trace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11.434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4330AD4-56B9-423F-BB46-D22523766186}" emma:medium="tactile" emma:mode="ink">
          <msink:context xmlns:msink="http://schemas.microsoft.com/ink/2010/main" type="inkDrawing" rotatedBoundingBox="2707,11601 10223,11092 10241,11370 2725,11878" shapeName="Other"/>
        </emma:interpretation>
      </emma:emma>
    </inkml:annotationXML>
    <inkml:trace contextRef="#ctx0" brushRef="#br0">0 635,'26'0,"0"0,0 0,0 0,0 0,1 0,-1 0,0 0,0 0,0 0,1 0,-1-26,0 26,0 0,0-27,0 27,1 0,-1-26,0 26,0 0,0 0,1-26,-1 26,0 0,0-26,0 26,1 0,-1 0,0 0,26 0,-26 0,27 0,-27 0,26 0,1 0,-27-26,26 26,1 0,-1-26,0 26,1-27,-1 27,1-26,25 26,-26-26,27 0,-27 26,1 0,-1-26,1 26,-1 0,26 0,-25 0,-1 0,1 0,-1 0,0 0,1 0,-1 26,0-26,1 0,-1 0,1 0,-1 0,0 0,1 0,25 0,-25 0,-1-26,26 26,-25-27,-1 27,27-52,-27 52,27-26,-1 26,1-26,-1 26,1 0,-1 0,1 0,0 0,-27 0,27 0,-1 26,1-26,-27 0,27 26,-1-26,-25 0,25 26,1-26,-27 0,27 0,-1 0,1 0,-27 0,27 0,-1 0,-25 0,25-26,1 26,-27-52,27 26,-1-1,1 1,-1 0,1 0,-27 0,27-1,-1 27,1 0,-1 0,-25 0,25 0,-25 0,-1 27,0-27,1 52,-27-52,26 52,-25-52,-1 27,26-27,-26 26,0-26,27 26,-27-26,0 0,27 0,-27 0,0 0,0-52,27 52,-27-27,26 27,-26-26,27 26,-27-26,26 26,-26 0,27 0,-27 0,26 0,-26 0,1 0,25 0,-26 0,0 26,1-26,-1 0,-26 26</inkml:trace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10.280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6711588-4957-4D7E-BF60-83DA10CB8CFD}" emma:medium="tactile" emma:mode="ink">
          <msink:context xmlns:msink="http://schemas.microsoft.com/ink/2010/main" type="inkDrawing" rotatedBoundingBox="3120,6776 3649,12424 3461,12442 2931,6794" semanticType="callout" shapeName="Other"/>
        </emma:interpretation>
      </emma:emma>
    </inkml:annotationXML>
    <inkml:trace contextRef="#ctx0" brushRef="#br0">61 52,'0'-26,"0"0,-26 26,26 26,0 0,-26-26,26 27,0-1,0 0,0 0,0 0,0 1,0-1,0 0,0 0,0 0,0 0,0 1,0-1,0 26,0-26,0 1,0-1,0 0,0 0,0 26,0-25,26-1,-26 0,0 0,0 27,0-27,0 0,26 0,-26 0,0 1,0-1,26 0,-26 26,0-26,0 1,0 25,0 0,0-25,0 25,0-26,0 26,0 1,0-27,0 26,0 1,0-1,0 1,26-27,-26 26,0 0,27-25,-27 25,26 0,-26 1,26-1,-26-26,26 27,-26 25,26-25,-26-1,27 0,-27-25,0 25,0 0,26 1,-26-27,0 26,26 1,-26-27,0 26,0 1,0-27,26 26,-26 0,0 1,0-27,0 26,26 1,-26-1,0 0,0 1,27 25,-27-25,0 25,0 1,0-27,26 27,-26-1,0 1,0-1,0 1,0 0,0-1,0-25,0 25,0 1,0-27,0 27,0-27,0 27,0-27,0 0,0 1,0-1,0-26,0 27,0-27,0 0,0 26,0-26,0 1,0 25,26-26,-26 27,0-27,0 26,26-26,-26 1,0-1,0 0,0 26,0-26,0 1,0-1,0 0,0 0,0 0,0 1,0-1,0 0,0 0,-26-26,0-52</inkml:trace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11.968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C65FC4D-9B58-44D1-9C3F-66B4C0231CA7}" emma:medium="tactile" emma:mode="ink">
          <msink:context xmlns:msink="http://schemas.microsoft.com/ink/2010/main" type="inkDrawing" rotatedBoundingBox="9624,11853 9663,11053 10201,11079 10162,11879" semanticType="verticalRange" shapeName="Other">
            <msink:sourceLink direction="with" ref="{B1351184-9343-4DE0-9E38-B8F16A3875D4}"/>
          </msink:context>
        </emma:interpretation>
      </emma:emma>
    </inkml:annotationXML>
    <inkml:trace contextRef="#ctx0" brushRef="#br0">0 8,'26'0,"0"0,26 27,-25-27,-1 0,0 0,0 0,0 0,1-27,-1 27,0 0,0 0,0 0,0 0,1 0,-1 0,0 0,-26 27,26-27,-26 26,26-26,-26 52,0-26,0 1,0-1,0 0,0 0,0 0,0 1,0-1,0 0,-26 0,26 0,-26 0,26 1,-52 25,25-26,1 0,0 27,0-27,0 0,0 0,-1 0,1 1,0-1,0 0,0-26</inkml:trace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15.262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3B722D8-71CB-44B0-AFF9-3EF71083A699}" emma:medium="tactile" emma:mode="ink">
          <msink:context xmlns:msink="http://schemas.microsoft.com/ink/2010/main" type="inkDrawing" rotatedBoundingBox="3848,11296 7453,6670 7572,6762 3966,11389" semanticType="underline" shapeName="Other">
            <msink:sourceLink direction="with" ref="{84F1AEF4-D114-47A6-A887-73BF47C51ACD}"/>
            <msink:destinationLink direction="to" ref="{B29DB824-F162-4BE8-9E9F-5446AFCFA474}"/>
            <msink:destinationLink direction="from" ref="{B29DB824-F162-4BE8-9E9F-5446AFCFA474}"/>
          </msink:context>
        </emma:interpretation>
      </emma:emma>
    </inkml:annotationXML>
    <inkml:trace contextRef="#ctx0" brushRef="#br0">0 4661,'26'-26,"-26"0,26 26,-26-26,26 26,-26-26,27 26,-1-27,0 1,-26 0,26 26,0-26,1-27,-1 27,0 0,0-26,0-1,0 1,1 0,-1-1,0 27,26-53,-25 53,-1-26,26 0,-26-1,1 1,-1-1,26 27,-26-26,0 0,27 25,-27-25,0 26,0-27,27 27,-27 0,0-26,0 25,0 1,27-26,-27 26,0-27,27 27,-27-26,0-1,26-25,-25 26,25-1,-26-25,26 25,1-25,-1-1,1 27,-1-27,0 27,1-1,-27-25,26 26,1-1,-27 27,26-26,1 25,-27-25,26 26,-26-27,27 27,-1-26,0 0,-25-1,25 1,0 26,1-27,-27 1,26-1,1 1,-1 0,-26-1,27-25,-1 25,-26-25,26 26,1-27,-27 27,26-27,1 0,-27 27,26-26,-25-1,25 27,-26-1,26-25,-25 25,-1 1,0 26,0-27,27 27,-53 0,26 0,0 0,-26-1,26 27,-26-26</inkml:trace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27.627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1351184-9343-4DE0-9E38-B8F16A3875D4}" emma:medium="tactile" emma:mode="ink">
          <msink:context xmlns:msink="http://schemas.microsoft.com/ink/2010/main" type="writingRegion" rotatedBoundingBox="3429,9901 6232,6479 7874,7825 5072,11247">
            <msink:destinationLink direction="with" ref="{CC65FC4D-9B58-44D1-9C3F-66B4C0231CA7}"/>
          </msink:context>
        </emma:interpretation>
      </emma:emma>
    </inkml:annotationXML>
    <inkml:traceGroup>
      <inkml:annotationXML>
        <emma:emma xmlns:emma="http://www.w3.org/2003/04/emma" version="1.0">
          <emma:interpretation id="{E0D13AF8-5C0B-47D8-8ECC-E2583F772F9A}" emma:medium="tactile" emma:mode="ink">
            <msink:context xmlns:msink="http://schemas.microsoft.com/ink/2010/main" type="paragraph" rotatedBoundingBox="3736,9526 6232,6479 6468,6673 3972,972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9D8421D-5EF0-4E4B-BDDD-BFBC22B81921}" emma:medium="tactile" emma:mode="ink">
              <msink:context xmlns:msink="http://schemas.microsoft.com/ink/2010/main" type="line" rotatedBoundingBox="3736,9526 6232,6479 6468,6673 3972,9720"/>
            </emma:interpretation>
          </emma:emma>
        </inkml:annotationXML>
        <inkml:traceGroup>
          <inkml:annotationXML>
            <emma:emma xmlns:emma="http://www.w3.org/2003/04/emma" version="1.0">
              <emma:interpretation id="{3070D7A6-33DA-4064-AAFD-2DC0D76C0B63}" emma:medium="tactile" emma:mode="ink">
                <msink:context xmlns:msink="http://schemas.microsoft.com/ink/2010/main" type="inkWord" rotatedBoundingBox="3748,9537 3848,9414 4061,9588 3960,9711"/>
              </emma:interpretation>
              <emma:one-of disjunction-type="recognition" id="oneOf0">
                <emma:interpretation id="interp0" emma:lang="en-US" emma:confidence="0.5">
                  <emma:literal>.</emma:literal>
                </emma:interpretation>
                <emma:interpretation id="interp1" emma:lang="en-US" emma:confidence="0">
                  <emma:literal>E</emma:literal>
                </emma:interpretation>
                <emma:interpretation id="interp2" emma:lang="en-US" emma:confidence="0">
                  <emma:literal>G</emma:literal>
                </emma:interpretation>
                <emma:interpretation id="interp3" emma:lang="en-US" emma:confidence="0">
                  <emma:literal>1</emma:literal>
                </emma:interpretation>
                <emma:interpretation id="interp4" emma:lang="en-US" emma:confidence="0">
                  <emma:literal>o</emma:literal>
                </emma:interpretation>
              </emma:one-of>
            </emma:emma>
          </inkml:annotationXML>
          <inkml:trace contextRef="#ctx0" brushRef="#br0">-208-602,'0'0,"0"53,0-27,52-26,-52 26,0 0,27-26,-27 26,26-26,-26 26,26-26,0 27,0-27,-26-27,0-25,0 26,-26 0,26 0,-26 26,26-53</inkml:trace>
        </inkml:traceGroup>
        <inkml:traceGroup>
          <inkml:annotationXML>
            <emma:emma xmlns:emma="http://www.w3.org/2003/04/emma" version="1.0">
              <emma:interpretation id="{C509C41B-B486-47A9-BAC1-1755BC166E3C}" emma:medium="tactile" emma:mode="ink">
                <msink:context xmlns:msink="http://schemas.microsoft.com/ink/2010/main" type="inkWord" rotatedBoundingBox="4461,8953 4537,8861 4620,8929 4545,9021"/>
              </emma:interpretation>
              <emma:one-of disjunction-type="recognition" id="oneOf1">
                <emma:interpretation id="interp5" emma:lang="en-US" emma:confidence="0.5">
                  <emma:literal>,</emma:literal>
                </emma:interpretation>
                <emma:interpretation id="interp6" emma:lang="en-US" emma:confidence="0">
                  <emma:literal>.</emma:literal>
                </emma:interpretation>
                <emma:interpretation id="interp7" emma:lang="en-US" emma:confidence="0">
                  <emma:literal>o</emma:literal>
                </emma:interpretation>
                <emma:interpretation id="interp8" emma:lang="en-US" emma:confidence="0">
                  <emma:literal>V</emma:literal>
                </emma:interpretation>
                <emma:interpretation id="interp9" emma:lang="en-US" emma:confidence="0">
                  <emma:literal>"</emma:literal>
                </emma:interpretation>
              </emma:one-of>
            </emma:emma>
          </inkml:annotationXML>
          <inkml:trace contextRef="#ctx0" brushRef="#br0" timeOffset="392.5875">499-1178,'0'0,"0"26,0 0,0 1,26-27,-26 26,27-26,-27-53,0 27,0 0,0 0,-27 26</inkml:trace>
        </inkml:traceGroup>
        <inkml:traceGroup>
          <inkml:annotationXML>
            <emma:emma xmlns:emma="http://www.w3.org/2003/04/emma" version="1.0">
              <emma:interpretation id="{F91461F7-3D4C-4117-AB3C-82E3C620C0D9}" emma:medium="tactile" emma:mode="ink">
                <msink:context xmlns:msink="http://schemas.microsoft.com/ink/2010/main" type="inkWord" rotatedBoundingBox="4883,8400 4921,8353 4960,8384 4922,8432"/>
              </emma:interpretation>
              <emma:one-of disjunction-type="recognition" id="oneOf2">
                <emma:interpretation id="interp10" emma:lang="en-US" emma:confidence="0.5">
                  <emma:literal>.</emma:literal>
                </emma:interpretation>
                <emma:interpretation id="interp11" emma:lang="en-US" emma:confidence="0">
                  <emma:literal>/</emma:literal>
                </emma:interpretation>
                <emma:interpretation id="interp12" emma:lang="en-US" emma:confidence="0">
                  <emma:literal>,</emma:literal>
                </emma:interpretation>
                <emma:interpretation id="interp13" emma:lang="en-US" emma:confidence="0">
                  <emma:literal>-</emma:literal>
                </emma:interpretation>
                <emma:interpretation id="interp1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595.6569">918-1649,'0'-26,"0"-1,0 1</inkml:trace>
        </inkml:traceGroup>
        <inkml:traceGroup>
          <inkml:annotationXML>
            <emma:emma xmlns:emma="http://www.w3.org/2003/04/emma" version="1.0">
              <emma:interpretation id="{ABE4D6C5-0AC9-46FC-85BB-4603F669D41D}" emma:medium="tactile" emma:mode="ink">
                <msink:context xmlns:msink="http://schemas.microsoft.com/ink/2010/main" type="inkWord" rotatedBoundingBox="5028,7949 5505,7366 5655,7489 5177,8072"/>
              </emma:interpretation>
              <emma:one-of disjunction-type="recognition" id="oneOf3">
                <emma:interpretation id="interp15" emma:lang="en-US" emma:confidence="0.5">
                  <emma:literal>...</emma:literal>
                </emma:interpretation>
                <emma:interpretation id="interp16" emma:lang="en-US" emma:confidence="0.5">
                  <emma:literal>L, \</emma:literal>
                </emma:interpretation>
                <emma:interpretation id="interp17" emma:lang="en-US" emma:confidence="0">
                  <emma:literal>..</emma:literal>
                </emma:interpretation>
                <emma:interpretation id="interp18" emma:lang="en-US" emma:confidence="0">
                  <emma:literal>L, .</emma:literal>
                </emma:interpretation>
                <emma:interpretation id="interp19" emma:lang="en-US" emma:confidence="0">
                  <emma:literal>L, `</emma:literal>
                </emma:interpretation>
              </emma:one-of>
            </emma:emma>
          </inkml:annotationXML>
          <inkml:trace contextRef="#ctx0" brushRef="#br0" timeOffset="793.5895">1101-2225,'0'26,"0"26,0-26,0 1,0-1,0-79,27 53,-27-26</inkml:trace>
          <inkml:trace contextRef="#ctx0" brushRef="#br0" timeOffset="924.8755">1311-2409,'0'53,"0"-27,0 0</inkml:trace>
          <inkml:trace contextRef="#ctx0" brushRef="#br0" timeOffset="1092.2569">1625-2592,'26'0</inkml:trace>
        </inkml:traceGroup>
        <inkml:traceGroup>
          <inkml:annotationXML>
            <emma:emma xmlns:emma="http://www.w3.org/2003/04/emma" version="1.0">
              <emma:interpretation id="{E62C01E1-9AD5-4780-8EA2-1CCAFB46B27B}" emma:medium="tactile" emma:mode="ink">
                <msink:context xmlns:msink="http://schemas.microsoft.com/ink/2010/main" type="inkWord" rotatedBoundingBox="6304,6683 6375,6597 6451,6659 6380,6745"/>
              </emma:interpretation>
              <emma:one-of disjunction-type="recognition" id="oneOf4">
                <emma:interpretation id="interp20" emma:lang="en-US" emma:confidence="0.5">
                  <emma:literal>..</emma:literal>
                </emma:interpretation>
                <emma:interpretation id="interp21" emma:lang="en-US" emma:confidence="0">
                  <emma:literal>.</emma:literal>
                </emma:interpretation>
                <emma:interpretation id="interp22" emma:lang="en-US" emma:confidence="0">
                  <emma:literal>...</emma:literal>
                </emma:interpretation>
                <emma:interpretation id="interp23" emma:lang="en-US" emma:confidence="0">
                  <emma:literal>?</emma:literal>
                </emma:interpretation>
                <emma:interpretation id="interp24" emma:lang="en-US" emma:confidence="0">
                  <emma:literal>7.</emma:literal>
                </emma:interpretation>
              </emma:one-of>
            </emma:emma>
          </inkml:annotationXML>
          <inkml:trace contextRef="#ctx0" brushRef="#br0" timeOffset="1255.7645">2306-3404,'0'0,"26"0,0 0,-26 26,0 1,26-27</inkml:trace>
          <inkml:trace contextRef="#ctx0" brushRef="#br0" timeOffset="1416.734">2411-3404,'26'-26</inkml:trace>
        </inkml:traceGroup>
      </inkml:traceGroup>
    </inkml:traceGroup>
    <inkml:traceGroup>
      <inkml:annotationXML>
        <emma:emma xmlns:emma="http://www.w3.org/2003/04/emma" version="1.0">
          <emma:interpretation id="{7CDCD95E-0E3D-43DE-96A1-AB3B6AD18138}" emma:medium="tactile" emma:mode="ink">
            <msink:context xmlns:msink="http://schemas.microsoft.com/ink/2010/main" type="paragraph" rotatedBoundingBox="3904,10202 6617,6950 6979,7252 4266,105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4F1AEF4-D114-47A6-A887-73BF47C51ACD}" emma:medium="tactile" emma:mode="ink">
              <msink:context xmlns:msink="http://schemas.microsoft.com/ink/2010/main" type="line" rotatedBoundingBox="3904,10202 6617,6950 6979,7252 4266,10504">
                <msink:destinationLink direction="with" ref="{A3B722D8-71CB-44B0-AFF9-3EF71083A699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8A175348-128C-4B2F-8B21-0EAF294F6E71}" emma:medium="tactile" emma:mode="ink">
                <msink:context xmlns:msink="http://schemas.microsoft.com/ink/2010/main" type="inkWord" rotatedBoundingBox="3904,10202 4139,9921 4463,10192 4229,10473"/>
              </emma:interpretation>
              <emma:one-of disjunction-type="recognition" id="oneOf5">
                <emma:interpretation id="interp25" emma:lang="en-US" emma:confidence="0.5">
                  <emma:literal>do</emma:literal>
                </emma:interpretation>
                <emma:interpretation id="interp26" emma:lang="en-US" emma:confidence="0">
                  <emma:literal>d</emma:literal>
                </emma:interpretation>
                <emma:interpretation id="interp27" emma:lang="en-US" emma:confidence="0">
                  <emma:literal>doo</emma:literal>
                </emma:interpretation>
                <emma:interpretation id="interp28" emma:lang="en-US" emma:confidence="0">
                  <emma:literal>d.</emma:literal>
                </emma:interpretation>
                <emma:interpretation id="interp29" emma:lang="en-US" emma:confidence="0">
                  <emma:literal>{8.</emma:literal>
                </emma:interpretation>
              </emma:one-of>
            </emma:emma>
          </inkml:annotationXML>
          <inkml:trace contextRef="#ctx0" brushRef="#br1" timeOffset="-10512.4255">133 210,'-27'0,"27"26,0 0,0 0,27 1,-1-27,-26-27,0 1,26 0,-26 0,0 0,0 0,-52-1</inkml:trace>
          <inkml:trace contextRef="#ctx0" brushRef="#br1" timeOffset="-11431.4257">28 0,'-26'0,"26"27,0-1,0 0,0 0,26-26,-26 26,26-26,-26 27,26-27,-26 26,26-26,1 26,-1-26,0 0,0 0,0 0,0 0,1-26,-1 26,0-26,0 26,-26-27,-26 27,0 0,0 0,-1-26,27 79</inkml:trace>
          <inkml:trace contextRef="#ctx0" brushRef="#br0" timeOffset="-5747.4192">211 131,'0'0,"26"0,-26-26,-26 26,26-26,-26 26,26 26,0 0,26 1,-26-1,52-26,-52 26,27-26,-1 0,0 0,0 0,0-26,1 0,-27-27,0 27,-53 26,27-26,-26 26,25-26,1 26,0 0,0 0,0 0,0 0,-1 0,27 26,0 0,27 0,25 0,-26-26,-26 27,26-27,-26 26,26-26,1 0,-27 26</inkml:trace>
        </inkml:traceGroup>
        <inkml:traceGroup>
          <inkml:annotationXML>
            <emma:emma xmlns:emma="http://www.w3.org/2003/04/emma" version="1.0">
              <emma:interpretation id="{4EBB7166-ACBF-4EFF-AD53-9E99434FF10F}" emma:medium="tactile" emma:mode="ink">
                <msink:context xmlns:msink="http://schemas.microsoft.com/ink/2010/main" type="inkWord" rotatedBoundingBox="4672,9737 4736,9660 4803,9715 4738,9793"/>
              </emma:interpretation>
              <emma:one-of disjunction-type="recognition" id="oneOf6">
                <emma:interpretation id="interp30" emma:lang="en-US" emma:confidence="0.5">
                  <emma:literal>.</emma:literal>
                </emma:interpretation>
                <emma:interpretation id="interp31" emma:lang="en-US" emma:confidence="0">
                  <emma:literal>,</emma:literal>
                </emma:interpretation>
                <emma:interpretation id="interp32" emma:lang="en-US" emma:confidence="0">
                  <emma:literal>&amp;</emma:literal>
                </emma:interpretation>
                <emma:interpretation id="interp33" emma:lang="en-US" emma:confidence="0">
                  <emma:literal>$</emma:literal>
                </emma:interpretation>
                <emma:interpretation id="interp34" emma:lang="en-US" emma:confidence="0">
                  <emma:literal>C</emma:literal>
                </emma:interpretation>
              </emma:one-of>
            </emma:emma>
          </inkml:annotationXML>
          <inkml:trace contextRef="#ctx0" brushRef="#br0" timeOffset="-5226.4192">735-419,'0'27,"-26"-27,26 26,0 0,0 0,26-26,-26 26,0-78,0 26</inkml:trace>
        </inkml:traceGroup>
        <inkml:traceGroup>
          <inkml:annotationXML>
            <emma:emma xmlns:emma="http://www.w3.org/2003/04/emma" version="1.0">
              <emma:interpretation id="{784A0DCD-D1C1-4E0B-A912-3B6B85325445}" emma:medium="tactile" emma:mode="ink">
                <msink:context xmlns:msink="http://schemas.microsoft.com/ink/2010/main" type="inkWord" rotatedBoundingBox="5065,9296 5142,9204 5265,9307 5188,9399"/>
              </emma:interpretation>
              <emma:one-of disjunction-type="recognition" id="oneOf7">
                <emma:interpretation id="interp35" emma:lang="en-US" emma:confidence="0.5">
                  <emma:literal>.</emma:literal>
                </emma:interpretation>
                <emma:interpretation id="interp36" emma:lang="en-US" emma:confidence="0">
                  <emma:literal>C</emma:literal>
                </emma:interpretation>
                <emma:interpretation id="interp37" emma:lang="en-US" emma:confidence="0">
                  <emma:literal>(</emma:literal>
                </emma:interpretation>
                <emma:interpretation id="interp38" emma:lang="en-US" emma:confidence="0">
                  <emma:literal>c</emma:literal>
                </emma:interpretation>
                <emma:interpretation id="interp39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-4829.5681">1154-864,'-26'0,"26"26,0 1,0-1,0 0,26 0,-26 0,26-26,0 0,-26-26,0 0,0 0</inkml:trace>
        </inkml:traceGroup>
        <inkml:traceGroup>
          <inkml:annotationXML>
            <emma:emma xmlns:emma="http://www.w3.org/2003/04/emma" version="1.0">
              <emma:interpretation id="{3254CA9B-D842-49BC-919C-9A24BF404FAB}" emma:medium="tactile" emma:mode="ink">
                <msink:context xmlns:msink="http://schemas.microsoft.com/ink/2010/main" type="inkWord" rotatedBoundingBox="5479,8540 5923,8224 6020,8361 5576,8676"/>
              </emma:interpretation>
              <emma:one-of disjunction-type="recognition" id="oneOf8">
                <emma:interpretation id="interp40" emma:lang="en-US" emma:confidence="0.5">
                  <emma:literal>..</emma:literal>
                </emma:interpretation>
                <emma:interpretation id="interp41" emma:lang="en-US" emma:confidence="0">
                  <emma:literal>.</emma:literal>
                </emma:interpretation>
                <emma:interpretation id="interp42" emma:lang="en-US" emma:confidence="0">
                  <emma:literal>&amp;</emma:literal>
                </emma:interpretation>
                <emma:interpretation id="interp43" emma:lang="en-US" emma:confidence="0">
                  <emma:literal>"</emma:literal>
                </emma:interpretation>
                <emma:interpretation id="interp44" emma:lang="en-US" emma:confidence="0">
                  <emma:literal>"L</emma:literal>
                </emma:interpretation>
              </emma:one-of>
            </emma:emma>
          </inkml:annotationXML>
          <inkml:trace contextRef="#ctx0" brushRef="#br0" timeOffset="-4467.4166">1547-1492,'0'26,"0"0,0-52,26 0</inkml:trace>
          <inkml:trace contextRef="#ctx0" brushRef="#br0" timeOffset="-4044.4966">1887-1833,'0'27,"0"-1,26 0,-26 0,26-26,-26 26,27-26,-1 0,-26-26,0 0</inkml:trace>
        </inkml:traceGroup>
        <inkml:traceGroup>
          <inkml:annotationXML>
            <emma:emma xmlns:emma="http://www.w3.org/2003/04/emma" version="1.0">
              <emma:interpretation id="{D98AD6DD-CC0C-4806-8FE2-B4F05A165873}" emma:medium="tactile" emma:mode="ink">
                <msink:context xmlns:msink="http://schemas.microsoft.com/ink/2010/main" type="inkWord" rotatedBoundingBox="6134,7586 6408,7622 6387,7780 6114,7744"/>
              </emma:interpretation>
              <emma:one-of disjunction-type="recognition" id="oneOf9">
                <emma:interpretation id="interp45" emma:lang="en-US" emma:confidence="0.5">
                  <emma:literal>.</emma:literal>
                </emma:interpretation>
                <emma:interpretation id="interp46" emma:lang="en-US" emma:confidence="0">
                  <emma:literal>{</emma:literal>
                </emma:interpretation>
                <emma:interpretation id="interp47" emma:lang="en-US" emma:confidence="0">
                  <emma:literal>l</emma:literal>
                </emma:interpretation>
                <emma:interpretation id="interp48" emma:lang="en-US" emma:confidence="0">
                  <emma:literal>a</emma:literal>
                </emma:interpretation>
                <emma:interpretation id="interp49" emma:lang="en-US" emma:confidence="0">
                  <emma:literal>'</emma:literal>
                </emma:interpretation>
              </emma:one-of>
            </emma:emma>
          </inkml:annotationXML>
          <inkml:trace contextRef="#ctx0" brushRef="#br0" timeOffset="-3461.4162">2123-2435,'26'0,"-26"26,0 1,26-27,-26 26,26-26,0 0,1 0,-27-26,-53 26,79 26,1-26,-1 0,0 26,0-26,0 26,0-26,-26-26,0 0,0 0,0-1,0 1,0 0</inkml:trace>
        </inkml:traceGroup>
        <inkml:traceGroup>
          <inkml:annotationXML>
            <emma:emma xmlns:emma="http://www.w3.org/2003/04/emma" version="1.0">
              <emma:interpretation id="{612B8EC5-DE66-46E5-B029-B623BCFE07CB}" emma:medium="tactile" emma:mode="ink">
                <msink:context xmlns:msink="http://schemas.microsoft.com/ink/2010/main" type="inkWord" rotatedBoundingBox="6551,7257 6729,7044 6896,7183 6718,7396"/>
              </emma:interpretation>
              <emma:one-of disjunction-type="recognition" id="oneOf10">
                <emma:interpretation id="interp50" emma:lang="en-US" emma:confidence="0.5">
                  <emma:literal>.</emma:literal>
                </emma:interpretation>
                <emma:interpretation id="interp51" emma:lang="en-US" emma:confidence="0">
                  <emma:literal>,</emma:literal>
                </emma:interpretation>
                <emma:interpretation id="interp52" emma:lang="en-US" emma:confidence="0">
                  <emma:literal>o</emma:literal>
                </emma:interpretation>
                <emma:interpretation id="interp53" emma:lang="en-US" emma:confidence="0">
                  <emma:literal>'</emma:literal>
                </emma:interpretation>
                <emma:interpretation id="interp5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-3040.4159">2725-3011,'0'0,"0"-26,0 78,-26-26,26 1,0-1,0 26,0-26,0 1,0-1,0 0,0 0,0 0,26-26,-26-26,0 0,0 0,0-27,0 27,0 0,0 0,0 0,0-1,-26 27,26-26</inkml:trace>
        </inkml:traceGroup>
      </inkml:traceGroup>
    </inkml:traceGroup>
    <inkml:traceGroup>
      <inkml:annotationXML>
        <emma:emma xmlns:emma="http://www.w3.org/2003/04/emma" version="1.0">
          <emma:interpretation id="{60EEB951-2D6F-420E-8894-21203C44AE22}" emma:medium="tactile" emma:mode="ink">
            <msink:context xmlns:msink="http://schemas.microsoft.com/ink/2010/main" type="paragraph" rotatedBoundingBox="4528,10805 7129,7467 7727,7933 5126,112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A15453E-B62A-4379-A01B-833174972D1B}" emma:medium="tactile" emma:mode="ink">
              <msink:context xmlns:msink="http://schemas.microsoft.com/ink/2010/main" type="inkBullet" rotatedBoundingBox="4608,10866 4731,10709 4828,10785 4705,10943"/>
            </emma:interpretation>
            <emma:one-of disjunction-type="recognition" id="oneOf11">
              <emma:interpretation id="interp55" emma:lang="en-US" emma:confidence="1">
                <emma:literal/>
              </emma:interpretation>
            </emma:one-of>
          </emma:emma>
        </inkml:annotationXML>
        <inkml:trace contextRef="#ctx0" brushRef="#br0" timeOffset="-2166.6996">604 786,'26'0,"0"0,0 0,1 0,-1 0,0 0,-26-26,0 0,0-1,0 1,0 0,-26 26</inkml:trace>
      </inkml:traceGroup>
      <inkml:traceGroup>
        <inkml:annotationXML>
          <emma:emma xmlns:emma="http://www.w3.org/2003/04/emma" version="1.0">
            <emma:interpretation id="{0B8E1345-6F8B-4A59-95C7-A0B59207538E}" emma:medium="tactile" emma:mode="ink">
              <msink:context xmlns:msink="http://schemas.microsoft.com/ink/2010/main" type="line" rotatedBoundingBox="5174,9971 7068,7546 7418,7819 5524,10244"/>
            </emma:interpretation>
          </emma:emma>
        </inkml:annotationXML>
        <inkml:traceGroup>
          <inkml:annotationXML>
            <emma:emma xmlns:emma="http://www.w3.org/2003/04/emma" version="1.0">
              <emma:interpretation id="{7750F35F-27B3-4416-89A3-79EE90833275}" emma:medium="tactile" emma:mode="ink">
                <msink:context xmlns:msink="http://schemas.microsoft.com/ink/2010/main" type="inkWord" rotatedBoundingBox="5281,10022 5731,9763 5766,9822 5315,10082"/>
              </emma:interpretation>
              <emma:one-of disjunction-type="recognition" id="oneOf12">
                <emma:interpretation id="interp56" emma:lang="en-US" emma:confidence="0.5">
                  <emma:literal>in</emma:literal>
                </emma:interpretation>
                <emma:interpretation id="interp57" emma:lang="en-US" emma:confidence="0">
                  <emma:literal>an</emma:literal>
                </emma:interpretation>
                <emma:interpretation id="interp58" emma:lang="en-US" emma:confidence="0">
                  <emma:literal>-n</emma:literal>
                </emma:interpretation>
                <emma:interpretation id="interp59" emma:lang="en-US" emma:confidence="0">
                  <emma:literal>-m</emma:literal>
                </emma:interpretation>
                <emma:interpretation id="interp60" emma:lang="en-US" emma:confidence="0">
                  <emma:literal>Nan</emma:literal>
                </emma:interpretation>
              </emma:one-of>
            </emma:emma>
          </inkml:annotationXML>
          <inkml:trace contextRef="#ctx0" brushRef="#br0" timeOffset="-1837.4134">1311-78,'0'52,"0"-26,0-52,0 0,52 0,-52 0</inkml:trace>
          <inkml:trace contextRef="#ctx0" brushRef="#br0" timeOffset="-1595.3441">1625-209,'0'0,"0"26,0-52,52 26,-52-52,27 52,-27-27,26 1</inkml:trace>
        </inkml:traceGroup>
        <inkml:traceGroup>
          <inkml:annotationXML>
            <emma:emma xmlns:emma="http://www.w3.org/2003/04/emma" version="1.0">
              <emma:interpretation id="{A6139ADC-47C1-41E4-B5CC-8716F86C0CB4}" emma:medium="tactile" emma:mode="ink">
                <msink:context xmlns:msink="http://schemas.microsoft.com/ink/2010/main" type="inkWord" rotatedBoundingBox="6108,9341 6405,8703 6497,8746 6200,9383"/>
              </emma:interpretation>
              <emma:one-of disjunction-type="recognition" id="oneOf13">
                <emma:interpretation id="interp61" emma:lang="en-US" emma:confidence="0.5">
                  <emma:literal>..</emma:literal>
                </emma:interpretation>
                <emma:interpretation id="interp62" emma:lang="en-US" emma:confidence="0">
                  <emma:literal>.</emma:literal>
                </emma:interpretation>
                <emma:interpretation id="interp63" emma:lang="en-US" emma:confidence="0">
                  <emma:literal>...</emma:literal>
                </emma:interpretation>
                <emma:interpretation id="interp64" emma:lang="en-US" emma:confidence="0">
                  <emma:literal>T.</emma:literal>
                </emma:interpretation>
                <emma:interpretation id="interp65" emma:lang="en-US" emma:confidence="0">
                  <emma:literal>r.</emma:literal>
                </emma:interpretation>
              </emma:one-of>
            </emma:emma>
          </inkml:annotationXML>
          <inkml:trace contextRef="#ctx0" brushRef="#br0" timeOffset="-1390.343">2201-838,'26'0,"-26"53,-26-27,26 0,0 0,-26-26,26-26,0-26,0 26,0-1,0-25</inkml:trace>
          <inkml:trace contextRef="#ctx0" brushRef="#br0" timeOffset="-1195.4094">2437-1283,'0'0,"0"27,0-1,0-79,0 27,0 0,0 0</inkml:trace>
        </inkml:traceGroup>
        <inkml:traceGroup>
          <inkml:annotationXML>
            <emma:emma xmlns:emma="http://www.w3.org/2003/04/emma" version="1.0">
              <emma:interpretation id="{5F6374E2-1B92-44E0-ACEB-C712BBFDDEE5}" emma:medium="tactile" emma:mode="ink">
                <msink:context xmlns:msink="http://schemas.microsoft.com/ink/2010/main" type="inkWord" rotatedBoundingBox="6860,8117 6929,7547 7143,7573 7073,8143"/>
              </emma:interpretation>
              <emma:one-of disjunction-type="recognition" id="oneOf14">
                <emma:interpretation id="interp66" emma:lang="en-US" emma:confidence="0.5">
                  <emma:literal>--</emma:literal>
                </emma:interpretation>
                <emma:interpretation id="interp67" emma:lang="en-US" emma:confidence="0">
                  <emma:literal>-</emma:literal>
                </emma:interpretation>
                <emma:interpretation id="interp68" emma:lang="en-US" emma:confidence="0">
                  <emma:literal>-F</emma:literal>
                </emma:interpretation>
                <emma:interpretation id="interp69" emma:lang="en-US" emma:confidence="0">
                  <emma:literal>..</emma:literal>
                </emma:interpretation>
                <emma:interpretation id="interp70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-1031.5318">2856-1964,'157'-104,"-131"78,0-1,1 27,-27-52</inkml:trace>
          <inkml:trace contextRef="#ctx0" brushRef="#br0" timeOffset="-890.0419">3092-2513,'-27'52,"1"-26,0 0,0 1,26-80</inkml:trace>
        </inkml:traceGroup>
      </inkml:traceGroup>
      <inkml:traceGroup>
        <inkml:annotationXML>
          <emma:emma xmlns:emma="http://www.w3.org/2003/04/emma" version="1.0">
            <emma:interpretation id="{E91718B1-B59E-4C73-955E-901EEB21E3EF}" emma:medium="tactile" emma:mode="ink">
              <msink:context xmlns:msink="http://schemas.microsoft.com/ink/2010/main" type="line" rotatedBoundingBox="5116,10905 7543,7790 7727,7933 5300,11048"/>
            </emma:interpretation>
          </emma:emma>
        </inkml:annotationXML>
        <inkml:traceGroup>
          <inkml:annotationXML>
            <emma:emma xmlns:emma="http://www.w3.org/2003/04/emma" version="1.0">
              <emma:interpretation id="{05FB47D0-E8ED-49AA-93C7-5F4220850863}" emma:medium="tactile" emma:mode="ink">
                <msink:context xmlns:msink="http://schemas.microsoft.com/ink/2010/main" type="inkWord" rotatedBoundingBox="5212,10979 5350,10802 5401,10841 5263,11019"/>
              </emma:interpretation>
              <emma:one-of disjunction-type="recognition" id="oneOf15">
                <emma:interpretation id="interp71" emma:lang="en-US" emma:confidence="0.5">
                  <emma:literal>-</emma:literal>
                </emma:interpretation>
                <emma:interpretation id="interp72" emma:lang="en-US" emma:confidence="0">
                  <emma:literal>.</emma:literal>
                </emma:interpretation>
                <emma:interpretation id="interp73" emma:lang="en-US" emma:confidence="0">
                  <emma:literal>_</emma:literal>
                </emma:interpretation>
                <emma:interpretation id="interp74" emma:lang="en-US" emma:confidence="0">
                  <emma:literal>~</emma:literal>
                </emma:interpretation>
                <emma:interpretation id="interp75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2152.6558">1259 917,'-27'0,"54"0,25-52,-26 25,-26 1,0 0,26 26,-26-26,0 0,-26 26</inkml:trace>
        </inkml:traceGroup>
        <inkml:traceGroup>
          <inkml:annotationXML>
            <emma:emma xmlns:emma="http://www.w3.org/2003/04/emma" version="1.0">
              <emma:interpretation id="{39208B66-BA51-4E21-84EF-31AC31F60379}" emma:medium="tactile" emma:mode="ink">
                <msink:context xmlns:msink="http://schemas.microsoft.com/ink/2010/main" type="inkWord" rotatedBoundingBox="5957,9914 6080,9756 6157,9816 6034,9974"/>
              </emma:interpretation>
              <emma:one-of disjunction-type="recognition" id="oneOf16">
                <emma:interpretation id="interp76" emma:lang="en-US" emma:confidence="0.5">
                  <emma:literal>In</emma:literal>
                </emma:interpretation>
                <emma:interpretation id="interp77" emma:lang="en-US" emma:confidence="0">
                  <emma:literal>a</emma:literal>
                </emma:interpretation>
                <emma:interpretation id="interp78" emma:lang="en-US" emma:confidence="0">
                  <emma:literal>in</emma:literal>
                </emma:interpretation>
                <emma:interpretation id="interp79" emma:lang="en-US" emma:confidence="0">
                  <emma:literal>an</emma:literal>
                </emma:interpretation>
                <emma:interpretation id="interp80" emma:lang="en-US" emma:confidence="0">
                  <emma:literal>on</emma:literal>
                </emma:interpretation>
              </emma:one-of>
            </emma:emma>
          </inkml:annotationXML>
          <inkml:trace contextRef="#ctx0" brushRef="#br0" timeOffset="2405.1119">2018-209,'0'26,"-52"-26,52 26,52-26,-26 0,0 0,-26-52,26 52,-26-26,27-27</inkml:trace>
        </inkml:traceGroup>
        <inkml:traceGroup>
          <inkml:annotationXML>
            <emma:emma xmlns:emma="http://www.w3.org/2003/04/emma" version="1.0">
              <emma:interpretation id="{B2D36400-19F4-48E6-A656-DA047E295DF4}" emma:medium="tactile" emma:mode="ink">
                <msink:context xmlns:msink="http://schemas.microsoft.com/ink/2010/main" type="inkWord" rotatedBoundingBox="6449,9366 6545,9243 6592,9279 6496,9403"/>
              </emma:interpretation>
              <emma:one-of disjunction-type="recognition" id="oneOf17">
                <emma:interpretation id="interp81" emma:lang="en-US" emma:confidence="0.5">
                  <emma:literal>.</emma:literal>
                </emma:interpretation>
                <emma:interpretation id="interp82" emma:lang="en-US" emma:confidence="0">
                  <emma:literal>-</emma:literal>
                </emma:interpretation>
                <emma:interpretation id="interp83" emma:lang="en-US" emma:confidence="0">
                  <emma:literal>,</emma:literal>
                </emma:interpretation>
                <emma:interpretation id="interp84" emma:lang="en-US" emma:confidence="0">
                  <emma:literal>:</emma:literal>
                </emma:interpretation>
                <emma:interpretation id="interp85" emma:lang="en-US" emma:confidence="0">
                  <emma:literal>_</emma:literal>
                </emma:interpretation>
              </emma:one-of>
            </emma:emma>
          </inkml:annotationXML>
          <inkml:trace contextRef="#ctx0" brushRef="#br0" timeOffset="2590.654">2542-838,'-27'105,"27"-79,-26 1,26-80</inkml:trace>
        </inkml:traceGroup>
        <inkml:traceGroup>
          <inkml:annotationXML>
            <emma:emma xmlns:emma="http://www.w3.org/2003/04/emma" version="1.0">
              <emma:interpretation id="{DB337103-3EA5-4009-8C32-27D056F70408}" emma:medium="tactile" emma:mode="ink">
                <msink:context xmlns:msink="http://schemas.microsoft.com/ink/2010/main" type="inkWord" rotatedBoundingBox="6884,8840 6948,8758 7028,8821 6964,8903"/>
              </emma:interpretation>
              <emma:one-of disjunction-type="recognition" id="oneOf18">
                <emma:interpretation id="interp86" emma:lang="en-US" emma:confidence="0.5">
                  <emma:literal>.</emma:literal>
                </emma:interpretation>
                <emma:interpretation id="interp87" emma:lang="en-US" emma:confidence="0">
                  <emma:literal>,</emma:literal>
                </emma:interpretation>
                <emma:interpretation id="interp88" emma:lang="en-US" emma:confidence="0">
                  <emma:literal>/</emma:literal>
                </emma:interpretation>
                <emma:interpretation id="interp89" emma:lang="en-US" emma:confidence="0">
                  <emma:literal>'</emma:literal>
                </emma:interpretation>
                <emma:interpretation id="interp90" emma:lang="en-US" emma:confidence="0">
                  <emma:literal>;</emma:literal>
                </emma:interpretation>
              </emma:one-of>
            </emma:emma>
          </inkml:annotationXML>
          <inkml:trace contextRef="#ctx0" brushRef="#br0" timeOffset="2768.5916">2934-1309,'0'0,"27"0,-27 26,0 27,0-27,0 0,0-78</inkml:trace>
        </inkml:traceGroup>
        <inkml:traceGroup>
          <inkml:annotationXML>
            <emma:emma xmlns:emma="http://www.w3.org/2003/04/emma" version="1.0">
              <emma:interpretation id="{04F5269D-340F-4CCC-B2AE-BEE328EA8A9D}" emma:medium="tactile" emma:mode="ink">
                <msink:context xmlns:msink="http://schemas.microsoft.com/ink/2010/main" type="inkWord" rotatedBoundingBox="7433,8273 7438,8168 7467,8170 7461,8275"/>
              </emma:interpretation>
              <emma:one-of disjunction-type="recognition" id="oneOf19">
                <emma:interpretation id="interp91" emma:lang="en-US" emma:confidence="0.5">
                  <emma:literal>.</emma:literal>
                </emma:interpretation>
                <emma:interpretation id="interp92" emma:lang="en-US" emma:confidence="0">
                  <emma:literal>V</emma:literal>
                </emma:interpretation>
                <emma:interpretation id="interp93" emma:lang="en-US" emma:confidence="0">
                  <emma:literal>v</emma:literal>
                </emma:interpretation>
                <emma:interpretation id="interp94" emma:lang="en-US" emma:confidence="0">
                  <emma:literal>r</emma:literal>
                </emma:interpretation>
                <emma:interpretation id="interp95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2944.5916">3432-1833,'0'0,"0"-26,26 26,-26 26,0 1,0-80,0 1</inkml:trace>
        </inkml:traceGroup>
        <inkml:traceGroup>
          <inkml:annotationXML>
            <emma:emma xmlns:emma="http://www.w3.org/2003/04/emma" version="1.0">
              <emma:interpretation id="{7A1FBBA2-943A-47BD-BAD2-35FC5C29BBDB}" emma:medium="tactile" emma:mode="ink">
                <msink:context xmlns:msink="http://schemas.microsoft.com/ink/2010/main" type="inkWord" rotatedBoundingBox="7514,7829 7593,7829 7593,7844 7514,7844"/>
              </emma:interpretation>
              <emma:one-of disjunction-type="recognition" id="oneOf20">
                <emma:interpretation id="interp96" emma:lang="en-US" emma:confidence="0.5">
                  <emma:literal>\</emma:literal>
                </emma:interpretation>
                <emma:interpretation id="interp97" emma:lang="en-US" emma:confidence="0">
                  <emma:literal>.</emma:literal>
                </emma:interpretation>
                <emma:interpretation id="interp98" emma:lang="en-US" emma:confidence="0">
                  <emma:literal>`</emma:literal>
                </emma:interpretation>
                <emma:interpretation id="interp99" emma:lang="en-US" emma:confidence="0">
                  <emma:literal>,</emma:literal>
                </emma:interpretation>
                <emma:interpretation id="interp100" emma:lang="en-US" emma:confidence="0">
                  <emma:literal>'</emma:literal>
                </emma:interpretation>
              </emma:one-of>
            </emma:emma>
          </inkml:annotationXML>
          <inkml:trace contextRef="#ctx0" brushRef="#br0" timeOffset="3092.6643">3510-2252,'27'0,"25"0</inkml:trace>
        </inkml:traceGroup>
      </inkml:traceGroup>
    </inkml:traceGroup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40.519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036B0DA-E1E6-4495-8F9A-8F15A8D96E5F}" emma:medium="tactile" emma:mode="ink">
          <msink:context xmlns:msink="http://schemas.microsoft.com/ink/2010/main" type="inkDrawing" rotatedBoundingBox="13371,10970 19839,10469 19878,10971 13410,11472" semanticType="callout" shapeName="Other"/>
        </emma:interpretation>
      </emma:emma>
    </inkml:annotationXML>
    <inkml:trace contextRef="#ctx0" brushRef="#br0">53 791,'-53'0,"27"0,79 0,-27 0,26 0,-26-26,1 26,-1 0,26 0,-26 0,0-26,1 26,25 0,-26-27,27 27,-27 0,26-26,0 0,1 26,-1-26,1 0,25 26,1-27,-27 1,27 0,-27 0,27 0,-1 26,-25-27,25 27,-26-26,1 26,-1 0,27-26,-27 26,0 0,1 0,-1 0,1 0,-1-26,0 26,1 0,-1 0,27-26,-27 26,27 0,-1-26,1 26,-1 0,1-27,-1 27,27-26,-26 26,-1 0,27 0,-27-26,1 26,0 0,-1-26,1 26,-1-26,1 26,-1-27,-25 1,25 26,1-26,-1 0,1 0,26-1,-27 27,27-26,-26 26,25 0,-25 0,26 0,-27 0,27 53,-27-53,1 26,0-26,-27 52,27-52,-27 26,0-26,1 27,-1-27,0 0,1 0,-1 0,0 0,1 0,-1 0,1 26,-1-26,0 0,27 0,-53 26,26-26,1 0,-1 0,-26 26,1-26,-1 0,26 0,-26 0,1 0,-1 0,0 0,-26 26,26-26,-26 27,0-1,-52-26,52-26,-26 26,26-27,-53 27,53-26,-52 26</inkml:trace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39.456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257B753-806D-4C08-B707-839F3C12171A}" emma:medium="tactile" emma:mode="ink">
          <msink:context xmlns:msink="http://schemas.microsoft.com/ink/2010/main" type="inkDrawing" rotatedBoundingBox="14305,12175 14375,6389 14579,6391 14510,12177" shapeName="Other"/>
        </emma:interpretation>
      </emma:emma>
    </inkml:annotationXML>
    <inkml:trace contextRef="#ctx0" brushRef="#br0">26 0,'0'26,"26"1,-26-1,0 0,0 26,0-25,26-1,-26 0,0 0,0 26,27-25,-27 25,0-26,0 27,26-1,-26-26,0 27,0-1,26 0,-26 1,0 25,26-25,-26-1,0 26,26-25,-26-1,0 27,0-27,0 27,0-27,0 0,0 27,0-27,0 1,0 25,0-25,0 25,-26-25,26 25,0-25,0 25,0 1,0-1,0 1,0-1,0 1,0-1,0 1,0 0,0-27,0 26,0 1,-26 0,26-1,0 1,-26-1,26 1,0-1,-26 1,26-1,0-25,0 25,0 27,0-26,0-1,0 1,0-1,0 1,0-1,0 1,0 0,0-1,0 1,0-27,0 27,0-1,0 1,0-1,0 1,0-1,0-25,0 25,0-25,-27 25,27-25,-26-1,26 0,0 1,-26-1,26-26,0 27,0-27,-26 0,26 0,0-52</inkml:trace>
  </inkml:traceGroup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48.653"/>
    </inkml:context>
    <inkml:brush xml:id="br0">
      <inkml:brushProperty name="width" value="0.05833" units="cm"/>
      <inkml:brushProperty name="height" value="0.058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AD58851-0645-45D8-A01D-C52736378BFF}" emma:medium="tactile" emma:mode="ink">
          <msink:context xmlns:msink="http://schemas.microsoft.com/ink/2010/main" type="inkDrawing" rotatedBoundingBox="14929,10512 19680,6717 19791,6855 15040,10650" semanticType="underline" shapeName="Other">
            <msink:sourceLink direction="with" ref="{19468019-4D6E-419A-9682-933EA647B79A}"/>
          </msink:context>
        </emma:interpretation>
      </emma:emma>
    </inkml:annotationXML>
    <inkml:trace contextRef="#ctx0" brushRef="#br0">52 3875,'-26'0,"0"0,26-26,26 0,0 0,0 26,-26-27,26 27,-26-26,26 26,1-26,-1 0,0 0,0-1,0 1,1 0,-1 0,0 26,0-26,0 0,1-1,-27 1,26 0,0 0,0 0,0-1,0 1,1 0,-1 0,0 26,0-26,0-1,1 27,-27-26,26 26,0 0,0-26,0 26,0-26,1 26,-27-26,26 26,0-26,0-1,0 27,-26-26,27 0,-1 0,0 26,26-26,-25-1,-1 1,0 0,0 0,26 0,-25 0,-1-1,26 1,-26-26,1 26,25-1,-26 1,26 0,-25 0,-1 0,26-1,-26 1,1 0,25 26,-26-26,0 26,1-26,-1 26,26-26,-26-1,0 27,1-26,-1 0,0 0,26 0,-25-1,-1 1,0 0,26-26,-25 26,-1-27,26 27,-26-26,27 25,-27-25,26 26,1-27,-27 27,26 0,0-26,1 26,-27-1,26 1,1-26,-1 26,1-1,-1 1,0-26,1 26,-1-1,27-25,-27 26,0-26,1 25,-1-25,0 0,1-1,-1 1,1 0,-1-1,0 1,-26 26,27-27,-1 27,-26 0,1-27,-1 53,0-26,0 0,0 0,0 0,1 0,-1 26,-26-27,26 1,0 0,0 0,1 0,25-1,-26 1,0 0,1 0,-1 0,26 0,-26-27,0 27,1 0,-1 0,0-1,0 1,-26 0,26 26,1-26,-27 0,26 26,-26 26,-26-26,-1 0</inkml:trace>
  </inkml:traceGroup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8:56.267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E32B8FF1-964E-4481-B29D-01A2D02307EA}" emma:medium="tactile" emma:mode="ink">
          <msink:context xmlns:msink="http://schemas.microsoft.com/ink/2010/main" type="writingRegion" rotatedBoundingBox="14930,9357 17475,5106 18064,5459 15519,9710"/>
        </emma:interpretation>
      </emma:emma>
    </inkml:annotationXML>
    <inkml:traceGroup>
      <inkml:annotationXML>
        <emma:emma xmlns:emma="http://www.w3.org/2003/04/emma" version="1.0">
          <emma:interpretation id="{80140C61-5266-4E77-BF54-A316D86850A5}" emma:medium="tactile" emma:mode="ink">
            <msink:context xmlns:msink="http://schemas.microsoft.com/ink/2010/main" type="paragraph" rotatedBoundingBox="14930,9357 17475,5106 18064,5459 15519,97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8D875A0-3892-4A8E-B9FD-6DD098EBA42F}" emma:medium="tactile" emma:mode="ink">
              <msink:context xmlns:msink="http://schemas.microsoft.com/ink/2010/main" type="line" rotatedBoundingBox="14930,9357 17475,5106 18064,5459 15519,9710"/>
            </emma:interpretation>
          </emma:emma>
        </inkml:annotationXML>
        <inkml:traceGroup>
          <inkml:annotationXML>
            <emma:emma xmlns:emma="http://www.w3.org/2003/04/emma" version="1.0">
              <emma:interpretation id="{38607A75-0194-4D99-8A21-D34A3CAE8794}" emma:medium="tactile" emma:mode="ink">
                <msink:context xmlns:msink="http://schemas.microsoft.com/ink/2010/main" type="inkWord" rotatedBoundingBox="15363,9608 15684,8536 15765,8560 15445,9632"/>
              </emma:interpretation>
              <emma:one-of disjunction-type="recognition" id="oneOf0">
                <emma:interpretation id="interp0" emma:lang="en-US" emma:confidence="0.5">
                  <emma:literal>..</emma:literal>
                </emma:interpretation>
                <emma:interpretation id="interp1" emma:lang="en-US" emma:confidence="0">
                  <emma:literal>...</emma:literal>
                </emma:interpretation>
                <emma:interpretation id="interp2" emma:lang="en-US" emma:confidence="0">
                  <emma:literal>.</emma:literal>
                </emma:interpretation>
                <emma:interpretation id="interp3" emma:lang="en-US" emma:confidence="0">
                  <emma:literal>s.</emma:literal>
                </emma:interpretation>
                <emma:interpretation id="interp4" emma:lang="en-US" emma:confidence="0">
                  <emma:literal>s".</emma:literal>
                </emma:interpretation>
              </emma:one-of>
            </emma:emma>
          </inkml:annotationXML>
          <inkml:trace contextRef="#ctx0" brushRef="#br0">262-602</inkml:trace>
          <inkml:trace contextRef="#ctx0" brushRef="#br0" timeOffset="-283.0856">0 0</inkml:trace>
          <inkml:trace contextRef="#ctx0" brushRef="#br0" timeOffset="227.3947">341-943,'0'-26,"-27"26,27-26,0 0,0 0,0-1</inkml:trace>
        </inkml:traceGroup>
        <inkml:traceGroup>
          <inkml:annotationXML>
            <emma:emma xmlns:emma="http://www.w3.org/2003/04/emma" version="1.0">
              <emma:interpretation id="{71EC0FEE-3919-47B9-99B3-A0D7FEDE46AA}" emma:medium="tactile" emma:mode="ink">
                <msink:context xmlns:msink="http://schemas.microsoft.com/ink/2010/main" type="inkWord" rotatedBoundingBox="16663,6704 17138,5910 17547,6155 17072,6949"/>
              </emma:interpretation>
              <emma:one-of disjunction-type="recognition" id="oneOf1">
                <emma:interpretation id="interp5" emma:lang="en-US" emma:confidence="0.5">
                  <emma:literal>...i:</emma:literal>
                </emma:interpretation>
                <emma:interpretation id="interp6" emma:lang="en-US" emma:confidence="0">
                  <emma:literal>...e:</emma:literal>
                </emma:interpretation>
                <emma:interpretation id="interp7" emma:lang="en-US" emma:confidence="0">
                  <emma:literal>...it:</emma:literal>
                </emma:interpretation>
                <emma:interpretation id="interp8" emma:lang="en-US" emma:confidence="0">
                  <emma:literal>...i.</emma:literal>
                </emma:interpretation>
                <emma:interpretation id="interp9" emma:lang="en-US" emma:confidence="0">
                  <emma:literal>...i:'</emma:literal>
                </emma:interpretation>
              </emma:one-of>
            </emma:emma>
          </inkml:annotationXML>
          <inkml:trace contextRef="#ctx0" brushRef="#br0" timeOffset="14030.0517">1755-2749,'0'-27,"0"-25,0 26,26 0,-26-27,0 27</inkml:trace>
          <inkml:trace contextRef="#ctx0" brushRef="#br0" timeOffset="1002.0853">1440-2907,'-78'27,"52"-27,26-53,0 27,26 26,-26-26</inkml:trace>
          <inkml:trace contextRef="#ctx0" brushRef="#br0" timeOffset="1173.0054">1571-3352,'0'27,"-26"-27,26 26,0-52</inkml:trace>
          <inkml:trace contextRef="#ctx0" brushRef="#br0" timeOffset="14222.0201">1990-3430,'0'-26,"0"-1,26 1,1 26,-27-26</inkml:trace>
          <inkml:trace contextRef="#ctx0" brushRef="#br0" timeOffset="420.0633">550-1493,'0'-26,"26"0</inkml:trace>
          <inkml:trace contextRef="#ctx0" brushRef="#br0" timeOffset="635">943-1833,'0'26,"-26"-26,52 0,-26-26,26-26,0 26</inkml:trace>
          <inkml:trace contextRef="#ctx0" brushRef="#br0" timeOffset="790.0654">1205-2252,'0'-26,"0"0</inkml:trace>
          <inkml:trace contextRef="#ctx0" brushRef="#br0" timeOffset="1368.2991">1886-4137,'0'0,"-53"131,79-158,-26 1</inkml:trace>
          <inkml:trace contextRef="#ctx0" brushRef="#br0" timeOffset="1536.2935">2095-4425,'0'0,"0"-26,26 26,0-27</inkml:trace>
          <inkml:trace contextRef="#ctx0" brushRef="#br0" timeOffset="14420.0173">2409-3823,'0'0,"53"-26,-27 26,0 0,-26-26,0-1,26 27,-26-26</inkml:trace>
        </inkml:traceGroup>
      </inkml:traceGroup>
    </inkml:traceGroup>
  </inkml:traceGroup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08.03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958F0F36-8E8F-4CD2-8A81-5D2D5A9221F2}" emma:medium="tactile" emma:mode="ink">
          <msink:context xmlns:msink="http://schemas.microsoft.com/ink/2010/main" type="writingRegion" rotatedBoundingBox="14376,8584 18601,5717 20267,8172 16042,11039"/>
        </emma:interpretation>
      </emma:emma>
    </inkml:annotationXML>
    <inkml:traceGroup>
      <inkml:annotationXML>
        <emma:emma xmlns:emma="http://www.w3.org/2003/04/emma" version="1.0">
          <emma:interpretation id="{760C139C-847E-4A01-9BC6-6B8D9F6DD50D}" emma:medium="tactile" emma:mode="ink">
            <msink:context xmlns:msink="http://schemas.microsoft.com/ink/2010/main" type="paragraph" rotatedBoundingBox="15686,8413 18398,5654 18907,6154 16195,891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4A24CFE7-2232-4404-81C8-9CDA99E1F0FC}" emma:medium="tactile" emma:mode="ink">
              <msink:context xmlns:msink="http://schemas.microsoft.com/ink/2010/main" type="line" rotatedBoundingBox="15686,8413 18398,5654 18907,6154 16195,8914"/>
            </emma:interpretation>
          </emma:emma>
        </inkml:annotationXML>
        <inkml:traceGroup>
          <inkml:annotationXML>
            <emma:emma xmlns:emma="http://www.w3.org/2003/04/emma" version="1.0">
              <emma:interpretation id="{7F6C03A6-4FB3-44C3-9B07-8904E97426F9}" emma:medium="tactile" emma:mode="ink">
                <msink:context xmlns:msink="http://schemas.microsoft.com/ink/2010/main" type="inkWord" rotatedBoundingBox="15949,8671 16338,8274 16402,8337 16013,8734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">
                  <emma:literal>_</emma:literal>
                </emma:interpretation>
                <emma:interpretation id="interp2" emma:lang="en-US" emma:confidence="0">
                  <emma:literal>.</emma:literal>
                </emma:interpretation>
                <emma:interpretation id="interp3" emma:lang="en-US" emma:confidence="0">
                  <emma:literal>~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-184-1281,'27'0,"-1"0,-26-27,26 27,0-26,0 26,1-26,-1 0,0-27,0 27,0-26,0 0,1-1,-1 1,0 26</inkml:trace>
        </inkml:traceGroup>
        <inkml:traceGroup>
          <inkml:annotationXML>
            <emma:emma xmlns:emma="http://www.w3.org/2003/04/emma" version="1.0">
              <emma:interpretation id="{2BB75D51-14FC-4A7C-A01D-119179286C8D}" emma:medium="tactile" emma:mode="ink">
                <msink:context xmlns:msink="http://schemas.microsoft.com/ink/2010/main" type="inkWord" rotatedBoundingBox="16908,7495 17577,7352 17610,7502 16940,7646"/>
              </emma:interpretation>
              <emma:one-of disjunction-type="recognition" id="oneOf1">
                <emma:interpretation id="interp5" emma:lang="en-US" emma:confidence="0.5">
                  <emma:literal>..</emma:literal>
                </emma:interpretation>
                <emma:interpretation id="interp6" emma:lang="en-US" emma:confidence="0">
                  <emma:literal>: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!</emma:literal>
                </emma:interpretation>
                <emma:interpretation id="interp9" emma:lang="en-US" emma:confidence="0">
                  <emma:literal>"</emma:literal>
                </emma:interpretation>
              </emma:one-of>
            </emma:emma>
          </inkml:annotationXML>
          <inkml:trace contextRef="#ctx0" brushRef="#br0" timeOffset="189.7864">785-2486,'0'131,"0"-105,0-52,0 0</inkml:trace>
          <inkml:trace contextRef="#ctx0" brushRef="#br0" timeOffset="1320.0293">1440-2486,'0'0,"0"-26,-26 26,26-26,26 26</inkml:trace>
        </inkml:traceGroup>
        <inkml:traceGroup>
          <inkml:annotationXML>
            <emma:emma xmlns:emma="http://www.w3.org/2003/04/emma" version="1.0">
              <emma:interpretation id="{B4F98D53-67FC-4A03-B5F5-5E6770CB42D4}" emma:medium="tactile" emma:mode="ink">
                <msink:context xmlns:msink="http://schemas.microsoft.com/ink/2010/main" type="inkWord" rotatedBoundingBox="17529,6538 18398,5654 18892,6140 18023,7024">
                  <msink:destinationLink direction="with" ref="{6F58FBAB-EC78-4011-AF72-878B48BC2A27}"/>
                  <msink:destinationLink direction="with" ref="{FCE5F0E6-ADAF-4743-BA83-479D29F42C66}"/>
                </msink:context>
              </emma:interpretation>
              <emma:one-of disjunction-type="recognition" id="oneOf2">
                <emma:interpretation id="interp10" emma:lang="en-US" emma:confidence="0.5">
                  <emma:literal>it</emma:literal>
                </emma:interpretation>
                <emma:interpretation id="interp11" emma:lang="en-US" emma:confidence="0">
                  <emma:literal>it.</emma:literal>
                </emma:interpretation>
                <emma:interpretation id="interp12" emma:lang="en-US" emma:confidence="0">
                  <emma:literal>in.</emma:literal>
                </emma:interpretation>
                <emma:interpretation id="interp13" emma:lang="en-US" emma:confidence="0">
                  <emma:literal>it,</emma:literal>
                </emma:interpretation>
                <emma:interpretation id="interp14" emma:lang="en-US" emma:confidence="0">
                  <emma:literal>i.</emma:literal>
                </emma:interpretation>
              </emma:one-of>
            </emma:emma>
          </inkml:annotationXML>
          <inkml:trace contextRef="#ctx0" brushRef="#br0" timeOffset="569.001">1649-3690,'0'-27,"0"54,27-27,-1 0,0-27</inkml:trace>
          <inkml:trace contextRef="#ctx0" brushRef="#br0" timeOffset="786.1677">1911-3769,'0'0,"0"-26,26 26,1 0,-1-26,0 26,0 0,-26-27,26 27,1 0,-1-26,0 26,0 0,0-26,0 26,1-26,-1 26,0-26,0 26,0-27,1 27</inkml:trace>
          <inkml:trace contextRef="#ctx0" brushRef="#br0" timeOffset="1498.0677">1728-3088,'0'0,"26"0,0 0,1 0,-1 0,0 0,0-53,-26 27,26 26</inkml:trace>
          <inkml:trace contextRef="#ctx0" brushRef="#br0" timeOffset="1704.2538">2173-3376,'26'0,"27"0,-27 0,-26-53,26 53,-26-26,26 0,-26 0,26-27,1 27,-27 0</inkml:trace>
          <inkml:trace contextRef="#ctx0" brushRef="#br0" timeOffset="1886.7855">2566-3769,'26'-26,"0"26,0 0,-26-26,27 26,-1 0,0 0,-26-27</inkml:trace>
        </inkml:traceGroup>
      </inkml:traceGroup>
    </inkml:traceGroup>
    <inkml:traceGroup>
      <inkml:annotationXML>
        <emma:emma xmlns:emma="http://www.w3.org/2003/04/emma" version="1.0">
          <emma:interpretation id="{63DEB5EB-E352-4919-9E9F-D77C91D4334F}" emma:medium="tactile" emma:mode="ink">
            <msink:context xmlns:msink="http://schemas.microsoft.com/ink/2010/main" type="paragraph" rotatedBoundingBox="15832,8654 18912,6390 19291,6904 16210,916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1381BF78-FAA8-4959-A67B-B1C3BF9B7FFF}" emma:medium="tactile" emma:mode="ink">
              <msink:context xmlns:msink="http://schemas.microsoft.com/ink/2010/main" type="inkBullet" rotatedBoundingBox="16072,8982 16286,8825 16344,8902 16130,9060"/>
            </emma:interpretation>
            <emma:one-of disjunction-type="recognition" id="oneOf3">
              <emma:interpretation id="interp15" emma:lang="en-US" emma:confidence="0">
                <emma:literal>-</emma:literal>
              </emma:interpretation>
            </emma:one-of>
          </emma:emma>
        </inkml:annotationXML>
        <inkml:trace contextRef="#ctx0" brushRef="#br0" timeOffset="-1629.0269">-26-915,'0'0,"0"-52,26 52,-26-26,26-1,0 1,0 0,0 0,-26 0,27 26,-27-26</inkml:trace>
      </inkml:traceGroup>
      <inkml:traceGroup>
        <inkml:annotationXML>
          <emma:emma xmlns:emma="http://www.w3.org/2003/04/emma" version="1.0">
            <emma:interpretation id="{19468019-4D6E-419A-9682-933EA647B79A}" emma:medium="tactile" emma:mode="ink">
              <msink:context xmlns:msink="http://schemas.microsoft.com/ink/2010/main" type="line" rotatedBoundingBox="16461,8192 18912,6390 19291,6904 16839,8707">
                <msink:destinationLink direction="with" ref="{8AD58851-0645-45D8-A01D-C52736378BFF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2B0CFE5-E371-4557-97B6-E53DAF6749D0}" emma:medium="tactile" emma:mode="ink">
                <msink:context xmlns:msink="http://schemas.microsoft.com/ink/2010/main" type="inkWord" rotatedBoundingBox="16585,8361 17013,8046 17256,8377 16828,8692"/>
              </emma:interpretation>
              <emma:one-of disjunction-type="recognition" id="oneOf4">
                <emma:interpretation id="interp16" emma:lang="en-US" emma:confidence="0.5">
                  <emma:literal>In</emma:literal>
                </emma:interpretation>
                <emma:interpretation id="interp17" emma:lang="en-US" emma:confidence="0">
                  <emma:literal>i</emma:literal>
                </emma:interpretation>
                <emma:interpretation id="interp18" emma:lang="en-US" emma:confidence="0">
                  <emma:literal>..</emma:literal>
                </emma:interpretation>
                <emma:interpretation id="interp19" emma:lang="en-US" emma:confidence="0">
                  <emma:literal>r.</emma:literal>
                </emma:interpretation>
                <emma:interpretation id="interp20" emma:lang="en-US" emma:confidence="0">
                  <emma:literal>Inn</emma:literal>
                </emma:interpretation>
              </emma:one-of>
            </emma:emma>
          </inkml:annotationXML>
          <inkml:trace contextRef="#ctx0" brushRef="#br0" timeOffset="-3885.0613">707-1308,'-26'0,"-1"0,27-26,0 0,0 0,0-27,27 53,-27-26,0 0,26 0,-26 0</inkml:trace>
          <inkml:trace contextRef="#ctx0" brushRef="#br0" timeOffset="-1429.09">602-1700,'0'0,"26"-27,0 1,-26 0,27 26,-1 0,0 0,-26-26,26 26,0 0,0 0,-26-26,27 26,-1-27,0 1</inkml:trace>
        </inkml:traceGroup>
        <inkml:traceGroup>
          <inkml:annotationXML>
            <emma:emma xmlns:emma="http://www.w3.org/2003/04/emma" version="1.0">
              <emma:interpretation id="{9AF8C713-B286-41FB-92FC-BC73B8534D55}" emma:medium="tactile" emma:mode="ink">
                <msink:context xmlns:msink="http://schemas.microsoft.com/ink/2010/main" type="inkWord" rotatedBoundingBox="17246,7836 18414,6957 18691,7325 17523,8204"/>
              </emma:interpretation>
              <emma:one-of disjunction-type="recognition" id="oneOf5">
                <emma:interpretation id="interp21" emma:lang="en-US" emma:confidence="0.5">
                  <emma:literal>F</emma:literal>
                </emma:interpretation>
                <emma:interpretation id="interp22" emma:lang="en-US" emma:confidence="0">
                  <emma:literal>j</emma:literal>
                </emma:interpretation>
                <emma:interpretation id="interp23" emma:lang="en-US" emma:confidence="0">
                  <emma:literal>-</emma:literal>
                </emma:interpretation>
                <emma:interpretation id="interp24" emma:lang="en-US" emma:confidence="0">
                  <emma:literal>*</emma:literal>
                </emma:interpretation>
                <emma:interpretation id="interp25" emma:lang="en-US" emma:confidence="0">
                  <emma:literal>.</emma:literal>
                </emma:interpretation>
              </emma:one-of>
            </emma:emma>
          </inkml:annotationXML>
          <inkml:trace contextRef="#ctx0" brushRef="#br0" timeOffset="-1205.9214">1309-2303,'52'-26,"-25"26,-1 0,-26-26</inkml:trace>
          <inkml:trace contextRef="#ctx0" brushRef="#br0" timeOffset="-2365.7005">1702-2172,'0'0,"-26"0,26-26,52 0,-52 0,26 0,-26-1,26 27,-26-26,27 0</inkml:trace>
          <inkml:trace contextRef="#ctx0" brushRef="#br0" timeOffset="-2554.7121">1361-1779,'0'-26,"27"26,-1 0,-26-26,26 26</inkml:trace>
          <inkml:trace contextRef="#ctx0" brushRef="#br0" timeOffset="-3345.0045">2461-2748,'0'0,"0"26,-52 1,-1 51,27-78,79-26,-53-26,26 52,-26-27,26 1</inkml:trace>
          <inkml:trace contextRef="#ctx0" brushRef="#br0" timeOffset="-1011.0009">2042-2669,'53'-26,"-27"26,0 0,0-27</inkml:trace>
        </inkml:traceGroup>
        <inkml:traceGroup>
          <inkml:annotationXML>
            <emma:emma xmlns:emma="http://www.w3.org/2003/04/emma" version="1.0">
              <emma:interpretation id="{98C1934E-9703-41F3-95F1-94A953A78F30}" emma:medium="tactile" emma:mode="ink">
                <msink:context xmlns:msink="http://schemas.microsoft.com/ink/2010/main" type="inkWord" rotatedBoundingBox="18685,6557 18912,6390 19289,6902 19062,7069">
                  <msink:destinationLink direction="with" ref="{6F58FBAB-EC78-4011-AF72-878B48BC2A27}"/>
                  <msink:destinationLink direction="with" ref="{FCE5F0E6-ADAF-4743-BA83-479D29F42C66}"/>
                </msink:context>
              </emma:interpretation>
              <emma:one-of disjunction-type="recognition" id="oneOf6">
                <emma:interpretation id="interp26" emma:lang="en-US" emma:confidence="0.5">
                  <emma:literal>:</emma:literal>
                </emma:interpretation>
                <emma:interpretation id="interp27" emma:lang="en-US" emma:confidence="0">
                  <emma:literal>.</emma:literal>
                </emma:interpretation>
                <emma:interpretation id="interp28" emma:lang="en-US" emma:confidence="0">
                  <emma:literal>;</emma:literal>
                </emma:interpretation>
                <emma:interpretation id="interp29" emma:lang="en-US" emma:confidence="0">
                  <emma:literal>=</emma:literal>
                </emma:interpretation>
                <emma:interpretation id="interp30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-3117.0057">2906-2931,'0'26,"0"-52,26 26,-26-26,27 0,-27-1,-27 27</inkml:trace>
          <inkml:trace contextRef="#ctx0" brushRef="#br0" timeOffset="-833.7109">2697-3533,'0'0,"26"-27,0 27,0 0</inkml:trace>
        </inkml:traceGroup>
      </inkml:traceGroup>
    </inkml:traceGroup>
    <inkml:traceGroup>
      <inkml:annotationXML>
        <emma:emma xmlns:emma="http://www.w3.org/2003/04/emma" version="1.0">
          <emma:interpretation id="{C3F9001E-4F89-4900-AE91-1CA89AB4ED76}" emma:medium="tactile" emma:mode="ink">
            <msink:context xmlns:msink="http://schemas.microsoft.com/ink/2010/main" type="paragraph" rotatedBoundingBox="16085,9899 19560,7541 19834,7945 16359,1030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98431EF-CD49-44D8-9CC0-0CEFED4B949B}" emma:medium="tactile" emma:mode="ink">
              <msink:context xmlns:msink="http://schemas.microsoft.com/ink/2010/main" type="inkBullet" rotatedBoundingBox="16143,9985 16593,9680 16725,9874 16276,10179"/>
            </emma:interpretation>
            <emma:one-of disjunction-type="recognition" id="oneOf7">
              <emma:interpretation id="interp31" emma:lang="en-US" emma:confidence="0">
                <emma:literal>-n</emma:literal>
              </emma:interpretation>
              <emma:interpretation id="interp32" emma:lang="en-US" emma:confidence="0">
                <emma:literal>'n</emma:literal>
              </emma:interpretation>
              <emma:interpretation id="interp33" emma:lang="en-US" emma:confidence="0">
                <emma:literal>-</emma:literal>
              </emma:interpretation>
              <emma:interpretation id="interp34" emma:lang="en-US" emma:confidence="0">
                <emma:literal>"L</emma:literal>
              </emma:interpretation>
              <emma:interpretation id="interp35" emma:lang="en-US" emma:confidence="0">
                <emma:literal>..</emma:literal>
              </emma:interpretation>
            </emma:one-of>
          </emma:emma>
        </inkml:annotationXML>
        <inkml:trace contextRef="#ctx0" brushRef="#br0" timeOffset="-7252.0072">52 28,'-26'0,"0"0,26-26,52 26,0 0,-25 0,-1 0,0 0,0 0</inkml:trace>
        <inkml:trace contextRef="#ctx0" brushRef="#br0" timeOffset="-6695.8996">1649-862,'27'-27,"-1"27,-26-26,0 0,26 26,-26-26</inkml:trace>
      </inkml:traceGroup>
      <inkml:traceGroup>
        <inkml:annotationXML>
          <emma:emma xmlns:emma="http://www.w3.org/2003/04/emma" version="1.0">
            <emma:interpretation id="{9C209C6E-D78B-479E-9085-4304F0B2BDFC}" emma:medium="tactile" emma:mode="ink">
              <msink:context xmlns:msink="http://schemas.microsoft.com/ink/2010/main" type="line" rotatedBoundingBox="17046,9246 19560,7540 19834,7945 17320,9651"/>
            </emma:interpretation>
          </emma:emma>
        </inkml:annotationXML>
        <inkml:traceGroup>
          <inkml:annotationXML>
            <emma:emma xmlns:emma="http://www.w3.org/2003/04/emma" version="1.0">
              <emma:interpretation id="{CE2FC14F-A149-4687-9166-7DED7A399EB7}" emma:medium="tactile" emma:mode="ink">
                <msink:context xmlns:msink="http://schemas.microsoft.com/ink/2010/main" type="inkWord" rotatedBoundingBox="17151,9401 17372,9250 17414,9311 17192,9461"/>
              </emma:interpretation>
              <emma:one-of disjunction-type="recognition" id="oneOf8">
                <emma:interpretation id="interp36" emma:lang="en-US" emma:confidence="0.5">
                  <emma:literal>-</emma:literal>
                </emma:interpretation>
                <emma:interpretation id="interp37" emma:lang="en-US" emma:confidence="0">
                  <emma:literal>.</emma:literal>
                </emma:interpretation>
                <emma:interpretation id="interp38" emma:lang="en-US" emma:confidence="0">
                  <emma:literal>_</emma:literal>
                </emma:interpretation>
                <emma:interpretation id="interp39" emma:lang="en-US" emma:confidence="0">
                  <emma:literal>,</emma:literal>
                </emma:interpretation>
                <emma:interpretation id="interp40" emma:lang="en-US" emma:confidence="0">
                  <emma:literal>~</emma:literal>
                </emma:interpretation>
              </emma:one-of>
            </emma:emma>
          </inkml:annotationXML>
          <inkml:trace contextRef="#ctx0" brushRef="#br0" timeOffset="-6891.9916">995-574,'52'0,"-26"0,27 0,-27-53,0 53,0-26,0-26</inkml:trace>
        </inkml:traceGroup>
        <inkml:traceGroup>
          <inkml:annotationXML>
            <emma:emma xmlns:emma="http://www.w3.org/2003/04/emma" version="1.0">
              <emma:interpretation id="{EBFB86C8-D149-45B4-8AB8-38FBD299FC23}" emma:medium="tactile" emma:mode="ink">
                <msink:context xmlns:msink="http://schemas.microsoft.com/ink/2010/main" type="inkWord" rotatedBoundingBox="17779,9085 18243,8658 18280,8697 17815,9124"/>
              </emma:interpretation>
              <emma:one-of disjunction-type="recognition" id="oneOf9">
                <emma:interpretation id="interp41" emma:lang="en-US" emma:confidence="0.5">
                  <emma:literal>..</emma:literal>
                </emma:interpretation>
                <emma:interpretation id="interp42" emma:lang="en-US" emma:confidence="0">
                  <emma:literal>.</emma:literal>
                </emma:interpretation>
                <emma:interpretation id="interp43" emma:lang="en-US" emma:confidence="0">
                  <emma:literal>rm</emma:literal>
                </emma:interpretation>
                <emma:interpretation id="interp44" emma:lang="en-US" emma:confidence="0">
                  <emma:literal>--</emma:literal>
                </emma:interpretation>
                <emma:interpretation id="interp45" emma:lang="en-US" emma:confidence="0">
                  <emma:literal>-</emma:literal>
                </emma:interpretation>
              </emma:one-of>
            </emma:emma>
          </inkml:annotationXML>
          <inkml:trace contextRef="#ctx0" brushRef="#br0" timeOffset="-8131.9929">3718-1779,'0'26,"26"-26,27 26,-27-26,-26-26,26 26,-26-26</inkml:trace>
          <inkml:trace contextRef="#ctx0" brushRef="#br0" timeOffset="-6564.0964">1964-1203,'52'-26,"-26"26,0-26,1 26,-27-26,26 26</inkml:trace>
        </inkml:traceGroup>
        <inkml:traceGroup>
          <inkml:annotationXML>
            <emma:emma xmlns:emma="http://www.w3.org/2003/04/emma" version="1.0">
              <emma:interpretation id="{8BE8BC32-8E6D-4646-AD6C-83C6ADAE7E82}" emma:medium="tactile" emma:mode="ink">
                <msink:context xmlns:msink="http://schemas.microsoft.com/ink/2010/main" type="inkWord" rotatedBoundingBox="19233,8318 19288,8241 19322,8265 19268,8342"/>
              </emma:interpretation>
              <emma:one-of disjunction-type="recognition" id="oneOf10">
                <emma:interpretation id="interp46" emma:lang="en-US" emma:confidence="0.5">
                  <emma:literal>.</emma:literal>
                </emma:interpretation>
                <emma:interpretation id="interp47" emma:lang="en-US" emma:confidence="0">
                  <emma:literal>,</emma:literal>
                </emma:interpretation>
                <emma:interpretation id="interp48" emma:lang="en-US" emma:confidence="0">
                  <emma:literal>-</emma:literal>
                </emma:interpretation>
                <emma:interpretation id="interp49" emma:lang="en-US" emma:confidence="0">
                  <emma:literal>:</emma:literal>
                </emma:interpretation>
                <emma:interpretation id="interp50" emma:lang="en-US" emma:confidence="0">
                  <emma:literal>u</emma:literal>
                </emma:interpretation>
              </emma:one-of>
            </emma:emma>
          </inkml:annotationXML>
          <inkml:trace contextRef="#ctx0" brushRef="#br0" timeOffset="-5789.3435">3456-2355,'-52'0,"52"-26,0-27</inkml:trace>
        </inkml:traceGroup>
        <inkml:traceGroup>
          <inkml:annotationXML>
            <emma:emma xmlns:emma="http://www.w3.org/2003/04/emma" version="1.0">
              <emma:interpretation id="{E1790C4B-1F2C-4614-9BBD-B5E4C3E82C3A}" emma:medium="tactile" emma:mode="ink">
                <msink:context xmlns:msink="http://schemas.microsoft.com/ink/2010/main" type="inkWord" rotatedBoundingBox="19443,7619 19559,7541 19722,7780 19606,7859"/>
              </emma:interpretation>
              <emma:one-of disjunction-type="recognition" id="oneOf11">
                <emma:interpretation id="interp51" emma:lang="en-US" emma:confidence="0.5">
                  <emma:literal>.</emma:literal>
                </emma:interpretation>
                <emma:interpretation id="interp52" emma:lang="en-US" emma:confidence="0">
                  <emma:literal>?</emma:literal>
                </emma:interpretation>
                <emma:interpretation id="interp53" emma:lang="en-US" emma:confidence="0">
                  <emma:literal>!</emma:literal>
                </emma:interpretation>
                <emma:interpretation id="interp54" emma:lang="en-US" emma:confidence="0">
                  <emma:literal>N</emma:literal>
                </emma:interpretation>
                <emma:interpretation id="interp55" emma:lang="en-US" emma:confidence="0">
                  <emma:literal>/</emma:literal>
                </emma:interpretation>
              </emma:one-of>
            </emma:emma>
          </inkml:annotationXML>
          <inkml:trace contextRef="#ctx0" brushRef="#br0" timeOffset="-6197.0086">3090-1674,'0'26,"26"-26,-26-26,26 26,-26-53</inkml:trace>
          <inkml:trace contextRef="#ctx0" brushRef="#br0" timeOffset="-5987.0023">3456-2119,'-26'-27,"26"1,0 0,0 0,0 0,0 0,26-1,-26 1,0 0</inkml:trace>
        </inkml:traceGroup>
      </inkml:traceGroup>
    </inkml:traceGroup>
    <inkml:traceGroup>
      <inkml:annotationXML>
        <emma:emma xmlns:emma="http://www.w3.org/2003/04/emma" version="1.0">
          <emma:interpretation id="{F33B80D7-0BF1-4D66-9175-5B718F6E9310}" emma:medium="tactile" emma:mode="ink">
            <msink:context xmlns:msink="http://schemas.microsoft.com/ink/2010/main" type="paragraph" rotatedBoundingBox="15585,10355 19978,8143 20129,8443 15736,106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FB08C29-1B7E-4DB0-A0FE-A79E4CAB92C4}" emma:medium="tactile" emma:mode="ink">
              <msink:context xmlns:msink="http://schemas.microsoft.com/ink/2010/main" type="inkBullet" rotatedBoundingBox="15605,10396 15857,10269 15894,10343 15642,10469"/>
            </emma:interpretation>
            <emma:one-of disjunction-type="recognition" id="oneOf12">
              <emma:interpretation id="interp56" emma:lang="en-US" emma:confidence="0">
                <emma:literal>-</emma:literal>
              </emma:interpretation>
            </emma:one-of>
          </emma:emma>
        </inkml:annotationXML>
        <inkml:trace contextRef="#ctx0" brushRef="#br0" timeOffset="-7073.0086">419-77,'0'0,"0"26,26-26,0 0,0 0,0-52,1 26</inkml:trace>
      </inkml:traceGroup>
      <inkml:traceGroup>
        <inkml:annotationXML>
          <emma:emma xmlns:emma="http://www.w3.org/2003/04/emma" version="1.0">
            <emma:interpretation id="{6E6B56BA-7183-4D43-BD3B-584635225B20}" emma:medium="tactile" emma:mode="ink">
              <msink:context xmlns:msink="http://schemas.microsoft.com/ink/2010/main" type="line" rotatedBoundingBox="16463,9913 19978,8143 20129,8443 16615,10213"/>
            </emma:interpretation>
          </emma:emma>
        </inkml:annotationXML>
        <inkml:traceGroup>
          <inkml:annotationXML>
            <emma:emma xmlns:emma="http://www.w3.org/2003/04/emma" version="1.0">
              <emma:interpretation id="{CFC57265-397A-4BFE-A94F-F1CD8F4F76D6}" emma:medium="tactile" emma:mode="ink">
                <msink:context xmlns:msink="http://schemas.microsoft.com/ink/2010/main" type="inkWord" rotatedBoundingBox="16564,10113 16732,10029 16779,10122 16611,10206"/>
              </emma:interpretation>
              <emma:one-of disjunction-type="recognition" id="oneOf13">
                <emma:interpretation id="interp57" emma:lang="en-US" emma:confidence="0.5">
                  <emma:literal>.</emma:literal>
                </emma:interpretation>
                <emma:interpretation id="interp58" emma:lang="en-US" emma:confidence="0">
                  <emma:literal>-</emma:literal>
                </emma:interpretation>
                <emma:interpretation id="interp59" emma:lang="en-US" emma:confidence="0">
                  <emma:literal>v</emma:literal>
                </emma:interpretation>
                <emma:interpretation id="interp60" emma:lang="en-US" emma:confidence="0">
                  <emma:literal>r</emma:literal>
                </emma:interpretation>
                <emma:interpretation id="interp61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-9187.0121">445 211,'26'0,"0"0,-26-26,26 0,-26 0,27 26,-27-27,0 1,26 26,-26-26</inkml:trace>
        </inkml:traceGroup>
        <inkml:traceGroup>
          <inkml:annotationXML>
            <emma:emma xmlns:emma="http://www.w3.org/2003/04/emma" version="1.0">
              <emma:interpretation id="{C916046E-B561-4414-86E4-9D6FF88C2CD2}" emma:medium="tactile" emma:mode="ink">
                <msink:context xmlns:msink="http://schemas.microsoft.com/ink/2010/main" type="inkWord" rotatedBoundingBox="18166,9363 18375,9258 18401,9311 18193,9416"/>
              </emma:interpretation>
              <emma:one-of disjunction-type="recognition" id="oneOf14">
                <emma:interpretation id="interp62" emma:lang="en-US" emma:confidence="0.5">
                  <emma:literal>-</emma:literal>
                </emma:interpretation>
                <emma:interpretation id="interp63" emma:lang="en-US" emma:confidence="0">
                  <emma:literal>.</emma:literal>
                </emma:interpretation>
                <emma:interpretation id="interp64" emma:lang="en-US" emma:confidence="0">
                  <emma:literal>,</emma:literal>
                </emma:interpretation>
                <emma:interpretation id="interp65" emma:lang="en-US" emma:confidence="0">
                  <emma:literal>:</emma:literal>
                </emma:interpretation>
                <emma:interpretation id="interp66" emma:lang="en-US" emma:confidence="0">
                  <emma:literal>_</emma:literal>
                </emma:interpretation>
              </emma:one-of>
            </emma:emma>
          </inkml:annotationXML>
          <inkml:trace contextRef="#ctx0" brushRef="#br0" timeOffset="-9396.0101">-524 421,'-26'0,"78"0,-26 0,1 0,-1 0,0 0,0-27,0 27,0-26,1 26,-1 0</inkml:trace>
        </inkml:traceGroup>
        <inkml:traceGroup>
          <inkml:annotationXML>
            <emma:emma xmlns:emma="http://www.w3.org/2003/04/emma" version="1.0">
              <emma:interpretation id="{F585CE49-2B7B-4B76-AAE8-21F075932767}" emma:medium="tactile" emma:mode="ink">
                <msink:context xmlns:msink="http://schemas.microsoft.com/ink/2010/main" type="inkWord" rotatedBoundingBox="19062,8903 19167,8851 19198,8913 19093,8965"/>
              </emma:interpretation>
              <emma:one-of disjunction-type="recognition" id="oneOf15">
                <emma:interpretation id="interp67" emma:lang="en-US" emma:confidence="0.5">
                  <emma:literal>.</emma:literal>
                </emma:interpretation>
                <emma:interpretation id="interp68" emma:lang="en-US" emma:confidence="0">
                  <emma:literal>-</emma:literal>
                </emma:interpretation>
                <emma:interpretation id="interp69" emma:lang="en-US" emma:confidence="0">
                  <emma:literal>,</emma:literal>
                </emma:interpretation>
                <emma:interpretation id="interp70" emma:lang="en-US" emma:confidence="0">
                  <emma:literal>r</emma:literal>
                </emma:interpretation>
                <emma:interpretation id="interp71" emma:lang="en-US" emma:confidence="0">
                  <emma:literal>v</emma:literal>
                </emma:interpretation>
              </emma:one-of>
            </emma:emma>
          </inkml:annotationXML>
          <inkml:trace contextRef="#ctx0" brushRef="#br0" timeOffset="-8780.4767">2121-601,'0'0,"-105"0,131 0,-26-26,53 26,-1-26,-26 0,26 0</inkml:trace>
        </inkml:traceGroup>
        <inkml:traceGroup>
          <inkml:annotationXML>
            <emma:emma xmlns:emma="http://www.w3.org/2003/04/emma" version="1.0">
              <emma:interpretation id="{A71BF5DC-DC77-48E7-866F-74F93D7E1F7E}" emma:medium="tactile" emma:mode="ink">
                <msink:context xmlns:msink="http://schemas.microsoft.com/ink/2010/main" type="inkWord" rotatedBoundingBox="19506,8510 19580,8473 19628,8567 19554,8604"/>
              </emma:interpretation>
              <emma:one-of disjunction-type="recognition" id="oneOf16">
                <emma:interpretation id="interp72" emma:lang="en-US" emma:confidence="0.5">
                  <emma:literal>.</emma:literal>
                </emma:interpretation>
                <emma:interpretation id="interp73" emma:lang="en-US" emma:confidence="0">
                  <emma:literal>L</emma:literal>
                </emma:interpretation>
                <emma:interpretation id="interp74" emma:lang="en-US" emma:confidence="0">
                  <emma:literal>v</emma:literal>
                </emma:interpretation>
                <emma:interpretation id="interp75" emma:lang="en-US" emma:confidence="0">
                  <emma:literal>,</emma:literal>
                </emma:interpretation>
                <emma:interpretation id="interp76" emma:lang="en-US" emma:confidence="0">
                  <emma:literal>V</emma:literal>
                </emma:interpretation>
              </emma:one-of>
            </emma:emma>
          </inkml:annotationXML>
          <inkml:trace contextRef="#ctx0" brushRef="#br0" timeOffset="-8523.8058">2932-1020,'27'0,"-27"-26,26 26,-26-26,26 0,-26 0</inkml:trace>
        </inkml:traceGroup>
        <inkml:traceGroup>
          <inkml:annotationXML>
            <emma:emma xmlns:emma="http://www.w3.org/2003/04/emma" version="1.0">
              <emma:interpretation id="{F8A2D0DB-7F96-4D0C-A41A-29A1833C79DB}" emma:medium="tactile" emma:mode="ink">
                <msink:context xmlns:msink="http://schemas.microsoft.com/ink/2010/main" type="inkWord" rotatedBoundingBox="19863,8201 19978,8143 20020,8227 19905,8284"/>
              </emma:interpretation>
              <emma:one-of disjunction-type="recognition" id="oneOf17">
                <emma:interpretation id="interp77" emma:lang="en-US" emma:confidence="0.5">
                  <emma:literal>.</emma:literal>
                </emma:interpretation>
                <emma:interpretation id="interp78" emma:lang="en-US" emma:confidence="0">
                  <emma:literal>\</emma:literal>
                </emma:interpretation>
                <emma:interpretation id="interp79" emma:lang="en-US" emma:confidence="0">
                  <emma:literal>-</emma:literal>
                </emma:interpretation>
                <emma:interpretation id="interp80" emma:lang="en-US" emma:confidence="0">
                  <emma:literal>'</emma:literal>
                </emma:interpretation>
                <emma:interpretation id="interp81" emma:lang="en-US" emma:confidence="0">
                  <emma:literal>`</emma:literal>
                </emma:interpretation>
              </emma:one-of>
            </emma:emma>
          </inkml:annotationXML>
          <inkml:trace contextRef="#ctx0" brushRef="#br0" timeOffset="-8344.4908">3351-1465,'27'26,"-27"1,26-27,-26 26,26-26,-26-53,26 53</inkml:trace>
        </inkml:traceGroup>
      </inkml:traceGroup>
    </inkml:traceGroup>
  </inkml:traceGroup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13.096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A5C8032-C65C-4448-8441-ACBC5FFB7F9F}" emma:medium="tactile" emma:mode="ink">
          <msink:context xmlns:msink="http://schemas.microsoft.com/ink/2010/main" type="writingRegion" rotatedBoundingBox="2874,12481 11411,12173 11451,13280 2914,13588"/>
        </emma:interpretation>
      </emma:emma>
    </inkml:annotationXML>
    <inkml:traceGroup>
      <inkml:annotationXML>
        <emma:emma xmlns:emma="http://www.w3.org/2003/04/emma" version="1.0">
          <emma:interpretation id="{097BD96F-5B09-4BD2-8995-36A0081FB4B5}" emma:medium="tactile" emma:mode="ink">
            <msink:context xmlns:msink="http://schemas.microsoft.com/ink/2010/main" type="paragraph" rotatedBoundingBox="2874,12481 11411,12173 11451,13280 2914,135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F47A48D-EAB9-454A-959B-5C96CD9B33A5}" emma:medium="tactile" emma:mode="ink">
              <msink:context xmlns:msink="http://schemas.microsoft.com/ink/2010/main" type="line" rotatedBoundingBox="2874,12481 11411,12173 11451,13280 2914,13588"/>
            </emma:interpretation>
          </emma:emma>
        </inkml:annotationXML>
        <inkml:traceGroup>
          <inkml:annotationXML>
            <emma:emma xmlns:emma="http://www.w3.org/2003/04/emma" version="1.0">
              <emma:interpretation id="{DAD36C57-C60D-42D8-B50B-D993B4539862}" emma:medium="tactile" emma:mode="ink">
                <msink:context xmlns:msink="http://schemas.microsoft.com/ink/2010/main" type="inkWord" rotatedBoundingBox="2874,12481 7274,12322 7314,13429 2914,13588">
                  <msink:destinationLink direction="with" ref="{0276AEE2-1FD6-4452-AA9E-1EBBF58BDD0D}"/>
                </msink:context>
              </emma:interpretation>
              <emma:one-of disjunction-type="recognition" id="oneOf0">
                <emma:interpretation id="interp0" emma:lang="en-US" emma:confidence="0.5">
                  <emma:literal>cons-ant</emma:literal>
                </emma:interpretation>
                <emma:interpretation id="interp1" emma:lang="en-US" emma:confidence="0">
                  <emma:literal>Cons-ant</emma:literal>
                </emma:interpretation>
                <emma:interpretation id="interp2" emma:lang="en-US" emma:confidence="0">
                  <emma:literal>cons-aunt</emma:literal>
                </emma:interpretation>
                <emma:interpretation id="interp3" emma:lang="en-US" emma:confidence="0">
                  <emma:literal>constant</emma:literal>
                </emma:interpretation>
                <emma:interpretation id="interp4" emma:lang="en-US" emma:confidence="0">
                  <emma:literal>Cons-aunt</emma:literal>
                </emma:interpretation>
              </emma:one-of>
            </emma:emma>
          </inkml:annotationXML>
          <inkml:trace contextRef="#ctx0" brushRef="#br0">373 0,'0'0,"-52"0,26 0,0 0,-1 0,1 0,26 26,-26-26,26 26,-26-26,0 52,0-25,26-1,-27 26,1-26,26 27,-26-27,26 26,-26 1,26-1,0 0,0 1,0-27,0 26,0 1,52-27,-52 0,53 0,-53 0,52-26,-26 27,0-27,27 0,-27 0,26-53</inkml:trace>
          <inkml:trace contextRef="#ctx0" brushRef="#br0" timeOffset="360.8451">740 52,'0'0,"-79"0,79 52,-26-52,26 27,0-1,-26-26,26 26,0 0,0 0,0 0,0 1,0-1,0 26,0-26,0 1,0 25,0-26,26 0,-26 27,0-27,0 0,26 26,-26-25,27-1,-27 0,26 0,-26 0,26-26,0 27,0-27,1 0,-1 0,0 0,-26-27,26 27,0-52,-26 26,0 0,26-1,-26-25,0 26,0-27,0 1,0 0,0 26,-52-27,52 1,-26 26,26-27,-52 27,52 0,-27 26,27-26,-26 26,26-26,-26 26</inkml:trace>
          <inkml:trace contextRef="#ctx0" brushRef="#br0" timeOffset="824.6514">1028 78,'0'26,"0"1,52-27,-52 26,27 0,-1 0,-26 0,52 0,-52 27,26-27,1 26,-27 1,26-1,-26 0,26 1,-26-1,26 1,-26-1,0-26,0 0,0 1,0-1,26-26,-26-26,0-27,-52 1,52-1,0 1,-26 0,26-1,-26 1,26 0,0-1,-27 27,27 0,0 0,0-1,0 1,0 0,27 26,-1 0,0 0,0 0,0 0,0 0,1 0,-1 26,0-26,0 53,0-27,1 0,-1 0,0 0,0 27,0-27,-26 0,27 0,-1 0,-26 1,0-1,26-26</inkml:trace>
          <inkml:trace contextRef="#ctx0" brushRef="#br0" timeOffset="1175.8352">1997 52,'-52'-26,"25"26,27 52,-26 1,0-27,26 0,0 0,0 0,-26 0,26 1,0-1,0 0,0 0,26 0,26 1,-25-1,-1-26,0 26,0-26,0 26,0 0,1-26,-1 26,0 1,0-1,-26 0,0 0,26 0,-26 1,0-1,0 0,0 0,0 0,-52 1,26-1,0-26,-27 0,27-53,0 27,0-26,0 26,26-27,-27 27,27-26</inkml:trace>
          <inkml:trace contextRef="#ctx0" brushRef="#br0" timeOffset="1725.3029">2416 471,'0'0,"26"-52,-26 25,26 27,-26-26,26 26,-26-26,27 0,-1 0,0 26,0-27,27 1,-27 0,0 26,0-26,0 26</inkml:trace>
          <inkml:trace contextRef="#ctx0" brushRef="#br0" timeOffset="2856.0519">3306 26,'-52'-26,"26"52,-1-26,27 26,-26-26,26 26,-26-26,26 26,-26-26,0 27,26-1,-26-26,-1 26,27 0,-26 0,26 0,0 1,-26-1,26 0,0 0,0 0,0 27,0-27,0 0,0 0,52 0,-52 1,27-1,-1 0,0-26,0 0,0 0,0-52,1 25,-1-25,-26 26,26 0,-26 0,0-1,26 1,-26 0,0 0,0 0,26-1,-26 1,0 0,0 0,27 0,-1 26,-26 52,0-26,26 0,-26 1,26-1,-26 0,0 0,26 0,-26 1,26-27,-26 26,27-26,-27 26,26-26,-26 26,26-26,0-52,-26-1,0 27,26 0,-26 0,0 0,27-27,-27 27,0 0,26 26,-26-26,26 26,-26 26,0 0,26 0,-26 0,0 1,26-27,1-27,-27 1,0-26,0 26,26 0,0 26,0 0,0 0,0 26,1-26,-1 52,0-26,0 0,0 1,1-1,-27 0,26 0,0 0,0 1,0-27,-26-27,0-25,0 26,27 0,-27-27,0 27,0-26,26 26,-26-27,0 1,0 26,0-27,0 27,0 0,0-27,0 27,0 0,-26 0,26 0,0 0,-53 26,53-27,-26 27,0 0,26 53,0-27,0 0,52 26,-52-25,26 25,-26 0,53 1,-53-1,26 1,0-1,0-26,0 26,-26-25,27-1,-27 0</inkml:trace>
          <inkml:trace contextRef="#ctx0" brushRef="#br0" timeOffset="3027.0645">4144-79,'0'-26,"53"26,-27-26,0 26,0 0,0-27,0 27,1 0,-27-26,26 26,-26-26</inkml:trace>
        </inkml:traceGroup>
        <inkml:traceGroup>
          <inkml:annotationXML>
            <emma:emma xmlns:emma="http://www.w3.org/2003/04/emma" version="1.0">
              <emma:interpretation id="{9F0AA520-C5B2-455B-B86D-1760D31F61CC}" emma:medium="tactile" emma:mode="ink">
                <msink:context xmlns:msink="http://schemas.microsoft.com/ink/2010/main" type="inkWord" rotatedBoundingBox="8048,12454 11417,12333 11450,13260 8081,13381"/>
              </emma:interpretation>
              <emma:one-of disjunction-type="recognition" id="oneOf1">
                <emma:interpretation id="interp5" emma:lang="en-US" emma:confidence="0.5">
                  <emma:literal>variance</emma:literal>
                </emma:interpretation>
                <emma:interpretation id="interp6" emma:lang="en-US" emma:confidence="0">
                  <emma:literal>valiance</emma:literal>
                </emma:interpretation>
                <emma:interpretation id="interp7" emma:lang="en-US" emma:confidence="0">
                  <emma:literal>whine</emma:literal>
                </emma:interpretation>
                <emma:interpretation id="interp8" emma:lang="en-US" emma:confidence="0">
                  <emma:literal>whinge</emma:literal>
                </emma:interpretation>
                <emma:interpretation id="interp9" emma:lang="en-US" emma:confidence="0">
                  <emma:literal>Whine</emma:literal>
                </emma:interpretation>
              </emma:one-of>
            </emma:emma>
          </inkml:annotationXML>
          <inkml:trace contextRef="#ctx0" brushRef="#br0" timeOffset="4090.8435">5192 183,'-27'0,"27"52,53-52,-53 26,0 1,26-27,0 26,-26 0,26-26,0 26,1-26,-1 26,-26 1,26-27,0 26,0-26,1 0,-27 26,26-26,-26-52,26 52,-26-27,0 1,0-26,26 26,-26-27,0 27,0-26,0-1,0 1,0 0,26 25,-26-25,0 26,0 0,0-1,27 1,-27 0,26 26,0 0</inkml:trace>
          <inkml:trace contextRef="#ctx0" brushRef="#br0" timeOffset="4901.946">5820-105,'0'0,"0"26,26 0,-26 0,0 1,0-1,-26 0,26 0,0 0,0 1,0 25,0-26,0 0,0 27,0-1,26-26,-26 27,0-1,26 0,-26-26,0 27,27-27,-27 0,0 0,26 1,0-80,-26 1,0 26,0-27,0 1,26 0,-26-1,0 1,0-1,0 1,0 26,0-26,0 25,0 1,-26 26,0 53,26-27,0 0,0 0,-26-26,26 26,52 0,-26-26,26 27,-25-1,-1-26,0 26,0-26,0 26,1 0,-1-26,0 27,0-27,0 26,1-26,-1 26,0-26,0 0,-26-52,0 25,0 1,0 0,0-26,0 25,0 1,0 0,-26 0,26-26,0 25,-52 1,52 0,0 0,0 52,26 0,-26 0,26-26,-26 53,26-27,0 0,-26 0,26-26,1 26,-1 1,0-27,0 0,0 0,-26-27,27 27,-27-26,0 79,0-27,52 0,-52 0,26 0,-26 1,26-27,-26 26,27 0,-1-26,-26-26</inkml:trace>
          <inkml:trace contextRef="#ctx0" brushRef="#br0" timeOffset="5064.845">6658-158,'-79'0,"53"0,52 0,27 0</inkml:trace>
          <inkml:trace contextRef="#ctx0" brushRef="#br0" timeOffset="5898.1354">7208-53,'-53'0,"27"0,0 0,0 0,26 26,-26-26,26 27,-26 25,26-26,0 0,0 1,0 25,0-26,0 0,0 0,0 1,52 25,-52-26,0 0,0 27,26-53,-26 26,0 0,0 0,26-26,0 0,-26-52,27 0,-27 25,0 1,26-26,-26-1,0 27,0-26,0 26,0 0,0-27,0 27,0 0,0 0,-26 26,26 26,26-26,0 0,-26 26,26 0,0-26,1 26,-1-26,-26 27,26-27,0 26,0-26,1 26,-1 0,0-26,0 26,0-26,0 0,-26-26,0 0,-52 0,52 0,0-1,0 1,-26 26,26-26,0 0,0 0,0 78,26-52,-26 26,26 0,-26 1,26-27,-26-27,27 27,-1 0,-26 27,52-27,-26 0,1 0,-27-53,26 53,-26-52,26 26,-26-1</inkml:trace>
          <inkml:trace contextRef="#ctx0" brushRef="#br0" timeOffset="6345.8909">8020-131,'0'26,"0"0,0 0,-27-26,27 26,0 1,-26-1,26 0,0 0,0 0,-26 1,26 51,0-52,0 0,0 1,0-1,0 0,26 26,27-25,-27-1,26-26,-26 0,1 0,-1 0,-26-26,26 26,0-53,0 53,-26-52,53-53,-53 79,0 0,0 0,0-27,0 27,-27-53,27 53,-26 26,26-26,-26 26,0 52,0 1,26-27,0 26,0 1,0 78,0-105,0 26,52-26,-52 1,26-1,53 0,-53-26,0 0,0 0,1-26,-1 26,26-53,-26 27</inkml:trace>
        </inkml:traceGroup>
      </inkml:traceGroup>
    </inkml:traceGroup>
  </inkml:traceGroup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14.664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0276AEE2-1FD6-4452-AA9E-1EBBF58BDD0D}" emma:medium="tactile" emma:mode="ink">
          <msink:context xmlns:msink="http://schemas.microsoft.com/ink/2010/main" type="inkDrawing" rotatedBoundingBox="5183,12386 5437,13475 5379,13489 5126,12399" semanticType="callout" shapeName="Other">
            <msink:sourceLink direction="with" ref="{DAD36C57-C60D-42D8-B50B-D993B4539862}"/>
          </msink:context>
        </emma:interpretation>
      </emma:emma>
    </inkml:annotationXML>
    <inkml:trace contextRef="#ctx0" brushRef="#br0">2285-262,'0'26,"0"105,0-105,0 26,26 1,-26 25,26-25,-26-1,27 27,-27-27,52 27,-52-27,26 0,-26 1,26-1,-26-26,26 27,-26-27,0 0,0 0,0 0,0 1</inkml:trace>
  </inkml:traceGroup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21.92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22FDCCED-4D49-4EC5-B45A-378C8D2F4A3C}" emma:medium="tactile" emma:mode="ink">
          <msink:context xmlns:msink="http://schemas.microsoft.com/ink/2010/main" type="writingRegion" rotatedBoundingBox="14797,12439 24220,11430 24332,12472 14909,13482"/>
        </emma:interpretation>
      </emma:emma>
    </inkml:annotationXML>
    <inkml:traceGroup>
      <inkml:annotationXML>
        <emma:emma xmlns:emma="http://www.w3.org/2003/04/emma" version="1.0">
          <emma:interpretation id="{CE30CF28-B025-4C75-AC48-0809C893C378}" emma:medium="tactile" emma:mode="ink">
            <msink:context xmlns:msink="http://schemas.microsoft.com/ink/2010/main" type="paragraph" rotatedBoundingBox="14797,12439 24220,11430 24332,12472 14909,134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574ACDD-D3FD-4DC5-8366-FA43E7CD0159}" emma:medium="tactile" emma:mode="ink">
              <msink:context xmlns:msink="http://schemas.microsoft.com/ink/2010/main" type="line" rotatedBoundingBox="14797,12439 24220,11430 24332,12472 14909,13482"/>
            </emma:interpretation>
          </emma:emma>
        </inkml:annotationXML>
        <inkml:traceGroup>
          <inkml:annotationXML>
            <emma:emma xmlns:emma="http://www.w3.org/2003/04/emma" version="1.0">
              <emma:interpretation id="{E548D16B-6626-489C-95FC-AFAF7B98CBF2}" emma:medium="tactile" emma:mode="ink">
                <msink:context xmlns:msink="http://schemas.microsoft.com/ink/2010/main" type="inkWord" rotatedBoundingBox="14804,12502 19191,12032 19296,13011 14909,13482"/>
              </emma:interpretation>
              <emma:one-of disjunction-type="recognition" id="oneOf0">
                <emma:interpretation id="interp0" emma:lang="en-US" emma:confidence="0.5">
                  <emma:literal>variance</emma:literal>
                </emma:interpretation>
                <emma:interpretation id="interp1" emma:lang="en-US" emma:confidence="0.5">
                  <emma:literal>varia are</emma:literal>
                </emma:interpretation>
                <emma:interpretation id="interp2" emma:lang="en-US" emma:confidence="0">
                  <emma:literal>Variance</emma:literal>
                </emma:interpretation>
                <emma:interpretation id="interp3" emma:lang="en-US" emma:confidence="0">
                  <emma:literal>variances</emma:literal>
                </emma:interpretation>
                <emma:interpretation id="interp4" emma:lang="en-US" emma:confidence="0">
                  <emma:literal>valiance</emma:literal>
                </emma:interpretation>
              </emma:one-of>
            </emma:emma>
          </inkml:annotationXML>
          <inkml:trace contextRef="#ctx0" brushRef="#br0">29 184,'-26'0,"26"-27,53 80,-27-27,-26 0,26 0,0 1,0 25,1-26,-1 26,0-25,0 25,0-26,-26 27,26-27,1 0,-27 0,26-26,-26 26,0-78,0 26,0-27,0 1,0 26,0-27,0 1,0 0,-26-27,26 27,0 26,0-27,0 27,0 0,0 0,0-1,0 1,52 26,-26 0,27 0,-27 0</inkml:trace>
          <inkml:trace contextRef="#ctx0" brushRef="#br0" timeOffset="1099.8463">920 210,'0'0,"26"26,-78-26,52-52,-27 52,1 0,0 0,0 0,0 0,-1 0,27 52,-26-52,0 26,0 27,26-27,0 0,0 0,0 0,0 0,0 1,0-1,0 0,26 0,-26 0,26 1,-26-1,53-26,-53 26,26-26,0 26,0-26,0 0,1 0,-1 0,0-26,0 26,-26-52,26 52,-26-53,26 27,-26 0,0 0,27-27,-27 27,0 0,0 0,0 0,0-1,0 1,0 0,-27 26,27 26,0 27,0-27,27-26,-27 26,0 0,26 0,0 0,0 1,0-1,1-26,-1 26,0 0,0-26,-26 26,26-26,1 27,-1-27,0 0,0 0,0-27,0-25,-26 26,0 0,27-1,-27 1,0 0,0 0,0 0,-53 0,27 26,0-27,-26 27,52-26,-27 26,1-26,0 26,26-26,52 26,-25 0,-27-26,52 26,-26-27,0 27,0 0,1 0,-1 0,0 0,0 0,0 0,1 0,-1 27,0-27,0 26,0-26,0 26,1-26,-1 52,-26-25,26-27,0 26,-26 0,26 0,1 0,-27 0,0 1,0-1,26-26,-26 26,0 0,26 0,-26 1,26-27,-26 26,26-26,1 0,-1-53,-26 27,26 26,-26-26,0 0,0 0,0-1,0 1,0 0,0 0,0 0,0 0,-26 26,26-27,0 54,52 25,-26-26,-26 0,26 0,-26 1,27-27,-27 26,52 0,-52 0,26-26,-26 26,26 1,-26-54,0-25,0 26,0-27</inkml:trace>
          <inkml:trace contextRef="#ctx0" brushRef="#br0" timeOffset="1250.9231">2229-78,'-52'26,"25"-26,27 26,-26-26,26 26,0 0,53-26</inkml:trace>
          <inkml:trace contextRef="#ctx0" brushRef="#br0" timeOffset="2656.8602">2779 184,'0'0,"-26"0,0 0,-1 0,27 26,0 0,-26-26,26 52,0-25,0-1,0 0,-26 0,26 0,0 27,0-27,0 0,0 0,0 0,0 1,0-1,0 0,0 0,26 0,-26 0,53-26,-27 0,0-26,0-26,-26 26,26 0,-26-27,26 27,-26-26,27 25,-27-25,0 26,26 0,-26 0,0-1,0 1,0 0,0 52,26-26,-26 26,26-26,-26 27,26-1,-26 0,27 0,-1 0,-26 0,26 1,-26-1,26 0,0 0,1-26,-27 26,26-26,0 0,0 0,-26-26,0 0,0-26,0-1,0 27,0 0,0 0,0 0,0-27,0 27,0 0,0 0,26 78,27-26,-27 0,0-26,-26 27,26-1,0 0,-26 0,27-26,-1 26,-26 0,26 1,-26-1,26 0,0 0,0-26,1-52,-1 26,-26-1,26 1,-26 0,26 0,-26 0,0 0,26-1,-26 1,27 26,-27-26,26 26,0 0,0 0,0 0,-26-26,27 26,-1 0,-26-26,26-1,-26 1,0 0,0 0,0 0,0 52,-26 0,26 0,0 0,0 27,0-27,0 0,0 27,0-27,0 26,0-26,0 0,0 1,0-1,0 0,26-26,0 0,26 0,-25-26,-1 26,0-26,0 26,0-53,1 53,-1-26,0 0,-26 0,26 0,0-27,-26 27,0 0,0 0,0-1,0 1,0 0,0 0,0 0,-26-1,0 27,26 53,-26-1,26-26,0 1,0-1,0 0,0 26,0-25,0-1,0 0,0 0,52 0,-52 0,26-26,-26 27,26-27,1 0,-1 0,0-53,0 53,0-52,1 26,-1 0</inkml:trace>
        </inkml:traceGroup>
        <inkml:traceGroup>
          <inkml:annotationXML>
            <emma:emma xmlns:emma="http://www.w3.org/2003/04/emma" version="1.0">
              <emma:interpretation id="{8AA6F729-9986-46BB-85D2-2E07C2CCE9DF}" emma:medium="tactile" emma:mode="ink">
                <msink:context xmlns:msink="http://schemas.microsoft.com/ink/2010/main" type="inkWord" rotatedBoundingBox="19745,11922 21442,11740 21545,12701 19847,12883"/>
              </emma:interpretation>
              <emma:one-of disjunction-type="recognition" id="oneOf1">
                <emma:interpretation id="interp5" emma:lang="en-US" emma:confidence="0.5">
                  <emma:literal>not</emma:literal>
                </emma:interpretation>
                <emma:interpretation id="interp6" emma:lang="en-US" emma:confidence="0">
                  <emma:literal>note</emma:literal>
                </emma:interpretation>
                <emma:interpretation id="interp7" emma:lang="en-US" emma:confidence="0">
                  <emma:literal>nut</emma:literal>
                </emma:interpretation>
                <emma:interpretation id="interp8" emma:lang="en-US" emma:confidence="0">
                  <emma:literal>net</emma:literal>
                </emma:interpretation>
                <emma:interpretation id="interp9" emma:lang="en-US" emma:confidence="0">
                  <emma:literal>nots</emma:literal>
                </emma:interpretation>
              </emma:one-of>
            </emma:emma>
          </inkml:annotationXML>
          <inkml:trace contextRef="#ctx0" brushRef="#br0" timeOffset="3879.6989">5057 26,'0'0,"-26"-26,0 26,26-26,0 78,0 1,0-27,0 0,26 0,-26 1,0 25,0-26,0 0,0 1,0-1,0 0,0 0,0 0,0-78,0 26,0-27,0 27,0-26,26 26,-26-1,0 1,26 0,-26 0,26 0,-26-1,27 27,-1 0,0 0,0 0,-26 27,26-27,1 26,-1 0,-26 0,26 0,0-26,0 27,0-1,1-26,-1 0,0 26,0-26,0 0,1 0,-1 0,-26-52,26 52,-26-27,26-25,-26 26,0 0,0-1,26 27,-26-26,0 52,0 1,0-1,0 0,0 0,0 0,27 1,-27-1,52-26,-26 26,0-26,0 0,1 0,-1 0,0 0,0 0,0 0,-26-26,0 0,27 26,-27-27,0-25,-53 26,53 0,-26 26,0 0,0 0,-1 0,27-27,27 27,-27-26,52 0,-52 0,26 0,0 0,1-1,-1 1,0 0,-26-26,26 25,-26 1,0-26,26 26,-26-27,0 27,0-26,0 26,-52-1,52-25,0 26,-26 26,26-26,-26 26,26 26,0 26,0 1,26-27,-26 0,26 26,-26-25,52 25,-52-26,26 26,1 1,-1-1,-26 1,26-1,-26 0,26 1,-26-1,0-26,0 27,0-27,0 0,0 0,0 0,-26-26,26-26,-26 26,26-26,0-26,0 25,0-25,0 26,0 0,26 26,-26-27,0 1,52 26,-52-26,27 0,-1 0,0 26,0-26,0-1,1 27,-1-26,0 26,0-26,0 26,0 0,1 0,-1-26,26 26,-26 0,1 0</inkml:trace>
        </inkml:traceGroup>
        <inkml:traceGroup>
          <inkml:annotationXML>
            <emma:emma xmlns:emma="http://www.w3.org/2003/04/emma" version="1.0">
              <emma:interpretation id="{62FC5157-B144-47C9-9231-E84479776956}" emma:medium="tactile" emma:mode="ink">
                <msink:context xmlns:msink="http://schemas.microsoft.com/ink/2010/main" type="inkWord" rotatedBoundingBox="21502,11721 24220,11430 24331,12463 21613,12754"/>
              </emma:interpretation>
              <emma:one-of disjunction-type="recognition" id="oneOf2">
                <emma:interpretation id="interp10" emma:lang="en-US" emma:confidence="0.5">
                  <emma:literal>constant</emma:literal>
                </emma:interpretation>
                <emma:interpretation id="interp11" emma:lang="en-US" emma:confidence="0">
                  <emma:literal>content</emma:literal>
                </emma:interpretation>
                <emma:interpretation id="interp12" emma:lang="en-US" emma:confidence="0">
                  <emma:literal>conlang</emma:literal>
                </emma:interpretation>
                <emma:interpretation id="interp13" emma:lang="en-US" emma:confidence="0">
                  <emma:literal>contend</emma:literal>
                </emma:interpretation>
                <emma:interpretation id="interp14" emma:lang="en-US" emma:confidence="0">
                  <emma:literal>Wonsan</emma:literal>
                </emma:interpretation>
              </emma:one-of>
            </emma:emma>
          </inkml:annotationXML>
          <inkml:trace contextRef="#ctx0" brushRef="#br0" timeOffset="4462.8411">6942-235,'-26'0,"26"52,-26-52,26 26,-26-26,26 26,-26 27,-1-27,27 0,0 0,-26 0,26 1,0-1,0 0,0 0,0 0,0 1,26-1,-26 0,27-26,25 26,0-26,-25 0,-1 0,-26-52,26 52,-26-53,26 27,-26 0,0 0,0-27,26 27,-26 0,0 0,0 0,27 0,-27-1,0 1,0 52,0 1,0-1,26-26,-26 52,26-26,0 0,0-26,-26 27,26-27,1 26,-1-26,0 0,-26-53,26 53,-26-52,0 26,26 0,-26 0,0-27,0 27,0 0,0-27,0 27,0 0,0 0,0 0,-26 0,26-1,-52 27,26 0,-1 0,1 27,0-1,0-26,26 26,-26-26,26 52,0-26,52 1,0-27,1 0,-27 0,26 0</inkml:trace>
          <inkml:trace contextRef="#ctx0" brushRef="#br0" timeOffset="4970.3399">7623-314,'105'-26,"-210"52,236-52,-131 52,0 26,0-25,0-1,0 0,0 0,0 0,0 1,0-1,0 0,0 0,0 0,-26-26,26 26,-26-26,0 0,-1 0,27-52,-26 26,26-26,0 25,0 1,0 0,0 0,0 0,53 26,-53-27,0 1,52 26,-26-26,0 26,1 0,-1 0,0 0,0 52,0-52,-26 27,26-27,-26 26,27-26,-1 0,0 26,0 0,0-26,-26-52,0-1,0 1,0 26,0-26,27 25,-27 1,0-26,0 26,0-1,26 27,-26-26,26 26,0 0,0 0,-26 53,27-53,-27 26,26 0,-26 26,0-25,26-1,-26 0,0 0,0 0,0 27,0-27,0 0,0 0,0 0,-26-26</inkml:trace>
          <inkml:trace contextRef="#ctx0" brushRef="#br0" timeOffset="6250.9195">8304-890,'0'-26,"26"26,-26 52,26-52,-26 26,27-26,-27 53,26-27,-26 0,26 26,-26-25,0-1,0 0,26 0,-26 0,0 1,0 25,0-26,26 0,-26 1,0-1,27 0,-27 0,0 0,0 0,0 1,26-27,-26 26,0-52,0-1,0-25,26 52,-26-26,26 26,-26-26,26 0,27-1,-27 1,0 26,-26-26,26 26,-26-26,0 0,0-1,0 1,0 0,-26 0,0 26,26 52,0 1,0-27,-26 26,26-26,0 27,0-27,-27 26,27-26,0 1,0-1,0 0,0 0,27-26,-1-26,0-26,0 25,-26 1,26 0,-26 0,0 0,27 26,-27-26,0-1,26 27,0 0,0 27,0-27,-26 26,27-26,-27 26,26-26,-26 26,26-26,-26 26,26-26,-26-26,0-26,26 26,-26-1,0 1,0 0,0 0,0 0,26 26,-26 52,0-26,27 0,-27 1,26-1,-26 0,0 0,26 0,-26 0,26 1,-26-54,26-25,-26 0,27 26,-27-1,26 1,0 26,0 0,-26 26,0-52,26 0,-26-26,26 25,-26 1,0 0,0 0,-26 26,26-26,-26-1,0 1,26 0,0 0,-26 0,26 0,-26 26,26-27,0 80,0-27,0 26,52-26,-52 27,26-1,-26 1,26-1,0 0,1 1,-1-1,0 0,-26 1,26-1,-26-26,26 1,-26-1,27 0,-27 0,0 0</inkml:trace>
        </inkml:traceGroup>
      </inkml:traceGroup>
    </inkml:traceGroup>
  </inkml:traceGroup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31.388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6F58FBAB-EC78-4011-AF72-878B48BC2A27}" emma:medium="tactile" emma:mode="ink">
          <msink:context xmlns:msink="http://schemas.microsoft.com/ink/2010/main" type="inkDrawing" rotatedBoundingBox="19446,5455 20590,6176 20514,6296 19370,5576" semanticType="callout" shapeName="Other">
            <msink:sourceLink direction="with" ref="{98C1934E-9703-41F3-95F1-94A953A78F30}"/>
            <msink:sourceLink direction="with" ref="{B4F98D53-67FC-4A03-B5F5-5E6770CB42D4}"/>
          </msink:context>
        </emma:interpretation>
      </emma:emma>
    </inkml:annotationXML>
    <inkml:trace contextRef="#ctx0" brushRef="#br0">52 52,'0'-26,"-26"0,0 26,26 26,52-26,-26 26,0 1,1-27,-1 26,0 0,26 0,-25 0,25 1,0 25,1-26,-1 27,0-1,27-26,-27 26,1-25,-1 25,0-26,1 0,-1 1,-26-1,27-26,-27 26,0-26,0 0,1 0,-27 26,26-26,0 0,-26-52,0 26</inkml:trace>
  </inkml:traceGroup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31.05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FCE5F0E6-ADAF-4743-BA83-479D29F42C66}" emma:medium="tactile" emma:mode="ink">
          <msink:context xmlns:msink="http://schemas.microsoft.com/ink/2010/main" type="inkDrawing" rotatedBoundingBox="19444,6345 19941,5323 19988,5346 19491,6368" semanticType="callout" shapeName="Other">
            <msink:sourceLink direction="with" ref="{98C1934E-9703-41F3-95F1-94A953A78F30}"/>
            <msink:sourceLink direction="with" ref="{B4F98D53-67FC-4A03-B5F5-5E6770CB42D4}"/>
          </msink:context>
        </emma:interpretation>
      </emma:emma>
    </inkml:annotationXML>
    <inkml:trace contextRef="#ctx0" brushRef="#br0">480 28,'26'-26,"-52"26,26 52,-27-52,1 53,26-27,-26 0,0 0,26 0,-26 27,0-1,-1 0,-25 27,26-27,0 27,-1-27,1 1,0 25,0-25,0-27,-1 26,27-26,-26 1,26 25,0-26,0-52,26 26,-26-79</inkml:trace>
  </inkml:traceGroup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02.97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5174AE49-E28B-46A1-9278-E9ABCF21E902}" emma:medium="tactile" emma:mode="ink">
          <msink:context xmlns:msink="http://schemas.microsoft.com/ink/2010/main" type="writingRegion" rotatedBoundingBox="17407,9001 19160,7630 19213,7698 17461,9069"/>
        </emma:interpretation>
      </emma:emma>
    </inkml:annotationXML>
    <inkml:traceGroup>
      <inkml:annotationXML>
        <emma:emma xmlns:emma="http://www.w3.org/2003/04/emma" version="1.0">
          <emma:interpretation id="{9D55466C-CC7B-454C-BD23-2998FA5B271F}" emma:medium="tactile" emma:mode="ink">
            <msink:context xmlns:msink="http://schemas.microsoft.com/ink/2010/main" type="paragraph" rotatedBoundingBox="17407,9001 19160,7630 19213,7698 17461,90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6325C0E-1F20-4012-9F86-503FBAF19AFF}" emma:medium="tactile" emma:mode="ink">
              <msink:context xmlns:msink="http://schemas.microsoft.com/ink/2010/main" type="line" rotatedBoundingBox="17407,9001 19160,7630 19213,7698 17461,9069"/>
            </emma:interpretation>
          </emma:emma>
        </inkml:annotationXML>
        <inkml:traceGroup>
          <inkml:annotationXML>
            <emma:emma xmlns:emma="http://www.w3.org/2003/04/emma" version="1.0">
              <emma:interpretation id="{2D6050D8-8FBE-44B9-A7B3-110BA9318FC2}" emma:medium="tactile" emma:mode="ink">
                <msink:context xmlns:msink="http://schemas.microsoft.com/ink/2010/main" type="inkWord" rotatedBoundingBox="17413,9008 17593,8866 17637,8922 17456,9063"/>
              </emma:interpretation>
              <emma:one-of disjunction-type="recognition" id="oneOf0">
                <emma:interpretation id="interp0" emma:lang="en-US" emma:confidence="0.5">
                  <emma:literal>-</emma:literal>
                </emma:interpretation>
                <emma:interpretation id="interp1" emma:lang="en-US" emma:confidence="0">
                  <emma:literal>.</emma:literal>
                </emma:interpretation>
                <emma:interpretation id="interp2" emma:lang="en-US" emma:confidence="0">
                  <emma:literal>_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~</emma:literal>
                </emma:interpretation>
              </emma:one-of>
            </emma:emma>
          </inkml:annotationXML>
          <inkml:trace contextRef="#ctx0" brushRef="#br0">1257-967,'26'0,"0"0,0 0,0-26,1 26,-1-27,0 27,0-52</inkml:trace>
        </inkml:traceGroup>
        <inkml:traceGroup>
          <inkml:annotationXML>
            <emma:emma xmlns:emma="http://www.w3.org/2003/04/emma" version="1.0">
              <emma:interpretation id="{AB41471C-0148-4FF4-B01A-3B310DCDBA8E}" emma:medium="tactile" emma:mode="ink">
                <msink:context xmlns:msink="http://schemas.microsoft.com/ink/2010/main" type="inkWord" rotatedBoundingBox="18235,8353 18306,8298 18347,8350 18277,8406"/>
              </emma:interpretation>
              <emma:one-of disjunction-type="recognition" id="oneOf1">
                <emma:interpretation id="interp5" emma:lang="en-US" emma:confidence="0.5">
                  <emma:literal>.</emma:literal>
                </emma:interpretation>
                <emma:interpretation id="interp6" emma:lang="en-US" emma:confidence="0">
                  <emma:literal>&amp;</emma:literal>
                </emma:interpretation>
                <emma:interpretation id="interp7" emma:lang="en-US" emma:confidence="0">
                  <emma:literal>$</emma:literal>
                </emma:interpretation>
                <emma:interpretation id="interp8" emma:lang="en-US" emma:confidence="0">
                  <emma:literal>:</emma:literal>
                </emma:interpretation>
                <emma:interpretation id="interp9" emma:lang="en-US" emma:confidence="0">
                  <emma:literal>8</emma:literal>
                </emma:interpretation>
              </emma:one-of>
            </emma:emma>
          </inkml:annotationXML>
          <inkml:trace contextRef="#ctx0" brushRef="#br0" timeOffset="168.2471">2147-1674,'-26'26,"52"-52,-52 104,26-51,26-80,-26 27,26 26</inkml:trace>
        </inkml:traceGroup>
        <inkml:traceGroup>
          <inkml:annotationXML>
            <emma:emma xmlns:emma="http://www.w3.org/2003/04/emma" version="1.0">
              <emma:interpretation id="{62DCD42C-A3D9-4479-AAD7-33B7F7B81561}" emma:medium="tactile" emma:mode="ink">
                <msink:context xmlns:msink="http://schemas.microsoft.com/ink/2010/main" type="inkWord" rotatedBoundingBox="18840,7917 18949,7818 18988,7860 18879,7960"/>
              </emma:interpretation>
              <emma:one-of disjunction-type="recognition" id="oneOf2">
                <emma:interpretation id="interp10" emma:lang="en-US" emma:confidence="0.5">
                  <emma:literal>.</emma:literal>
                </emma:interpretation>
                <emma:interpretation id="interp11" emma:lang="en-US" emma:confidence="0">
                  <emma:literal>-</emma:literal>
                </emma:interpretation>
                <emma:interpretation id="interp12" emma:lang="en-US" emma:confidence="0">
                  <emma:literal>^</emma:literal>
                </emma:interpretation>
                <emma:interpretation id="interp13" emma:lang="en-US" emma:confidence="0">
                  <emma:literal>,</emma:literal>
                </emma:interpretation>
                <emma:interpretation id="interp14" emma:lang="en-US" emma:confidence="0">
                  <emma:literal>~</emma:literal>
                </emma:interpretation>
              </emma:one-of>
            </emma:emma>
          </inkml:annotationXML>
          <inkml:trace contextRef="#ctx0" brushRef="#br0" timeOffset="418.2662">2723-2015,'0'-26,"0"-26,52 52,-25-26,-1 26</inkml:trace>
        </inkml:traceGroup>
        <inkml:traceGroup>
          <inkml:annotationXML>
            <emma:emma xmlns:emma="http://www.w3.org/2003/04/emma" version="1.0">
              <emma:interpretation id="{811CF417-5343-49FD-AAEF-4218D815DC04}" emma:medium="tactile" emma:mode="ink">
                <msink:context xmlns:msink="http://schemas.microsoft.com/ink/2010/main" type="inkWord" rotatedBoundingBox="19088,7699 19193,7672 19196,7686 19091,7713"/>
              </emma:interpretation>
              <emma:one-of disjunction-type="recognition" id="oneOf3">
                <emma:interpretation id="interp15" emma:lang="en-US" emma:confidence="0.5">
                  <emma:literal>.</emma:literal>
                </emma:interpretation>
                <emma:interpretation id="interp16" emma:lang="en-US" emma:confidence="0">
                  <emma:literal>-</emma:literal>
                </emma:interpretation>
                <emma:interpretation id="interp17" emma:lang="en-US" emma:confidence="0">
                  <emma:literal>,</emma:literal>
                </emma:interpretation>
                <emma:interpretation id="interp18" emma:lang="en-US" emma:confidence="0">
                  <emma:literal>`</emma:literal>
                </emma:interpretation>
                <emma:interpretation id="interp19" emma:lang="en-US" emma:confidence="0">
                  <emma:literal>\</emma:literal>
                </emma:interpretation>
              </emma:one-of>
            </emma:emma>
          </inkml:annotationXML>
          <inkml:trace contextRef="#ctx0" brushRef="#br0" timeOffset="543.3135">2932-2276,'0'0,"105"-27</inkml:trace>
        </inkml:traceGroup>
      </inkml:traceGroup>
    </inkml:traceGroup>
  </inkml:traceGroup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3T04:59:32.655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B29DB824-F162-4BE8-9E9F-5446AFCFA474}" emma:medium="tactile" emma:mode="ink">
          <msink:context xmlns:msink="http://schemas.microsoft.com/ink/2010/main" type="inkDrawing" rotatedBoundingBox="7774,6943 8838,5858 9181,6194 8117,7279" semanticType="callout" shapeName="Other">
            <msink:sourceLink direction="to" ref="{A3B722D8-71CB-44B0-AFF9-3EF71083A699}"/>
            <msink:sourceLink direction="from" ref="{A3B722D8-71CB-44B0-AFF9-3EF71083A699}"/>
          </msink:context>
        </emma:interpretation>
      </emma:emma>
    </inkml:annotationXML>
    <inkml:trace contextRef="#ctx0" brushRef="#br0">1 733,'0'26,"27"-26,-27 26,0 1,-27-27,27 26,0 0,0 0,0 0,0 1,0-1,0 0,53 0,-53 0,0 0,26-26,-26 27,26-1,-26 0,26-26,1 26,-1-26,0 0,0 0,0-52,0 26,27-27,-27 1,26 0,-25-53,25 26,27-26,-27 27,0-27,1 27,-1-1,0 1,1 25,-1 1,-26 26,0-1,1 1,-1 0,0 0,0 26</inkml:trace>
  </inkml:traceGroup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26:10.775"/>
    </inkml:context>
    <inkml:brush xml:id="br0">
      <inkml:brushProperty name="width" value="0.05833" units="cm"/>
      <inkml:brushProperty name="height" value="0.05833" units="cm"/>
      <inkml:brushProperty name="fitToCurve" value="1"/>
    </inkml:brush>
    <inkml:brush xml:id="br1">
      <inkml:brushProperty name="width" value="0.11667" units="cm"/>
      <inkml:brushProperty name="height" value="0.11667" units="cm"/>
      <inkml:brushProperty name="fitToCurve" value="1"/>
    </inkml:brush>
    <inkml:brush xml:id="br2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E7C9791-70EB-4BAC-9882-80C51ADAB171}" emma:medium="tactile" emma:mode="ink">
          <msink:context xmlns:msink="http://schemas.microsoft.com/ink/2010/main" type="writingRegion" rotatedBoundingBox="1634,1432 24174,991 24516,18502 1977,18942"/>
        </emma:interpretation>
      </emma:emma>
    </inkml:annotationXML>
    <inkml:traceGroup>
      <inkml:annotationXML>
        <emma:emma xmlns:emma="http://www.w3.org/2003/04/emma" version="1.0">
          <emma:interpretation id="{A32A916C-6D68-4EDF-B9FB-E37820C5C4AE}" emma:medium="tactile" emma:mode="ink">
            <msink:context xmlns:msink="http://schemas.microsoft.com/ink/2010/main" type="paragraph" rotatedBoundingBox="3090,1334 18207,1226 18219,2920 3103,302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EC366F2-2282-4200-90CC-4767D4110F87}" emma:medium="tactile" emma:mode="ink">
              <msink:context xmlns:msink="http://schemas.microsoft.com/ink/2010/main" type="line" rotatedBoundingBox="3090,1334 18207,1226 18219,2920 3103,3028"/>
            </emma:interpretation>
          </emma:emma>
        </inkml:annotationXML>
        <inkml:traceGroup>
          <inkml:annotationXML>
            <emma:emma xmlns:emma="http://www.w3.org/2003/04/emma" version="1.0">
              <emma:interpretation id="{A0A760E4-5219-4290-8E85-7EE88D3B2937}" emma:medium="tactile" emma:mode="ink">
                <msink:context xmlns:msink="http://schemas.microsoft.com/ink/2010/main" type="inkWord" rotatedBoundingBox="3091,1425 7233,1396 7244,2860 3102,2890"/>
              </emma:interpretation>
              <emma:one-of disjunction-type="recognition" id="oneOf0">
                <emma:interpretation id="interp0" emma:lang="en-US" emma:confidence="0.5">
                  <emma:literal>Simple</emma:literal>
                </emma:interpretation>
                <emma:interpretation id="interp1" emma:lang="en-US" emma:confidence="0.5">
                  <emma:literal>Skimp be</emma:literal>
                </emma:interpretation>
                <emma:interpretation id="interp2" emma:lang="en-US" emma:confidence="0">
                  <emma:literal>skimp be</emma:literal>
                </emma:interpretation>
                <emma:interpretation id="interp3" emma:lang="en-US" emma:confidence="0">
                  <emma:literal>Skimp he</emma:literal>
                </emma:interpretation>
                <emma:interpretation id="interp4" emma:lang="en-US" emma:confidence="0">
                  <emma:literal>simple</emma:literal>
                </emma:interpretation>
              </emma:one-of>
            </emma:emma>
          </inkml:annotationXML>
          <inkml:trace contextRef="#ctx0" brushRef="#br0">993 194,'26'0,"-26"-26,25 26,-25-25,0-1,0 1,0 0,-25 25,25-26,-26 26,26-25,-25 25,-1 0,1 0,0 0,-1 0,-25 0,26 0,-26 0,0 0,26 0,-26 0,26 0,-26 0,26 0,-1 25,1-25,-1 0,1 26,0-26,25 25,-26-25,26 25,-25 1,25-1,-26 1,1-1,25 0,-25-25,25 26,-26-1,26 1,0-1,0 0,0 1,26-26,-26 25,50-25,1 26,-25-26,-1 0,0 25,1-25,-1 0,1 0,-1 25,0-25,1 26,-1-26,1 25,-1-25,0 26,1-1,-1-25,-25 25,26-25,-26 26,25-1,-25 1,25-1,-25 0,0 1,0-1,0 1,0-1,-50 0,24 1,-25-1,1 1,-1-1,0 0,-25-25,0 26,25-1,0-25,0 26,0-26,26 0,0 0,-1 0,1 0,-1 0,1 0,25-26,-25 26,25-25,0-1,50 1,-24 0,-1-1,1 1,-26-1,25 26,0-25</inkml:trace>
          <inkml:trace contextRef="#ctx0" brushRef="#br0" timeOffset="2319.1432">1069 981,'-25'0,"50"0,-25-25,26 25,-26-26,0 1,0-1,25 26,-25-25,0 0,26-1,-26 1,25 25,-25-26,25 1,-25 0,26-1,-1 1,1-1,-26 1,25 25,0 0,-25-25,26 25,-1-26,1 1,-26-1,-26 52,1-1,-1 1,26-1,-25 0,25 1,0-1,0 1,0-1,-25 0,25 26,0-25,0-1,0 0,0 1,0-1,50 1,-50-1,26-25,-1 0,1 0,-1-25,0-26,1 51,-1-26,1 1,-1 25,0-25,1-1,-1 1,1 25,-1-26,-25 1,25 25,-25-25,26 25,-26-26,0 1,0-1,25 26,-25-25,0 0,26 25,-26 25,0 0,0 1,0-1,-26-25,26 26,0-1,0 0,0 1,-25-1,25 1,0-1,0 0,0-50,0-26,0 26,25 25,-25-26,0 1,26 25,-26-25,25-1,-25 1,51 25,-51-26,25 26,1-25,-1 0,0 25,1-26,-1 26,1 0,-1-25,0 25,1 0,-1 0,1 0,-26 25,0 1,0-1,0 0,0 1,0-1,-26-25,26 26,0-1,0 0,-25 1,25-1,-26-25,26 26,-25-1,25 0,-25 1,25-1,-26 1,26-1,0-76,0 26,26 25,-26-51,0 26,25-1,-25 1,25-1,-25 1,51 25,-51-25,26 25,-26-26,25 26,0 0,1 0,-1 0,1 0,-1 0,0 0,1 0,-1 0,1 0,-1 0,0 0,1 0,-1 0,1 0,-1 0,-25 26,25-1,-25 0,0 1,0-1,26 1,-26-1,25-25,-25 25,26-25,-1 0,0 0,-25-50,26 50,-26-26,25 26,-25-25,26-1,-26 1,25 0,-25-1,0 1,25-1,-25 1,26 0,-26-1,25 1,1-1,-1 1,-25 0,25-1,1 1,-1-1,1 26,-26-25,25 0,-25-1,25 1,-25-1,-25 26,0 0,-1 26,1-1,-1 26,1-26,25 1,-25-1,-1 1,26 24,-25-24,25-1,-26 1,26-1,0 26,0-26,0 1,0-1,0 26,0-26,0 26,0-26,0 1,0 25,0-26,26 0,-26 26,0-25,0 24,0-24,0 25,0-26,0 26,0-26,0 1,0-1,0 0,0 1,0-1,0 1,0-52,0 1,0-26,0 0,0 26,25-26,-25 26,0-26,0 0,26 0,-26-25,25 25,-25 0,25 1,-25-1,26 0,-1 0,1 26,-26-1,25 26,0-25,1 25,-1 0,1 0,-1 0,0 0,-25 25,0 26,0-25,-50-1,50 26,-26-26,1 1,25-1,-51 0,26 1,-1-26,1 0</inkml:trace>
          <inkml:trace contextRef="#ctx0" brushRef="#br0" timeOffset="3091.0132">3254 803,'101'0,"-75"0,-1-25,1-1,-1 26,-25-25,0 0,25-1,-25 1,0-1,26 26,-26-25,0 0,25-1,-25 1,0-1,0-24,26 24,-26 1,0-1,0-24,25 24,-25 1,0-1,0 1,0 0,25 25,-25-26,-25 26,25 26,-25-1,25 0,-26 1,26-1,0 1,0-1,-25 0,25 1,0-1,0 26,0-26,0 1,0 25,0-26,0 0,0 26,0-25,0-1,51 0,-51 1,0-1,25 1,-25-1,25-25,1 0,-1 0,1 0,-26-51,25 51,0-51,1 26,-26 0,25-1,-25 1,26 25,-26-26,0 1,0 0,25 25,-25-26,0 1,0-1,0 1,0 0,-25 25,25 50,0-24,-26-1,26 26,0-26,0 1,0-1,0 1,0-1,51 0,-26 1,26-26,-25 0,-1 0,26 0,-26 0,1 0,-1 0,0-26,1-24</inkml:trace>
          <inkml:trace contextRef="#ctx0" brushRef="#br0" timeOffset="3821.7693">1476 270,'0'-26,"25"26,-25 26,0-1,26-25</inkml:trace>
        </inkml:traceGroup>
        <inkml:traceGroup>
          <inkml:annotationXML>
            <emma:emma xmlns:emma="http://www.w3.org/2003/04/emma" version="1.0">
              <emma:interpretation id="{77F3685B-F17D-4A2B-8C08-CF0515C1543E}" emma:medium="tactile" emma:mode="ink">
                <msink:context xmlns:msink="http://schemas.microsoft.com/ink/2010/main" type="inkWord" rotatedBoundingBox="8274,1297 12059,1270 12066,2176 8280,2203"/>
              </emma:interpretation>
              <emma:one-of disjunction-type="recognition" id="oneOf1">
                <emma:interpretation id="interp5" emma:lang="en-US" emma:confidence="0.5">
                  <emma:literal>linear</emma:literal>
                </emma:interpretation>
                <emma:interpretation id="interp6" emma:lang="en-US" emma:confidence="0">
                  <emma:literal>Linear</emma:literal>
                </emma:interpretation>
                <emma:interpretation id="interp7" emma:lang="en-US" emma:confidence="0">
                  <emma:literal>Vincor</emma:literal>
                </emma:interpretation>
                <emma:interpretation id="interp8" emma:lang="en-US" emma:confidence="0">
                  <emma:literal>Minor</emma:literal>
                </emma:interpretation>
                <emma:interpretation id="interp9" emma:lang="en-US" emma:confidence="0">
                  <emma:literal>lienor</emma:literal>
                </emma:interpretation>
              </emma:one-of>
            </emma:emma>
          </inkml:annotationXML>
          <inkml:trace contextRef="#ctx0" brushRef="#br0" timeOffset="6241.7165">5184 727,'51'-51,"-26"26,1-1,-1 1,1 0,-1-1,-25 1,25-1,1 1,-26 0,25-1,1 1,-1-26,0 26,-25-26,26 25,-26-24,25 24,-25-25,0 26,0-26,0 26,0-1,0 1,0 0,0-1,0 1,0 50,-25-25,25 26,0-1,-26 26,1-26,25 1,-25-1,25 0,-26-25,26 51,0-25,-25-1,25 0,0 26,-26 0,26-26,0 26,0 0,0-26,0 26,0-25,51-1,-51 0,0 1,26-1,-26 1,25-1,0 0,1-25,-26 26,25-26,1 0,-1 0,0 0,1-51,-1 26,1 25,-1-51,0 25,1 1,-26 0,25 25,1-26,-1 1,-25-1,0 1,0 0,0-1,-25 26,25 26,0-1,0 0,0 1,0-1,25-25,-25 26,0-1,0 0,25 1,1-1,-26 1,25-26,1 0,-1 0,0 0,-25-26,26 26,-1-25,1-26,-1 51,-25-25,25-1,-25 1,26-1,-26 1,25 0,-25-1,0 52,0-1,0 0,26 1,-26-1,0 1,0-1,-51-25,51 25,-26-25,1 26,25-1,25-25,1-25,25 25,-26-51,0 51,1-25,-1 25,1-51,-1 25,0 26,1-25,-1 0,1 25,-1-26,0 26,1-25,-1 25,1 0,-1 0,-25 25,25 1,-25-1,0 0,26 1,-26-1,0 1,0-1,0 0,0 1,25-26,-25 25,26 1,-26-1,25-25,0 25,1-25,-1 0,1 0,-1-50,0 50,1-26,-1 26,1-51,-26 26,25 0,-25-1</inkml:trace>
          <inkml:trace contextRef="#ctx0" brushRef="#br0" timeOffset="6457.9284">6276 219,'-25'0,"0"0,75 0,-24 0</inkml:trace>
          <inkml:trace contextRef="#ctx0" brushRef="#br0" timeOffset="8329.2955">7470 549,'-25'0,"25"-25,0-1,0 1,0 0,25 25,26-26,-26 1,-25-1,26 26,-26-25,25 0,-25-1,-51 26,26 0,0 0,-1 0,1 26,-1-26,1 25,0-25,-26 25,25-25,1 51,0-51,25 26,-26-26,1 25,25 0,0 1,25-1,1 1,-26-1,50-25,-24 25,-1 1,1-26,-1 0,0 25,1-25,-1 0,1 0,-1 0,26 0,-26-51,1 51,24-25,-24 25,-1-25,1 25,-1-26,26 26,-26-51,1 51,-1-25,0 25,-25-25,26-1,-26 1,0-1,0 1,25 0,-50 25,25 25,25-25,-25 25,26-25,-26 26,0-1,-26-25,1 0,-1-25,1 25,0 0,-1 0,1 0,25 25,-26-25,26 26,-25-26,25 25,-25 0,25 1,0-1,0 1,-26-26,26 25,0 0,0 1,0-1,0 1,0-1,51-25,-51 25,25 1,1-26,-1 0,1 0,-1-51,0 26,-25-1,26 26,-26-51,0 26,25 25,-25-25,0-1,26 26,-26-25,0-1,25 26,-25-25,25 25,1 0,-26-25,0 75,-26-50,26 26,0-1,0 1,0-1,-25-25,25 25,0 1,0-1,25 1,-25-1,51-25,-25 0,-1 0,26 0,-26 0,1-25,-1-1,0 26,-25-25,26 25,-26-51,25 26,-25-1,0 1,0-1,0 1,0 0,0-1,-25 26,-1 0,1 0,25 26,25-26,26 0,-25 0,-1 0,0 0,1 0,-1 0,1 0,-1 0,0 0,-25 25,26-25,-1 0,-25 25,0 1,0-1,0 1,0-1,51 0,-51 1,25-26,1 25,-1-25,1 0,-1 0,0 0,1 0,-1-25,1 25,-1-51,0 51,1-25</inkml:trace>
        </inkml:traceGroup>
        <inkml:traceGroup>
          <inkml:annotationXML>
            <emma:emma xmlns:emma="http://www.w3.org/2003/04/emma" version="1.0">
              <emma:interpretation id="{B8E5D0D7-B61F-4F8B-B9AB-A46423BB15FB}" emma:medium="tactile" emma:mode="ink">
                <msink:context xmlns:msink="http://schemas.microsoft.com/ink/2010/main" type="inkWord" rotatedBoundingBox="12825,1273 13683,1267 13690,2234 12831,2240"/>
              </emma:interpretation>
              <emma:one-of disjunction-type="recognition" id="oneOf2">
                <emma:interpretation id="interp10" emma:lang="en-US" emma:confidence="0.5">
                  <emma:literal>M</emma:literal>
                </emma:interpretation>
                <emma:interpretation id="interp11" emma:lang="en-US" emma:confidence="0">
                  <emma:literal>R</emma:literal>
                </emma:interpretation>
                <emma:interpretation id="interp12" emma:lang="en-US" emma:confidence="0">
                  <emma:literal>m</emma:literal>
                </emma:interpretation>
                <emma:interpretation id="interp13" emma:lang="en-US" emma:confidence="0">
                  <emma:literal>B</emma:literal>
                </emma:interpretation>
                <emma:interpretation id="interp14" emma:lang="en-US" emma:confidence="0">
                  <emma:literal>K</emma:literal>
                </emma:interpretation>
              </emma:one-of>
            </emma:emma>
          </inkml:annotationXML>
          <inkml:trace contextRef="#ctx0" brushRef="#br0" timeOffset="9601.176">9782 143,'-51'-76,"51"101,0 0,0 1,25-1,-25 26,0-26,0 1,26-1,-26 26,0-26,0 1,25 25,-25-26,0 26,25-26,-25 1,0-1,0 0,0 1,0-1,26-25,-26 26,0-52,-26-25,26 26,-50 0,50-1,0-25,-26 26,26-26,0 26,0-26,0 0,0 0,51 26,-51-26,51 26,-26-26,1 26,-1-1,26 1,0-1,-1 1,-24 25,25-25,-1 25,-24-26,25 26,-26-25,0 25,1 0,-1-26,1 26,-1 0,-25 51,-25-25,25 24,-51-24,0-1,26 26,-26 0,25-26,-24 1,24 24,1-24,-1-1,1 1,0-26,25 25,-26 0,26 1,26-26,-1 0,26-51,-26 51,1-25,-1 25,0 0,1 0,-1 0,1 0,-1 0,0 0,1 0,-1 0,1 0,-1 25,0-25,-25 25,26-25,-26 51,0-25,0-1,0 0,0 1,0-1,-51 1,51-1,0 0,-25 1,25 25,0-26,0 0,0 1,0-1,0 1,50-26,1 0,-25 0,-1-51,0 51</inkml:trace>
        </inkml:traceGroup>
        <inkml:traceGroup>
          <inkml:annotationXML>
            <emma:emma xmlns:emma="http://www.w3.org/2003/04/emma" version="1.0">
              <emma:interpretation id="{349FA3B5-D56F-4916-9EB0-0F77C2EC996C}" emma:medium="tactile" emma:mode="ink">
                <msink:context xmlns:msink="http://schemas.microsoft.com/ink/2010/main" type="inkWord" rotatedBoundingBox="14043,1720 18210,1690 18219,2920 14052,2950"/>
              </emma:interpretation>
              <emma:one-of disjunction-type="recognition" id="oneOf3">
                <emma:interpretation id="interp15" emma:lang="en-US" emma:confidence="0.5">
                  <emma:literal>egression</emma:literal>
                </emma:interpretation>
                <emma:interpretation id="interp16" emma:lang="en-US" emma:confidence="0">
                  <emma:literal>fusion</emma:literal>
                </emma:interpretation>
                <emma:interpretation id="interp17" emma:lang="en-US" emma:confidence="0">
                  <emma:literal>grunion</emma:literal>
                </emma:interpretation>
                <emma:interpretation id="interp18" emma:lang="en-US" emma:confidence="0">
                  <emma:literal>elusion</emma:literal>
                </emma:interpretation>
                <emma:interpretation id="interp19" emma:lang="en-US" emma:confidence="0">
                  <emma:literal>gaussian</emma:literal>
                </emma:interpretation>
              </emma:one-of>
            </emma:emma>
          </inkml:annotationXML>
          <inkml:trace contextRef="#ctx0" brushRef="#br0" timeOffset="12136.9204">11052 549,'0'0,"0"51,25-51,-25-25,25 25,-25-26,26 26,-26-25,25 25,-25-26,26 26,-26-25,0 0,0-1,0 1,-26 25,1 0,-1 0,1 0,0 0,-1 0,26 25,-25-25,25 26,-26-26,26 25,-25-25,25 25,0 1,0-1,0 1,0-1,0 0,0 1,0-1,25-25,-25 26,51-1,-25-25,-1 0,0 0,1 0,25 0,-26 0,0 0,1 0,-1 0,26-25,-26 25,1-26,-1 26,1-25,-1 25,0-26,1 26,-1-25,1 0,-1 25,0-26,1 1,-26-1,0 1,-51 25,51-25,-25-1,-26 1,25 25,26 25,0 1,0-1,0 0,0 1,0-1,0 1,0-1,0 0,0 1,51-1,-51 26,0-26,26 26,-26-25,25 24,-25-24,25 25,1-1,-26-24,25 25,-25-26,0 0,0 26,0-25,0-1,0 0,0 1,0-1,0 1,0-1,0 0,-25 1,25-1,-26 1,26-1,-25-25,25 25,-25-25,-1 26,1-26,-1 0,1 0,25-26,-25 1,25 0,0-1,0 1,0-1,0 1,0 0,50-26,-50 25,0 1,26 0,-26-26,51 25,-51 1,50 0,-24-26,-1 25,26-24,0 24,0 1,-1-26,-24 26,25-26,-26 25,26-24,-26 24,-25 1,26-26,-26 26,0-26,0 25,0 1,0 0,0-1,-51 1,51-1,0 1,-26 25,1 0,25 25,0 1,25-26,1 0,-26 25,25-25,1 0,-26 26,25-26,-25 25,0 0,0 1,25-1,-25 1,0-1,0 0,26-25,-26 26,0-1,25-25,-25 26,26-1,-1-25,-25 25,25-25,1 0,-1 0,1 0,24 0,-24-25,-1 25,26-51,-26 51,26-25,-25 25,-1-26,0 26,1-50,-1 50,-25-26,26 1,-26-1,0 1,0 0,0-1,0 1,0-1,-26 26,26 26,0-1,0 1,0-1,0 0,26 1,-26-1,0 1,0-1,25-25,-25 25,0 1,0-1,25 1,-25-1,0 0,26-25,-26 26,25-26,1 0,-1 0,0-51,1 51,-1-51,1 51,-1-25,0 25,1-51,-1 26,1-1,-1 1,-25-1,25 1,-25 0,0-1,0 1,26-1,-1 52,-25-1,26-25,-26 26,25-26,-25 25,25 0,-25 1,26-26,-26 25,25 1,-25-1,0 0,0 1,0-1,0 1,0-1,-25 0,25 1,0-1,25-50,-25-26,26 51,-26-25,25-1,-25 1,0-1,25 1,1 0,-26-1,25 26,-25-25,0-1,26 1,-1 0,0 25,-25-26,26 26,-1-25,1 25,-1-26,0 26,1-25,-1 25,-25-25,0-1,0 77,0-26,0 1,26-1,-26 1,25-1,-25 0,0 1,0-1,25-25,-25 26,0-1,26-25,-26 25,0 1,0-1,-51 1,26-26,25 25,-51-25,25 25,1-25,25-25,25 25,-25-25,26 25,-26-26,51 26,-51-25,25 25,0-26,1 26,-26-25,25 25,1-25,-1 25,-25-26,25 26,-25-25,26 25,-26-26,25 26,-25-25,26 25,-26-25,25 25,-25-26,25 26,-25 26,-25-26,25 25,0 0,-25 1,25-1,0 1,0-1,25-25,26 0</inkml:trace>
          <inkml:trace contextRef="#ctx0" brushRef="#br0" timeOffset="13222.9221">14379 295,'0'0,"-25"0,25 26,-26-26,26 25,-25 0,25 1,-26-1,26 1,0-1,0 0,0 1,0-1,26 1,-26-1,25-25,1 0,-1 0,0 0,1-25,-26-1,25 26,-25-51,0 26,0 0,26-1,-26 1,0-1,25 1,-25 0,25 25,1 0,-1 0,1 0,-1 0,0 0,-25-26,26 26,-1 0,1 0,-1 0,-25 51,0-26,0 1,0-1,0 1,0-1,-25-25,25 25,-26 1,26-1,0-50,0-1,26 1,-1 0,-25-1,25 26,-25-25,26-1,-1 1,1 0,-1 25,0-26,1 26,-26 51,25-51,-25 25,26-25,-26 26,25-1,0 1,1-26,-26 25,25-25,-25 25,26-25,-26 26,0-1</inkml:trace>
        </inkml:traceGroup>
      </inkml:traceGroup>
    </inkml:traceGroup>
    <inkml:traceGroup>
      <inkml:annotationXML>
        <emma:emma xmlns:emma="http://www.w3.org/2003/04/emma" version="1.0">
          <emma:interpretation id="{919E1C0B-AA64-4688-AA20-28CE10EE11B9}" emma:medium="tactile" emma:mode="ink">
            <msink:context xmlns:msink="http://schemas.microsoft.com/ink/2010/main" type="paragraph" rotatedBoundingBox="2038,3343 15627,3450 15615,5014 2026,49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DBAAE5-A3F5-445B-8CF3-372B5791E9AB}" emma:medium="tactile" emma:mode="ink">
              <msink:context xmlns:msink="http://schemas.microsoft.com/ink/2010/main" type="line" rotatedBoundingBox="2038,3343 15627,3450 15615,5014 2026,4908"/>
            </emma:interpretation>
          </emma:emma>
        </inkml:annotationXML>
        <inkml:traceGroup>
          <inkml:annotationXML>
            <emma:emma xmlns:emma="http://www.w3.org/2003/04/emma" version="1.0">
              <emma:interpretation id="{AC18527B-3D24-4F3C-AB7C-5174B4CF0BB4}" emma:medium="tactile" emma:mode="ink">
                <msink:context xmlns:msink="http://schemas.microsoft.com/ink/2010/main" type="inkWord" rotatedBoundingBox="2036,3570 4852,3592 4844,4608 2028,4586"/>
              </emma:interpretation>
              <emma:one-of disjunction-type="recognition" id="oneOf4">
                <emma:interpretation id="interp20" emma:lang="en-US" emma:confidence="0.5">
                  <emma:literal>Most</emma:literal>
                </emma:interpretation>
                <emma:interpretation id="interp21" emma:lang="en-US" emma:confidence="0">
                  <emma:literal>-Most</emma:literal>
                </emma:interpretation>
                <emma:interpretation id="interp22" emma:lang="en-US" emma:confidence="0">
                  <emma:literal>-Most.</emma:literal>
                </emma:interpretation>
                <emma:interpretation id="interp23" emma:lang="en-US" emma:confidence="0">
                  <emma:literal>Most.</emma:literal>
                </emma:interpretation>
                <emma:interpretation id="interp24" emma:lang="en-US" emma:confidence="0">
                  <emma:literal>Moist</emma:literal>
                </emma:interpretation>
              </emma:one-of>
            </emma:emma>
          </inkml:annotationXML>
          <inkml:trace contextRef="#ctx0" brushRef="#br0" timeOffset="33079.8835">-302 2175,'0'51,"0"-1,0-24,0-1,0 26,0-26,0 1,0 25,25-26,-25 26,0-26,0 26,0-26,0 26,0-25,0-1,0 0,0 1,0-1,0 1,0-1,0 0,0 1,0-1,-25 1,25-1,0-76,0 26,0-1,0 1,0 0,0-26,0 25,0 1,0 0,0-26,0 25,0 1,0-26,0 26,0-1,0 1,0 0,0-1,0 1,0-1,0 1,0 0,-26 25,26-26,0 1,51-1,-25 1,-26 0,25 25,-25-26,25 26,1-25,-1 25,1 0,-1 0,0 0,-25 25,0 1,0 24,26-50,-26 26,0-1,25 1,-25-1,0 26,0-26,0 1,0-1,0 0,0 1,0-1,0 1,0-1,0-50,0-1,26 26,-26-25,0-1,25 1,0 0,-25-1,0 1,26-1,-1 26,-25-25,26 0,-1 25,0-26,1 1,-1-1,1 1,-26 0,25 25,0-26,1 1,-26 50,0 26,0-26,0 1,0-1,25 1,-25-1,0 0,0 1,26-1,-26 26,0-26,0 26,0-25,0 24,0 1,0-25,0 24,-26 1,26-25,0 24,-25-24,25 25,0-26,-26 0,26 1,0-1,-25 1,25-1,0 0,0 1,25-26,-25-26,0 1,0 0,0-1,26 1,-26-1,0 1,25 0</inkml:trace>
          <inkml:trace contextRef="#ctx0" brushRef="#br0" timeOffset="33543.4728">612 2734,'0'0,"76"-26,-50 1,-1 25,-25 25,-25-25,25 26,0 24,0-24,-26-26,1 51,25-26,-25 0,25 1,-26-1,26 1,0-1,0 0,-25-25,25 26,0-1,0 1,51-26,-26 0,-25-51,51 51,-26-26,1 26,-1-50,0 24,1 1,-26-1,25 1,-25 0,0-1,0 1,0-1,0 1,0 0,0-1,0 1,-51-1,51 1,-25 0,0-1,-1 1,1 25,-1 0</inkml:trace>
          <inkml:trace contextRef="#ctx0" brushRef="#br0" timeOffset="34660.9163">892 3064,'0'25,"25"-50,0 25,-25-26,0 1,26 25,-26-25,0-1,25 26,-25-25,26-1,-26 1,25-26,0 26,-25-1,26-24,-26 24,25-25,-25 26,0 0,26-1,-26 1,0-1,0 1,0 0,0-1,0 77,0-26,50-25,-50 26,0-1,0 1,0-1,0 26,0-26,26 1,-26-1,25-25,-25 25,26 1,-26-1,25-25,-25 26,25-26,-25 25,0 0,0 1,0-1,-50 1,50-1,-26-25,1 25,-1-25,26 26,-25-26,0 0,50 0,-25-26,25 26,-25-25,26 25,-26-25,25 25,1-26,-1 1,0-1,1 1,-1 0,1-1,-26 1,25-1,0 1,1 0,-26-1,25 1,-25-1,0-24,26 24,-26-25,0 26,0-26,0 26,0-1,25 1,-25 0,0-1,0 1,0-1,0 52,0-1,0 1,0-1,-25 0,25 1,0-1,0 1,0 24,0-24,0-1,0 26,0-26,0 1,0 25,0-26,0 0,0 1,0-1,0 1,0-1,25-25,-25 25,25-25,1 0,-1 0,1 0,-1 0,0-25,1 0,-26-1,0 1,0-1</inkml:trace>
          <inkml:trace contextRef="#ctx0" brushRef="#br0" timeOffset="34883.0695">1628 2480,'-25'0,"50"0,1-51,-1 25,0 26,-25-25,26 25,-26-25,25 25,-25-26</inkml:trace>
          <inkml:trace contextRef="#ctx0" brushRef="#br0" timeOffset="105151.8249">-963 2835,'0'-25,"-25"25,25-26,-25 26,-1 0,1 0,25 26,25-26,1 0,24 0,-24 0,-1 0,1 0,-1 0,26 0,-26 0,26-26,-26 26,1 0,-1 0,1 0,-1 0,-76 0</inkml:trace>
        </inkml:traceGroup>
        <inkml:traceGroup>
          <inkml:annotationXML>
            <emma:emma xmlns:emma="http://www.w3.org/2003/04/emma" version="1.0">
              <emma:interpretation id="{3999B019-868F-4E55-9361-A63DE1ED8EF0}" emma:medium="tactile" emma:mode="ink">
                <msink:context xmlns:msink="http://schemas.microsoft.com/ink/2010/main" type="inkWord" rotatedBoundingBox="5542,3576 11458,3623 11447,4982 5532,4935"/>
              </emma:interpretation>
              <emma:one-of disjunction-type="recognition" id="oneOf5">
                <emma:interpretation id="interp25" emma:lang="en-US" emma:confidence="0.5">
                  <emma:literal>elementary</emma:literal>
                </emma:interpretation>
                <emma:interpretation id="interp26" emma:lang="en-US" emma:confidence="0">
                  <emma:literal>alimentary</emma:literal>
                </emma:interpretation>
                <emma:interpretation id="interp27" emma:lang="en-US" emma:confidence="0">
                  <emma:literal>Alimentary</emma:literal>
                </emma:interpretation>
                <emma:interpretation id="interp28" emma:lang="en-US" emma:confidence="0">
                  <emma:literal>Elementary</emma:literal>
                </emma:interpretation>
                <emma:interpretation id="interp29" emma:lang="en-US" emma:confidence="0">
                  <emma:literal>alimentally</emma:literal>
                </emma:interpretation>
              </emma:one-of>
            </emma:emma>
          </inkml:annotationXML>
          <inkml:trace contextRef="#ctx0" brushRef="#br0" timeOffset="39336.9328">4473 2632,'51'25,"-26"-25,1 26,-1-26,0 0,1 0,-1 0,1 0,-26-26,25 26,0 0,-25-25,26 25,-1-25,-25-1,0 1,0-1,-25 26,-26 0,26 0,-1 26,1-26,-1 51,1-26,0-25,25 51,-26-51,26 25,-25 1,25-1,0 0,0 1,-26-1,26 1,0-1,0 0,0 1,0-1,0 1,51-1,-51 0,26-25,-26 26,50-1,-24-25,-1 26,1-26,-1 25,0-25,1 0,-1 0,1 0,-1 0,0 0,1-25,-1 25,1-51,-1 25,-25 1,25 0,1-1,-1 1,1-26,-1 26,-25-1,25 1,-25-1,0 1,0 0,26 25,-26-26,0 1,0 50,0 1,0-1,0 0,0 1,0-1,0 1,0-1,0 0,0 1,0-1,-26 1,26-52,0 1,0-1,0 1,0 0,0-1,0 1,26 25,-26-26,25 1,1 0,-1 25,0-26,1 26,-1 0,1 0,-1 0,0 26,-25 24,0-24,0-1,26 1,-26-1,0 0,25 1,-25-1,26-25,-26 26,25-1,0-25,-25 25,26-25,-1 0,1 0,-1 0,-25-25,25 25,-25-51,26 51,-26-25,0-1,25 1,-25 0,0-26,0 25,0 1,0 0,0-26,0 25,0-24,0 24,0-25,0 26,0 0,0-26,0 25,0 1,0 0,0-1,0 1,0-1,0 1,0 0,26-1,-26 77,0-26,0 26,0-25,0-1,0 26,0-26,0 26,0 0,0 0,0-1,0 27,0-52,0 26,0 0,0-26,0 26,0-26,0 1,0-1,25-25,-25 25,25-25,1 0,-1 0,1 0,-1 0,0-25,1 25,-1-51,1 51,-26-25</inkml:trace>
          <inkml:trace contextRef="#ctx0" brushRef="#br0" timeOffset="39575.2868">5743 2708,'-25'-25,"75"50,1-25,-25 0,-1 0,0 0,26 0,-25 0,-1 0,0-51,26 51,-25-25,-1 25,0-25,1-1,-1 26</inkml:trace>
          <inkml:trace contextRef="#ctx0" brushRef="#br0" timeOffset="41251.716">6556 2657,'0'0,"-26"-50,1 50,0 0,25-26,-26 26,1 0,-1 0,26 26,-25-26,25 50,-25-50,25 26,-26-1,26 1,-25-1,25 0,-26 1,26-1,-25 1,25-1,0 0,0 1,0-1,0 1,0-1,25-25,1 0,-26-51,25 51,-25-25,26-1,-26 1,0 0,25-1,0 1,-25-1,26 1,-1 0,-25-1,26 26,-26-25,25 25,-25-26,25 26,1 0,-1 0,1 0,-26 51,25-51,-25 26,25-26,-25 50,26-50,-1 26,1-1,-26 1,25-26,0 25,1 0,-1-25,1 26,-1-26,0 0,1 25,-1-25,1 0,-1 0,0 0,1 0,-1 0,-25-25,26 25,-26-26,25-24,-25 24,0 1,0-1,0 1,0 0,0-1,0 1,0-1,0 1,-25 0,25-1,-26 26,52 0,-1 0,0 0,-25 26,26-1,-26 0,25 1,-25-1,0 1,0-1,0 0,0 1,0-1,0 1,0-1,0 0,26-25,-26 26,25-26,0 0,1 0,-1 0,1 0,-1-26,0 1,1 25,-1-51,1 26,-1-1,0 1,1 0,-26-1,25 26,-25-25,0-1,0 1,0 50,0 1,0-1,0 1,0-1,0 0,0 1,0-1,51 1,-26-26,-25 25,26-25,-1 0,1 0,-1-51,0 51,1-25,-1-1,-25 1,0 0,0-1,0 1,0-1,0 1,0 50,26 26,-26-25,25-1,-25 0,25 1,1-1,-26 1,25-1,1 26,-26-26,25 26,-25-26,0 26,25-25,-25 24,0-24,0 25,0-26,0 0,0 1,0-1,0 1,-25-1,25 0,0 1,-51-26,51 25,-25 1,25-1,-26 0,1-25,25 26,-25-26,-1 0,1 0,-1-26,26 1,0 0,0-1,0 1,0-26,0 26,51-26,-51 0,26 0,-26 0,50 26,1-26,-25 0,-1 1,0 24,26-25,-25 26,-1-26,0 26,1-1,-1 1,1 25,-26-25,25 25,-25-26,25 26,-25-25,26 25,-26-26,25 26,-25-25</inkml:trace>
          <inkml:trace contextRef="#ctx0" brushRef="#br0" timeOffset="36285.7432">2517 2734,'51'0,"-26"0,1 0,-1 0,1-26,-26 1,25 25,-25-26,0 1,-25 25,-1 0,26 51,-25-51,-1 25,1 1,25-1,-25 0,-1 1,1-1,-1 1,26-1,-25 0,25 1,0-1,0 1,0-1,0 0,51-25,-26 0,-25 26,51-26,-26 0,1 0,-1 0,1 0,-1 0,0-51,1 51,-1 0,-25-25,26 25,-1-26,-25 1,25-1,-25 1,26 0,-26-1,0 1,25-1,-25 1,0 0,26-26,-26 25,0-24,0 24,25-25,-25 1,0 24,0-25,0 26,25 0,-25-26,0 25,0 1,0 0,0-1,0 1,0 50,0 26,0-26,0 1,-25 25,25-1,0-24,0 25,0-1,0 1,0 0,0 0,0 0,0-26,0 26,0-26,25 1,-25 24,26-24,-26-1,51 1,-51-1,25 0,0-25,1 26,-1-1,1-25,-1 0,0 0,1 0,-1-25,-25-1,26 26,-26-50,0 24,25 1,-25-1,0 1,0 0,25-1,-25 1,0-1,0 1,0 0,0-1,0 52,0-1,0 0,0 1,-25-1,25 1,0-1,0 0,0 1,0-1,0 1,51-26,-51 25,25-25,1 0,24 0,-24 0,-1 0,1 0,-1-25,0 25,-25-26,26 26,-1-25,1-1,-26 1,25 25</inkml:trace>
          <inkml:trace contextRef="#ctx0" brushRef="#br0" timeOffset="37052.161">3686 2607,'0'25,"25"0,-25 1,0-1,0 1,25-1,-25 0,0 1,26-26,-26 25,0 1,25-26,-25 25,0-50,0-1,0 1,0-1,0 1,0 0,0-1,0 1,0-1,0 1,26 0,-26-1,25 26,0 0,1 0,-1 0,-25 26,26-1,-26 0,25 1,-25-1,0 1,0-1,25-25,-25 25,0 1,0-1,0 1,-50-26,50-26,0 1,50 25,-50-51,26 26,-26-1,51 1,-51-1,25 26,-25-25,25 25,-25-25,26 25,-1-26,1 26,-1 51,0-51,-25 25,26 1,-1 25,-25-26,0 0,0 1,0-1,0 1,0-1,0 0,0 1,0-1,0 1,0-77,26 0</inkml:trace>
        </inkml:traceGroup>
        <inkml:traceGroup>
          <inkml:annotationXML>
            <emma:emma xmlns:emma="http://www.w3.org/2003/04/emma" version="1.0">
              <emma:interpretation id="{4C98407C-91A8-48D5-82FC-2D1B0CC8BEC0}" emma:medium="tactile" emma:mode="ink">
                <msink:context xmlns:msink="http://schemas.microsoft.com/ink/2010/main" type="inkWord" rotatedBoundingBox="12527,3425 15627,3450 15616,4923 12516,4899"/>
              </emma:interpretation>
              <emma:one-of disjunction-type="recognition" id="oneOf6">
                <emma:interpretation id="interp30" emma:lang="en-US" emma:confidence="0.5">
                  <emma:literal>form</emma:literal>
                </emma:interpretation>
                <emma:interpretation id="interp31" emma:lang="en-US" emma:confidence="0">
                  <emma:literal>forms</emma:literal>
                </emma:interpretation>
                <emma:interpretation id="interp32" emma:lang="en-US" emma:confidence="0">
                  <emma:literal>forum</emma:literal>
                </emma:interpretation>
                <emma:interpretation id="interp33" emma:lang="en-US" emma:confidence="0">
                  <emma:literal>forme</emma:literal>
                </emma:interpretation>
                <emma:interpretation id="interp34" emma:lang="en-US" emma:confidence="0">
                  <emma:literal>forma</emma:literal>
                </emma:interpretation>
              </emma:one-of>
            </emma:emma>
          </inkml:annotationXML>
          <inkml:trace contextRef="#ctx0" brushRef="#br0" timeOffset="44049.2688">9426 2734,'76'0,"-50"0,-26-26,25 26,-25-51,25 26,1 0,-1-1,1 1,-1-1,0 1,1 0,-1-1,1 1,-26-1,25 1,-25 0,25-1,-25 1,0-1,0 1,0 0,0-1,0 1,-50-1,50 1,-26 0,26-1,-25 26,25-25,-26 25,26-26,-25 26,25 51,0-25,0 24,0-24,0 25,0-1,0 1,0 25,0-25,0 25,0 1,0-27,0 27,0-1,0-25,0-1,0 1,0 0,0 25,0-50,0 24,0 1,0 0,0-26,0 26,25-25,-25-1,0 0,0 1,26-1,-1-25,-25 26,26-26,-1 0,0 0,1-51,-1 51,-25-26,26 26,-26-50,25 24,-25 1,0-1,25 1,-25 0,0-1,0 1,0-1,0 1,0 0,0-26,-50 25,50 1,0 0,-26-1,26-25,-51 26,51 0,-25 25,0-26,25 1,-26 25,1 0,-1 0,1 0,0 0,25 25,-26-25,26 26,51-26,-51 25,76-25,-50 0,24 0,1 25,-25-25,24 0,1 0,0 0,-26 0,1 0,-1 0,1-50,-1 50,0 0,1 0,-1-26,-25 1,26 25,-26-26,0 1,0 0,0-1,0 1,0-1,0 52,25-26,-25 51,0-26,0 0,0 1,25-1,-25 1,26-1,-1 0,-25 1,26-1,-26 1,25-26,0 25,1 0,-1-25,1 0,-1 0,-25-50,25 50,1-26,-26-25,25 26,-25 0,0-1,0 1,0-1,0 1,-51 0,51-1,-25 1,25-1,-51 26,51-25,-51 0,26 25,25-26,-25 26,-1 0,1 0,-1 0,1 0,0 0,-1 0,1 26,-1-26,26 25,-25-25,25 25,0 1,0-1,51-25,-51 26,51-26,-51 25,50 0,-24-25,-1 0,1 26,-1-26,26 0,-26 0,26 0,-26 0,26 0,-25 0,24 0,-24-26,25 26,-26-50,0 50,1-26,-1 1,1-1,-26 1,0 0,0-1,0 1,0-1,-26 1,26 0,-25-1,-26 26,51-25,-25 25,-1 0,26-26,51 26,-26 0,1 0,25 0,-26 0,0 51,1-25,-26-1,25 0,-25 1,0 25,0-26,0 0,0 1,0 25,0-26,0 0,0 1,0-1,0 1,0-1,0 0,0 1,26-26,-26 25,50-25,-50 26,26-26,-1 0,1 0,-1 0,-25-26,0 1,25 25,-25-51,0 26,0-1,0 1,0-1,0 1</inkml:trace>
          <inkml:trace contextRef="#ctx0" brushRef="#br0" timeOffset="44932.7008">11534 2556,'0'0,"0"25,0 1,-25-26,25 50,0-24,0-1,0 1,0-1,0 0,0 1,0-1,0 1,0-1,-26-25,1-51,25 26,0-26,0 26,0-1,0 1,0-1,0 1,0 0,25 25,-25-26,26 1,-26-1,25 26,-25-25,26 25,-1 0,0 0,1 0,-26 51,25-51,-25 25,26-25,-26 51,25-26,-25 1,0-1,25 1,-25-1,26 0,-26 1,0-1,25-25,-25-25,26-1,-1-24,-25 24,25 1,1 25,-1-26,-25 1,26 0,-1-1,0 1,1-1,-1 26,1-25,-1 25,0 0,1 0,-1 0,1 0,-26 25,25 1,-25-1,0 26,0-26,0 1,0-1,25 1,-25-1,0 0,0 1,26-1,-26 1,0-1,25 0,-25 1,0-1,26-25,-1 0,0 0,1 0,-1 0,1-25,-1 25,0 0,1-26</inkml:trace>
        </inkml:traceGroup>
      </inkml:traceGroup>
    </inkml:traceGroup>
    <inkml:traceGroup>
      <inkml:annotationXML>
        <emma:emma xmlns:emma="http://www.w3.org/2003/04/emma" version="1.0">
          <emma:interpretation id="{F9F0B07A-CE05-4191-9183-81373E698A9A}" emma:medium="tactile" emma:mode="ink">
            <msink:context xmlns:msink="http://schemas.microsoft.com/ink/2010/main" type="paragraph" rotatedBoundingBox="1710,5287 24249,4846 24279,6360 1739,68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EA105B-16F4-43BD-B2A7-38A782736C79}" emma:medium="tactile" emma:mode="ink">
              <msink:context xmlns:msink="http://schemas.microsoft.com/ink/2010/main" type="inkBullet" rotatedBoundingBox="1726,6121 2234,6111 2236,6192 1728,6202"/>
            </emma:interpretation>
            <emma:one-of disjunction-type="recognition" id="oneOf7">
              <emma:interpretation id="interp35" emma:lang="en-US" emma:confidence="0">
                <emma:literal>-</emma:literal>
              </emma:interpretation>
              <emma:interpretation id="interp36" emma:lang="en-US" emma:confidence="0">
                <emma:literal>_</emma:literal>
              </emma:interpretation>
              <emma:interpretation id="interp37" emma:lang="en-US" emma:confidence="0">
                <emma:literal>.</emma:literal>
              </emma:interpretation>
              <emma:interpretation id="interp38" emma:lang="en-US" emma:confidence="0">
                <emma:literal>,</emma:literal>
              </emma:interpretation>
              <emma:interpretation id="interp39" emma:lang="en-US" emma:confidence="0">
                <emma:literal>~</emma:literal>
              </emma:interpretation>
            </emma:one-of>
          </emma:emma>
        </inkml:annotationXML>
        <inkml:trace contextRef="#ctx0" brushRef="#br0" timeOffset="106184.6915">-1344 4715,'-25'25,"50"1,1-26,-26 25,51-25,-26 0,0 0,26 0,-25 0,24 0,1-51,-25 51,24 0,-24-25,-1 25,1 0,-1 0,-50 0,-1 0</inkml:trace>
      </inkml:traceGroup>
      <inkml:traceGroup>
        <inkml:annotationXML>
          <emma:emma xmlns:emma="http://www.w3.org/2003/04/emma" version="1.0">
            <emma:interpretation id="{D5AEA583-8B86-4AC8-B96C-B20D5869ECC1}" emma:medium="tactile" emma:mode="ink">
              <msink:context xmlns:msink="http://schemas.microsoft.com/ink/2010/main" type="line" rotatedBoundingBox="2786,5266 24249,4846 24279,6360 2815,6779"/>
            </emma:interpretation>
          </emma:emma>
        </inkml:annotationXML>
        <inkml:traceGroup>
          <inkml:annotationXML>
            <emma:emma xmlns:emma="http://www.w3.org/2003/04/emma" version="1.0">
              <emma:interpretation id="{68825122-D556-4567-B0EA-86751CFF8F3C}" emma:medium="tactile" emma:mode="ink">
                <msink:context xmlns:msink="http://schemas.microsoft.com/ink/2010/main" type="inkWord" rotatedBoundingBox="2786,5266 6180,5200 6206,6556 2812,6622"/>
              </emma:interpretation>
              <emma:one-of disjunction-type="recognition" id="oneOf8">
                <emma:interpretation id="interp40" emma:lang="en-US" emma:confidence="0.5">
                  <emma:literal>Explains</emma:literal>
                </emma:interpretation>
                <emma:interpretation id="interp41" emma:lang="en-US" emma:confidence="0">
                  <emma:literal>Captains</emma:literal>
                </emma:interpretation>
                <emma:interpretation id="interp42" emma:lang="en-US" emma:confidence="0">
                  <emma:literal>{Captains</emma:literal>
                </emma:interpretation>
                <emma:interpretation id="interp43" emma:lang="en-US" emma:confidence="0">
                  <emma:literal>Explain</emma:literal>
                </emma:interpretation>
                <emma:interpretation id="interp44" emma:lang="en-US" emma:confidence="0">
                  <emma:literal>{applagins</emma:literal>
                </emma:interpretation>
              </emma:one-of>
            </emma:emma>
          </inkml:annotationXML>
          <inkml:trace contextRef="#ctx0" brushRef="#br0" timeOffset="55473.6849">790 4131,'0'-26,"0"1,0 76,0-26,0 0,-25 1,25 25,0-26,0 26,0 0,0-1,0 1,0 25,0-25,0 0,0 25,0-25,0 0,0 0,0-1,0 1,0-25,0 24,0-24,0-1,-26 1,26-1,0 0,0-50,0-26,0 26,0-1,0 1,0 0</inkml:trace>
          <inkml:trace contextRef="#ctx0" brushRef="#br0" timeOffset="55787.1338">765 4537,'0'0,"0"-76,25 25,-25 26,0-1,0 1,25-1,-25 1,26 0,-26-1,25 26,1 0,-1-25,0 25,1 0,-1 0,1 0,-26 51,0-26,0 0,25 1,-25-1,0 1,0-1,0 0,0 1,-51-1,51 1,0-1,-25 0,25 1,-26-1,26 1,-25-26,25 25,-25-25,25 25,-26-25,26-25,0 0,0-1</inkml:trace>
          <inkml:trace contextRef="#ctx0" brushRef="#br0" timeOffset="56812.3732">1120 4664,'26'25,"-26"1,25-26,-25 25,25-25,1 0,-1 0,-25-51,26 51,-26-25,25 25,-25-25,0-1,25 26,-25-25,0-1,0 1,26 25,-26-25,0-1,0 1,0-1,25-24,-25 24,0-25,26 26,-26-26,0 0,25 26,-25-26,0 26,25-26,-25 26,0-1,0 1,0-1,0 1,0 0,0-1,0 1,0 50,0 1,-25-26,25 50,0-24,0-1,-25 26,25-26,0 1,0 25,0-1,0-24,0 50,0-25,0 25,25-25,-25 25,0-25,0 25,0-25,0 0,25-26,-25 26,0-26,0 1,0-1,0 0,26-25,-1-25,1-26,-1 0,-25 26,25 0,-25-1,26 1,-26-26,0 26,25-1,-25 1</inkml:trace>
          <inkml:trace contextRef="#ctx0" brushRef="#br0" timeOffset="57945.8963">1857 4435,'-26'0,"1"-25,0 25,-1 0,1 0,25 51,-26-26,26 1,0-1,-25 0,25 1,0-1,-25 1,25-1,0 0,0 1,0-1,25-25,26 0,-51-25,25 25,1-26,-1 1,0 25,-25-51,26 51,-26-25,0-1,0 1,0 0,0-1,0 1,0 50,0 1,0-1,0 0,0 1,0-1,0 1,25-1,-25 0,26-25,-26 26,25-1,-25 1,25-26,1 25,-1-25,-25-51,26 26,-26-1,25 26,-25-25,25 25,-25-25,26 25,-26-26,25 1</inkml:trace>
          <inkml:trace contextRef="#ctx0" brushRef="#br0" timeOffset="58577.4301">2085 4537,'0'0,"0"-25,0-1,0 1,0-1,51 26,-51-25,0 0,0 50,0 0,0 26,0-25,0-1,0 0,0 1,0 25,0-26,0 0,0 1,0-1,0 1,0-1,0 0,0 1,51-26,-26 0,1-26,-1 26,-25-50,26 50,-1-51,-25 25,0 1,25 0,-25-1,0 1,0-1,0 1</inkml:trace>
          <inkml:trace contextRef="#ctx0" brushRef="#br0" timeOffset="58779.3213">2212 4181,'0'0,"-25"-25,25 0,-25 25,50 0</inkml:trace>
          <inkml:trace contextRef="#ctx0" brushRef="#br0" timeOffset="59394.9852">2339 4461,'77'-76,"-77"50,0 1,25 25,-25 25,25 1,-25 24,0-24,0-1,0 1,0-1,0 0,0 1,0-1,-25 1,25-1,0 0,-25-25,25-25,0 0,0-26,0 25,0 1,0 0,0-1,0 1,25 25,-25-26,0 1,25 25,-25-25,26-1,-1 1,1-1,-1 26,0-25,1 25,-1-25,1 25,-1 0,0 0,-25 50,26-50,-26 26,25-26,-25 25,0 1,0-1,0 0,0 26,0-25,0-1,-25 0,25 26,0-25,-26-1,26 0,0 1,-25-26,25 25,0 1,0-77</inkml:trace>
          <inkml:trace contextRef="#ctx0" brushRef="#br0" timeOffset="59864.8534">3076 4181,'-51'26,"51"-1,-51-25,51 26,-25-26,25 25,-25-25,25 25,-26-25,26 26,0-1,0 1,0-1,0 0,26 1,-26-1,25-25,-25 26,25-26,-25 25,26 0,-1 1,1-1,-26 1,25-26,-25 25,25-25,-50 0,-26 0,26 0,-1 0,1 0,0 0</inkml:trace>
          <inkml:trace contextRef="#ctx0" brushRef="#br0" timeOffset="54075.1908">3 3902,'0'0,"25"25,-50-25,-26 0,51 26,-26-26,1 25,0-25,-1 26,-25 24,26-24,0-1,-1-25,26 26,-25-26,25 25,0 0,0 1,0-1,0 1,25-1,26 0,-26-25,1 0,-1 26,1-26,-1 0,0 0,-25 25,0 1,-25-26,25 25,-25 0,25 1,0-1,-26-25,26 26,-25-26,25 25,0 0,0 1,-26-1,26 1,0-1,0 0,0 1,0-1,0 1,0-1,51 0,-51 1,0-1,26-25,-1 0,0 0,-25-51,26 51,-1-25,1 0,-1-1,0 1,-25-1,26 26,-26-25,0 0,25 25,-25-26,26 1,-26-1,0 1,25 0</inkml:trace>
          <inkml:trace contextRef="#ctx0" brushRef="#br0" timeOffset="54872.2555">307 4385,'-50'25,"24"-25,1 0,76 0,-51-25,25 25,0 0,1 0,-1 0,-25 50,0-24,0-1,0 1,0-1,0 0,0 1,-51-1,51 1,0-1,-25 0,0 1,25-1,0 26,0-26,-26 1,1-1,25 1,0-1,-26 0,26 1,51-26,-51-51,26 26,-1-26,-25 25,25 26,-25-25,26-26,-26 26,0-1,0 1,25 0,-25-1,0 1,0-1,0 1,26 25,-26-25,0-1,0 52,0 24,0-24,-26-1,26 1,0-1,0 0,0 1,0-1,0 1,0-1,26 0,-26 1,25-26,-25 25,25-25,-25 26,26-26,-1 0,1-51,-1 51,0-26,1 1,-26 0,0-1,25 26</inkml:trace>
        </inkml:traceGroup>
        <inkml:traceGroup>
          <inkml:annotationXML>
            <emma:emma xmlns:emma="http://www.w3.org/2003/04/emma" version="1.0">
              <emma:interpretation id="{711BCBC6-75DB-4A5B-B08B-5CEBA6503BAE}" emma:medium="tactile" emma:mode="ink">
                <msink:context xmlns:msink="http://schemas.microsoft.com/ink/2010/main" type="inkWord" rotatedBoundingBox="6875,5354 12159,5251 12183,6472 6899,6575"/>
              </emma:interpretation>
              <emma:one-of disjunction-type="recognition" id="oneOf9">
                <emma:interpretation id="interp45" emma:lang="en-US" emma:confidence="0.5">
                  <emma:literal>relationship</emma:literal>
                </emma:interpretation>
                <emma:interpretation id="interp46" emma:lang="en-US" emma:confidence="0">
                  <emma:literal>relationships</emma:literal>
                </emma:interpretation>
              </emma:one-of>
            </emma:emma>
          </inkml:annotationXML>
          <inkml:trace contextRef="#ctx0" brushRef="#br0" timeOffset="61021.0405">3787 4334,'0'-26,"0"1,0 0,51 25,-26-26,1 26,-1-25,1 25,-1 0,0 0,1 51,-1-51,-25 25,26 26,-26-26,0 1,25-1,-25 26,0-26,0 1,0-1,0 0,0 1,0-1,0 1,-25-26,-1 0,26-26,0 1,0-26,0 26,0-1,0 1,0-1,0 1,26 0,-26-1,25 1,-25-1,25 1,1 0,-1-1,1 1,-1-1,0 26</inkml:trace>
          <inkml:trace contextRef="#ctx0" brushRef="#br0" timeOffset="61453.1152">4371 4359,'0'0,"77"26,-52-26,0 0,1 0,-1 0,-25-26,26 26,-26-51,0 26,0 0,0-1,-26 1,1 25,-1 0,1 0,-26 0,51 25,-25-25,25 26,-26-26,26 50,-25-50,25 26,0-1,-25 1,25-1,0 0,0 1,0-1,0 1,0-1,0 0,0 1,25-1,-25 1,25-1,-25 0,26-25,-1 0,-25 26,26-26,-1 0,0 0,1-51,-1 51,-25-25,26 25,-1-51,-25 25,25 1,-25 0,26-1,-26-25</inkml:trace>
          <inkml:trace contextRef="#ctx0" brushRef="#br0" timeOffset="61869.2231">4829 4029,'0'-25,"0"-1,25 1,0 25,-25-26,26 26,-26 51,0-25,0 24,0-24,0 25,0-26,0 0,0 26,0-25,0 24,0-24,0 25,0-26,0 26,25-26,-25 1,0 24,0-24,0 25,26-26,-26 0,0 1,25-1,-25 1,0-1,25 0,-25 1,26-1,-1-25,1-25,-1-26,0 51,-25-51,26 26,-26-1,0-24</inkml:trace>
          <inkml:trace contextRef="#ctx0" brushRef="#br0" timeOffset="62674.936">5413 4435,'-26'0,"26"-25,-25 25,0 0,-1 0,1 0,-1 0,26 51,-25-51,25 25,-25-25,25 26,0-1,0 0,0 1,-26-26,26 25,0 1,0-1,0 0,0 1,26-26,-1 0,26 0,-51-26,25 26,-25-50,26 50,-1 0,-25-26,0 1,0-1,0 1,0 0,25 25,1 0,-26 50,25-50,-25 26,51-26,-51 25,25 1,1-26,-1 0,1 0,-1 0,-25-26,25 26,1-25,-1-26,-25 26,0-1,26 1,-26-1,0-24,0 24,0 1,0-26,0 0,0 26,0-26,0 26,-51-1,51 1,0-26,0 26,-26 25,26-26,0 1,0-1,0 52,0 25,0-26,0 26,0 0,0-1,0 1,0 25,0-25,0 0,0 25,0-25,26 0,-26-26,0 26,0-26,0 1,0-1,25-25</inkml:trace>
          <inkml:trace contextRef="#ctx0" brushRef="#br0" timeOffset="62902.3077">5540 4308,'25'0,"-25"-25,51 25,-26 0,26 0,-25 0,-1 0,0 0,-25-25,26 25,-1 0,1-26,-1 26,0 0,-25-25,26 25,-1 0</inkml:trace>
          <inkml:trace contextRef="#ctx0" brushRef="#br0" timeOffset="63224.7358">6124 4334,'25'-51,"-25"76,0 1,0-1,0 1,0-1,0 0,0 1,26-1,-26 1,0-1,0 0,25 1,-25-1,0 1,0-1,0 0,26-25,-26-25</inkml:trace>
          <inkml:trace contextRef="#ctx0" brushRef="#br0" timeOffset="63387.5566">6200 4156,'0'0,"-25"0,-1-25</inkml:trace>
          <inkml:trace contextRef="#ctx0" brushRef="#br0" timeOffset="63872.866">6683 4385,'0'25,"0"0,-26 1,1-1,0 1,25-1,-26 0,1 1,25-1,0 1,0-1,0 0,0 1,25-1,1-25,-1 0,0 0,1 0,-26-51,25 51,-25-25,26 25,-26-51,25 26,-25-1,0 1,0 0,0-26,0 25,0 1,-25 0,25-1,-26 1,26-1,-51 26,26-25,-26 25,26 0,-1 0,1 0,25 25,-25-25</inkml:trace>
          <inkml:trace contextRef="#ctx0" brushRef="#br0" timeOffset="64421.9415">7013 4435,'0'0,"0"51,0-25,0-1,0 0,0 1,0-1,0 1,0-1,0 0,0-75,0 24,-25 1,25-1,0 1,0 0,0-1,0 1,0-26,0 26,50-1,-50 1,0-1,26 1,-26 0,51 25,-51-26,25 26,0 0,-25-25,26 25,-1 0,-25 51,26-26,-26 26,25-26,-25 1,0-1,0 0,25 26,-25-25,0-1,0 0,0 1,0-1,26 1,-26-1,0 0,0-50,0 0</inkml:trace>
          <inkml:trace contextRef="#ctx0" brushRef="#br0" timeOffset="65459.1376">7648 4283,'0'-25,"-25"25,-26 0,25 0,1 25,0-25,-1 0,1 25,-1-25,26 26,0-1,0 1,0-1,0 0,26 1,-26-1,51 1,-26-1,-25 0,25 1,1-1,-26 1,25-26,-25 25,0 0,26-25,-26 26,-51-26,25 0,1 0,25-26,-25 26,-1 0,26-25,0 0,0-1,26 1,24-1</inkml:trace>
          <inkml:trace contextRef="#ctx0" brushRef="#br0" timeOffset="66862.4271">7927 3978,'-25'-25,"25"-1,0 52,0 25,0-26,0 26,0-26,0 26,0 0,25 0,-25-1,0 1,0 0,0 0,0 0,26-26,-26 26,0-26,0 1,0-1,0 0,0 1,-26-26,26-51,26 26,-26-1,0 1,25 25,-25-26,0 1,26 0,-1-1,0 26,1 0,-26-25,25 25,1 0,-1 0,0 0,-25 51,26-51,-26 25,0 0,25 1,-25-1,0 1,26-1,-26 0,25 1,-25-1,25-25,1 0,-1 0,-25-51,26 51,-26-25,25 0,-25-1,25 1,-25-1,26 1,-26 0,0-1,25 1,-25-1,0 52,0-1,0 1,26-26,-26 25,0 0,0 1,25-26,-25 25,25 1,-25-1,26-25,-1 0,1 0,-26-25,25-26,-25 25,25 1,-25 0,0-1,26 1,-26-26,0 26,0-1,25-25,-25 26,0-26,26 26,-26-1,0-24,0 24,25 1,-25-1,0 1,0 50,0 1,0-1,0 1,0-1,0 26,0 0,0-1,0 1,0 0,0 0,25 0,-25-1,0 1,26-25,-26 24,0-24,0 25,25-26,-25 0,0 1,0-1,0 1,0-1,26 0,-26 1,0-1,0 1,0-1,0 0,0-50,0 0,-26-26,26 25,0 1,-25 0,25-26,0 25,-26-24,26-1,0 0,0 0,0 0,0 1,51-1,-51 0,51 0,-51 0,51 26,-51-26,25 26,26-1,-26 1,-25 50,0 1,0 25,-25-1,0-24,25-1,-26-25,26 26,-25-1,-26-25,51 25,-25-25</inkml:trace>
          <inkml:trace contextRef="#ctx0" brushRef="#br0" timeOffset="67063.0116">8435 4004,'0'0,"-25"0,50 0,1 0</inkml:trace>
        </inkml:traceGroup>
        <inkml:traceGroup>
          <inkml:annotationXML>
            <emma:emma xmlns:emma="http://www.w3.org/2003/04/emma" version="1.0">
              <emma:interpretation id="{17485308-6B85-43FD-B928-A250459A0245}" emma:medium="tactile" emma:mode="ink">
                <msink:context xmlns:msink="http://schemas.microsoft.com/ink/2010/main" type="inkWord" rotatedBoundingBox="13166,5161 16906,5088 16923,5952 13183,6025"/>
              </emma:interpretation>
              <emma:one-of disjunction-type="recognition" id="oneOf10">
                <emma:interpretation id="interp47" emma:lang="en-US" emma:confidence="0.5">
                  <emma:literal>between</emma:literal>
                </emma:interpretation>
                <emma:interpretation id="interp48" emma:lang="en-US" emma:confidence="0">
                  <emma:literal>betweens</emma:literal>
                </emma:interpretation>
                <emma:interpretation id="interp49" emma:lang="en-US" emma:confidence="0">
                  <emma:literal>burweed</emma:literal>
                </emma:interpretation>
              </emma:one-of>
            </emma:emma>
          </inkml:annotationXML>
          <inkml:trace contextRef="#ctx0" brushRef="#br0" timeOffset="69507.5904">10086 4562,'0'0,"51"-25,-25 0,-1-1,-25 1,0-1,25 26,-25-25,26 0,-26-1,25 1,-25-1,0 1,26 0,-26-26,0 25,0-24,25 24,-25-25,0 26,0 0,0-26,0 25,0 1,25 0,-25-1,0 1,0-1,0 1,0 0,0 50,0 26,-25-26,25 1,0-1,-25 0,25 1,-26-1,26 26,-25-26,25 26,0-25,0 24,0 1,0 0,0 0,51 0,-51-1,25-24,-25 25,25-26,-25 0,26-25,-26 26,25-26,-25 25,26-25,-1 0,-25-25,0-26,25 51,-25-25,0-1,0 1,0-1,0 1,0 0,0-1,0 1,-50-1,50 1,-26 25,26 25,26-25,24 26,1-26,-25 25,-1-25,26 0,-26 0,26 0,0 0,-26-51,26 51,-26-25,26 25,-25-25,-1 25,-25-26,25 26,-25-25,0-1,0 1,0 0,-25 25,-26 0,26 0,-1 0,1 25,25 0,-25-25,25 26,-26 25,26-26,0 0,0 1,0-1,0 1,0-1,0 0,0 1,26-1,-26 1,25-26,26 25,-26-25,1 0,-1 0,0 0,1 0,-1-51,1 51,-26-25,25 25,0-51,1 26,-1-1,1 1,-26-1,25 1,0-26,-25 26,26-1,-26 1,0 0,0-1,0 1,0-1,0 1,0 0,0-26,0 25,0 1,0 0,0-1,0 1,-26 25,26-26,0 77,0-25,0 24,0-24,0-1,0 26,0-26,0 26,0 0,0 0,0-26,0 26,0 0,0 0,-25-26,25 26,0-26,0 1,0-1,0 0,0-75,0 24,0-25,0 26,0 0,0-1,0 1,0-1,0 1,0 0,0-1,25 26,-25-25,51-1,-25 26,-1-25,0 25,1 0,-1 0,1 0,-1 0,0 0,1-25,-1 25,1-26</inkml:trace>
          <inkml:trace contextRef="#ctx0" brushRef="#br0" timeOffset="70499.4758">11788 4029,'0'25,"0"1,0-1,0 1,0-1,0 0,26 1,-26-1,0 1,0-1,0 0,0 1,0-1,25-25,-25 26,25-26,1 0,-1 0,1 0,-1 0,-25-26,25 26,1-25,-26-1,0 1,0 0,0-1,0 1,0-1,0 52,0 25,51-26,-26 0,-25 1,25-26,1 25,-26 1,25-26,1 0,-1 25,0-25,1 0,-1 0,1-25,-1-1,-25 1,25 25,-25-51,0 26,0-1,0 1,0-1,0 1,0 0,0-1,-25 26,25-25,-25-1,-1 1</inkml:trace>
          <inkml:trace contextRef="#ctx0" brushRef="#br0" timeOffset="71600.7599">12576 4156,'0'0,"50"25,-24-25,-1 0,1 0,-1 0,0-50,1 50,-1 0,1-26,-1 26,0-25,1 25,-1 0,-25-26,0 1,0 0,-51-1,26 26,0 0,-1 0,26 51,-25-51,-1 25,1-25,25 26,-25-1,25 1,0-1,0 0,0 1,0-1,0 1,0-1,25 0,-25 1,0-1,25-25,-25 26,26-26,-1 0,1 0,-1 0,0 0,1-26,-1 26,-25-25,26 25,-1-51,0 51,-25-25,26-1,-26 1,25-1,-25 1,0 0,0-1,0 1,0-1,0 1,0 0,-25 25,-1 0,1 25,25 26,0-26,0 1,0-1,0 0,0 1,0-1,25 1,-25-1,0 0,26 1,-26-1,25 1,1-1,-26 0,25-25,-25 26,25-26,1 0,-26-26,25 26,-25-25,26-26,-26 26,25-1,-25 1,25 0,-25-1,0 1,26-1,-26 1,0 0,25-1,-25 1,0 76,0-26,26 0,-26 26,0-25,0-1,0 0,0 1,0-1,0-76,0 26,0 0,25-1,-25 1,0-1,0 1,25 0,1-1,-1 26,-25-25,26 25,-1 0,0 0,1 0,-26 51,25-26,-25 0,0 1,26-1,-26 1,0-1,25-25,-25 25,25-25,1 0,-1 0,1 0,-1-25,0 0,1-1,-1 1,-25-1</inkml:trace>
        </inkml:traceGroup>
        <inkml:traceGroup>
          <inkml:annotationXML>
            <emma:emma xmlns:emma="http://www.w3.org/2003/04/emma" version="1.0">
              <emma:interpretation id="{722E3D23-34B0-44EB-A60C-AB8D33FA55B7}" emma:medium="tactile" emma:mode="ink">
                <msink:context xmlns:msink="http://schemas.microsoft.com/ink/2010/main" type="inkWord" rotatedBoundingBox="17670,5496 19298,5464 19307,5968 17680,5999"/>
              </emma:interpretation>
              <emma:one-of disjunction-type="recognition" id="oneOf11">
                <emma:interpretation id="interp50" emma:lang="en-US" emma:confidence="0.5">
                  <emma:literal>one</emma:literal>
                </emma:interpretation>
                <emma:interpretation id="interp51" emma:lang="en-US" emma:confidence="0">
                  <emma:literal>One</emma:literal>
                </emma:interpretation>
                <emma:interpretation id="interp52" emma:lang="en-US" emma:confidence="0">
                  <emma:literal>ones</emma:literal>
                </emma:interpretation>
                <emma:interpretation id="interp53" emma:lang="en-US" emma:confidence="0">
                  <emma:literal>once</emma:literal>
                </emma:interpretation>
                <emma:interpretation id="interp54" emma:lang="en-US" emma:confidence="0">
                  <emma:literal>Une</emma:literal>
                </emma:interpretation>
              </emma:one-of>
            </emma:emma>
          </inkml:annotationXML>
          <inkml:trace contextRef="#ctx0" brushRef="#br0" timeOffset="97423.2807">14963 4181,'0'-25,"26"25,-26-51,-26 51,1 0,-26 0,26 0,-1 0,1 51,-1-51,1 25,0-25,-1 26,1-1,-1-25,1 26,25-1,-25 0,25 1,-26-1,26 1,0-1,0 0,0 1,51-1,-51 1,25-26,-25 25,51-25,-51 25,26-25,-1 0,0 26,1-26,-1 0,1 0,-1 0,0-51,1 51,-26-25,25 25,1-26,-26 1,25-1,-25 1,0 0,0-1,0 1,0-1,-25 26,25-25,-51 25,51-25,-26 25,26-26,-25 26,0-25,-1 25,26-26,26 26,-1-25,0 25,1 0,-1-25,1 25,-1 0,-25-26,25 26,1 0,-1 0,-25-25,26 25,-1 0,0 0,1 0,-1 0,1 0,-1 0,0 0,1 0,-26 51,0 25,0-51,0 26,0-26,-26 26,26-25,-25 24,25-24,-25-1,25 1,-26-26,26 25,-25 0,25-50,25 25,-25-25,26-1,-1 1,0-1,-25 1,26 25,-26-25,25 25,1-26,-1 26,-25-25,25-1,1 1,-1 25,-25-25,26 25,-1 0,-25-26,25 26,-25 26,0-1,0 0,0 1,0-1,26 1,-1-1,1 0,-1-25,0 0,1 0,-1 0,1 0,-1 0,0-25,1 25,-1-25,1 25,-1-26,0 26,1-25,-1-1,-25 1,26 0,-26-1,0 1,0-1,0 1,-51 25,51-25,0-1,-26 26,26-25,0 76,-25-51,25 25,0 26,0-26,0 1,-25-1,25 0,0 1,0-1,0 1,0-1,50 0,-50 1,26-1,-1 1,1-26,-1 0,0 0,1 0,-1 0,-25-26,26 26,-1-25,0-1,-25 1,26 0,-26-1</inkml:trace>
        </inkml:traceGroup>
        <inkml:traceGroup>
          <inkml:annotationXML>
            <emma:emma xmlns:emma="http://www.w3.org/2003/04/emma" version="1.0">
              <emma:interpretation id="{FFA85775-9969-415D-9619-A8F36F99A1E0}" emma:medium="tactile" emma:mode="ink">
                <msink:context xmlns:msink="http://schemas.microsoft.com/ink/2010/main" type="inkWord" rotatedBoundingBox="20000,5103 24253,5020 24279,6360 20026,6443"/>
              </emma:interpretation>
              <emma:one-of disjunction-type="recognition" id="oneOf12">
                <emma:interpretation id="interp55" emma:lang="en-US" emma:confidence="0.5">
                  <emma:literal>dependent</emma:literal>
                </emma:interpretation>
                <emma:interpretation id="interp56" emma:lang="en-US" emma:confidence="0">
                  <emma:literal>dependents</emma:literal>
                </emma:interpretation>
                <emma:interpretation id="interp57" emma:lang="en-US" emma:confidence="0">
                  <emma:literal>dependence</emma:literal>
                </emma:interpretation>
                <emma:interpretation id="interp58" emma:lang="en-US" emma:confidence="0">
                  <emma:literal>dependency</emma:literal>
                </emma:interpretation>
                <emma:interpretation id="interp59" emma:lang="en-US" emma:confidence="0">
                  <emma:literal>dependently</emma:literal>
                </emma:interpretation>
              </emma:one-of>
            </emma:emma>
          </inkml:annotationXML>
          <inkml:trace contextRef="#ctx0" brushRef="#br0" timeOffset="99657.8321">17198 4156,'0'-25,"0"-1,-25 26,25-25,-25 25,-1 0,1 0,-1 0,1 0,0 0,-1 0,1 51,-1-26,26 0,0 1,-25-1,25 1,0-1,0 0,0 1,0-1,0 1,0-1,0 0,51 1,-26-1,1-25,-1 0,0 0,-25-25,26 25,-1-51,-25 26,26-1,-26 1,25-1,0 1,-25 0,26-26,-26 25,25 1,1-26,-26 26,25-1,-25-24,0 24,25 1,-25-1,0-24,0 24,0 1,0-1,0 1,0 0,-25 25,25 25,0 26,0-26,0 1,-25-1,25 0,0 1,0-1,0 26,0-26,0 1,0 25,0-26,50 26,-50-26,0 1,0-1,26 0,-26 1,0-1,25-25,-25 26,26-26,-1 0,0 0,1-26,-1 1,1-26,-26 26,25 25,-25-26,0 1,0-1,0 1,25 0,-25-1,0 1,-50 25,24 0,1 51,-1-1,26-24,-25-1,0 1,25 24,0-24,0-1,-26-25,26 26,0-1,0 0,51 1,-26-26,26 0,-25 0,-1 0,0 0,1-26,-1 26,1 0,-1-50,0 50,1-26,-1 26,1-51,-1 51,0-25,1 25,-26-25,25 25,1-26,-26 1,25-1,-25 1,0 0,0-1,0 1,-51 25,51-26,0 1,-25 0,25-1,0 1,0-1,0 1,0 0,0-1,0 1,-26 25,26-26,0 1,0 76,0-26,0 1,0 24,0-24,0-1,0 26,0 0,0 0,0-26,0 26,0 0,0 25,0-25,0-1,0 1,0 25,0-25,0 0,0 0,0-26,0 26,0-26,0 26,0-25,0-1,0 0,0 1,0-1,0 1,0-77,0 25,0 1,0 0,0-1,0 1,0-26,0 0,0 0,0 26,0-51,0 25,0 0,0 0,0 1,26-1,-26 0,25 26,-25-26,51 25,-51 1,25 0,1-1,-1 26,1-25,-1 25,0 0,1 0,-26 51,25-51,-25 50,0-24,0-1,0 1,0-1,0 0,0 1,-51-1,51 1,-25-26,25 25,-25-25,25 25,-26-25,26-25</inkml:trace>
          <inkml:trace contextRef="#ctx0" brushRef="#br0" timeOffset="100564.0016">18418 4207,'25'0,"0"0,1 0,-1 0,1 0,-1 0,0 0,1 0,-26-26,0 1,-51 25,51-25,-25 25,-1 0,1 0,-1 0,1 0,25 25,-25-25,-1 0,26 25,-25 1,25-1,0 1,0-1,0 0,0 1,0-1,0 1,0-1,51 0,-51 1,0-1,25 1,0-26,1 0,-1 0,-25-26,26 26,-1-51,0 51,-25-25,26 0,-1-1,-25 1,26-1,-26 1,25 0,-25-1,0 1,0-1,25 26,-25 51,26-51,-26 26,0-1,0 26,0-26,0 1,0-1,0-76,0 26,0-26,0 26,0-1,0 1,0-1,25 1,-25 0,26 25,-26-26,25 26,0 0,1 0,-1 0,1 0,-26 26,25-26,-25 25,25 0,-25 1,0-1,26-25,-26 26,0-1,25 0,-25 1,0-1,0 1,26-26,-26 25,0 0,25-25,-25 26,25-77,-25 26,26 25,-26-26,25 1,-25-1,26 26</inkml:trace>
          <inkml:trace contextRef="#ctx0" brushRef="#br0" timeOffset="102130.8869">19535 4156,'26'-25,"-26"-1,0 1,-26 25,1 0,-1 0,1 0,0 0,-1 0,1 51,-1-51,1 25,0-25,25 25,-26 1,26-1,0 1,0-1,0 0,0 1,0-1,0 1,0-1,0 0,26 1,-1-26,0 0,1 0,-26-51,25 26,-25-26,26 25,-26 1,0 0,0-1,0 1,0-1,0-24,0 24,0-25,0 26,25-26,-25 26,0-1,0-24,0 24,0 1,0-1,0 1,0 0,0-1,0 1,0-1,0 1,0 50,0 26,0-25,0-1,0 26,0-26,51 26,-51 0,0-26,0 26,0-26,0 26,0-25,0-1,0 0,0 1,0-1,0 1,0-1,0 0,25-25,1 0,-1 0,26-25,-26 25,1-25,-1 25,0-26,1 26,-26-51,25 26,1 25,-26-25,25-1,-25 1,0-1,0 1,25 0,-25-1,0 1,0-1,0 1,-50 25,50-25,-26 25,1 0,-1 50,1 1,0-25,25-1,-26 26,26-26,-25 1,25 24,0-24,-26-1,26 1,0-1,0 0,0 1,0-1,51-25,-51 26,26-26,-1 0,0 0,1 0,-1-51,1 25,-1 1,0 0,1-1,-26 1,25 25,-25-26,26 26,-26-25,25 0,-25-1,25 26,-25 26,26-26,-26 25,0 26,0-26,25-25,-25 26,0-1,0 0,0 1,0-1,0 1,0-1,0-76,0 26,26 25,-26-51,0 26,25-1,-25 1,25-1,-25 1,26 0,-26-1,25 26,-25-25,26 25,-1 0,0 0,-25 51,26-51,-1 0,-25 50,26-24,-26-1,25 1,-25-1,25-25,-25 25,0 1,26-26,-26 25,0 1,25-26,1 0,-1 0,-25-26,25 26,-25-51,26 51,-26-25,0 0,25-1,-25 1,0-26,0 26,26-1,-26-25,0 26,0-26,25 0,-25 26,0-26,0 26,25-26,-25 26,0-1,0 1,0 50,-25 26,25-26,0 1,0 25,0-26,-25 0,25 26,0-25,0-1,0 0,0 26,0-25,0-1,0 0,0 1,0-1,0 1</inkml:trace>
          <inkml:trace contextRef="#ctx0" brushRef="#br0" timeOffset="102331.4661">20602 3902,'0'0,"0"-25,25 25,26 0,0-26,-26 26,26 0,0 0,25 0,-25 0,0 0,-26 0,26 0,-26-25,1 25,-26-26</inkml:trace>
        </inkml:traceGroup>
      </inkml:traceGroup>
    </inkml:traceGroup>
    <inkml:traceGroup>
      <inkml:annotationXML>
        <emma:emma xmlns:emma="http://www.w3.org/2003/04/emma" version="1.0">
          <emma:interpretation id="{1F1D55C3-2C05-42BF-BDAE-A3075E0CB5A2}" emma:medium="tactile" emma:mode="ink">
            <msink:context xmlns:msink="http://schemas.microsoft.com/ink/2010/main" type="paragraph" rotatedBoundingBox="3081,6769 20173,6383 20210,8013 3118,839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C1B599A-DB9B-4DEA-B0E6-DD4EF2D9CBFF}" emma:medium="tactile" emma:mode="ink">
              <msink:context xmlns:msink="http://schemas.microsoft.com/ink/2010/main" type="line" rotatedBoundingBox="3081,6769 20173,6383 20210,8013 3118,8399"/>
            </emma:interpretation>
          </emma:emma>
        </inkml:annotationXML>
        <inkml:traceGroup>
          <inkml:annotationXML>
            <emma:emma xmlns:emma="http://www.w3.org/2003/04/emma" version="1.0">
              <emma:interpretation id="{4D4EFD2C-A280-4965-BDDC-A970A8F5B4FE}" emma:medium="tactile" emma:mode="ink">
                <msink:context xmlns:msink="http://schemas.microsoft.com/ink/2010/main" type="inkWord" rotatedBoundingBox="3081,6769 5030,6725 5055,7795 3105,7839"/>
              </emma:interpretation>
              <emma:one-of disjunction-type="recognition" id="oneOf13">
                <emma:interpretation id="interp60" emma:lang="en-US" emma:confidence="0.5">
                  <emma:literal>and</emma:literal>
                </emma:interpretation>
                <emma:interpretation id="interp61" emma:lang="en-US" emma:confidence="0.5">
                  <emma:literal>an d</emma:literal>
                </emma:interpretation>
                <emma:interpretation id="interp62" emma:lang="en-US" emma:confidence="0">
                  <emma:literal>An d</emma:literal>
                </emma:interpretation>
                <emma:interpretation id="interp63" emma:lang="en-US" emma:confidence="0">
                  <emma:literal>ands</emma:literal>
                </emma:interpretation>
                <emma:interpretation id="interp64" emma:lang="en-US" emma:confidence="0">
                  <emma:literal>and.</emma:literal>
                </emma:interpretation>
              </emma:one-of>
            </emma:emma>
          </inkml:annotationXML>
          <inkml:trace contextRef="#ctx0" brushRef="#br0" timeOffset="108379.6413">485 5934,'26'-25,"-26"-1,25 26,-25-25,0-1,-51 26,26-25,-1 25,26-25,-25 25,0 0,-1 0,1 0,-1 0,1 0,25 25,-25-25,-1 0,1 25,-1-25,1 51,0-25,-1-1,1 0,-1 1,26-1,-25 1,0-1,25 0,0 1,0-1,25 1,0-26,-25 25,51-25,-25 0,-1 0,0 0,1 0,-1 0,1 0,-1-25,0 25,1 0,-26-51,25 51,-25-26,26 26,-26-25,25 0,-25-1,0 1,0-1,25 1,-25 0,0-1,0 1,0-1,26 26,-26 26,0 25,-26-1,26-24,0-1,0 1,0-1,0 0,0 1,0-1,0 1,0-1,26 0,-26 1,25-26,1 0,-1-26,0 26,1-50,-1 24,1-25,-1 26,-25 0,0-1,25 26,-25-25,0-1,0 1,26 25,-26-25,0-1,25 26,1 26,-26 24,0-24,0-1,25 1,-25-1,0 0,0 1,25-1,-25 1,0-1,0 0,0 1,26-26,-26 25,0-76,25 51,-25-25,0-26,26 51,-26-25,0-1,0 1,25 0,-25-1,0 1,0-1,25 26,-25 26,26-1,-26 1,25-1,-25 0,26-25,-1 0,0 0,1 0,-1 0,1 0,-1 0,0 0,1 0,-1 0,-25-25,26 25,-26-25,25 25,-25-26,25 26</inkml:trace>
          <inkml:trace contextRef="#ctx0" brushRef="#br0" timeOffset="108990.0155">1628 5934,'26'-25,"-1"25,0-26,1 26,-26-25,25 25,1-26,-52 26,-25 0,26 0,0 0,-26 0,25 0,1 0,0 0,-1 26,1-1,-1-25,26 51,-25-26,25 1,-25-1,25 1,0-1,-26 0,26 1,0-1,0 1,0-1,0 0,51-25,-26 0,1 0,-1-50,1 24,-1 26,-25-51,25 26,1 0,-26-1,25 1,1-1,-26 1,25 0,-25-26,0 25,25 1,-25-26,0 26,26-26,-26 0,0 26,0-26,0 0,0 26,0-1,0-24,0 24,0 1,0-1,0 77,0 0,0-26,0 1,0-1,0 26,0 0,0 0,0-26,0 26,0 0,0-1,0 1,0 25,0-25,0 0,0 0,25 0,-25-1,0-24,26 25,-26-26,25 0,-25 1,25-26,-25 25,26-25,-1 0,1 0,-1-51,0 51</inkml:trace>
        </inkml:traceGroup>
        <inkml:traceGroup>
          <inkml:annotationXML>
            <emma:emma xmlns:emma="http://www.w3.org/2003/04/emma" version="1.0">
              <emma:interpretation id="{64E76E8C-0FA8-4250-AC49-F4F3452A0C4D}" emma:medium="tactile" emma:mode="ink">
                <msink:context xmlns:msink="http://schemas.microsoft.com/ink/2010/main" type="inkWord" rotatedBoundingBox="5678,7149 7381,7111 7393,7665 5691,7704"/>
              </emma:interpretation>
              <emma:one-of disjunction-type="recognition" id="oneOf14">
                <emma:interpretation id="interp65" emma:lang="en-US" emma:confidence="0.5">
                  <emma:literal>one</emma:literal>
                </emma:interpretation>
                <emma:interpretation id="interp66" emma:lang="en-US" emma:confidence="0">
                  <emma:literal>once</emma:literal>
                </emma:interpretation>
                <emma:interpretation id="interp67" emma:lang="en-US" emma:confidence="0">
                  <emma:literal>ore</emma:literal>
                </emma:interpretation>
                <emma:interpretation id="interp68" emma:lang="en-US" emma:confidence="0">
                  <emma:literal>ones</emma:literal>
                </emma:interpretation>
                <emma:interpretation id="interp69" emma:lang="en-US" emma:confidence="0">
                  <emma:literal>oncer</emma:literal>
                </emma:interpretation>
              </emma:one-of>
            </emma:emma>
          </inkml:annotationXML>
          <inkml:trace contextRef="#ctx0" brushRef="#br0" timeOffset="111148.208">3025 5807,'0'0,"0"-25,-25 25,-26 0,26 0,-1 0,1 0,-1 0,1 0,0 0,25 25,-26-25,1 0,25 25,-26-25,1 0,25 26,-25-1,-1 1,1-1,25 0,-26 26,26-25,0 24,0-24,0-1,0 1,0-1,51 0,-51 1,51-26,-26 25,1-25,-1 0,26 0,-26 0,1-51,-1 51,1-25,-1 25,-25-51,25 51,-25-25,26-1,-26 1,0 0,0-1,0 1,-51-1,26 1,-1 0,-25 25,51-26,0 1,0-1,51 26,-25-25,-1 25,0 0,26-25,-25 25,-1-26,0 26,1 0,-1-25,1 25,-1 0,0 0,1 0,-1 0,-25 25,26-25,-26 26,25-26,-25 50,25-24,-25-1,0 1,0-1,0 0,0 1,0-1,0 1,0-1,0 0,0 1,-25-26,0 0,25-26,0 1,0 0,0-1,0 1,0-1,50 1,-50 0,26-1,-1 1,1 25,-1 0,0-26,1 26,-1 0,1 0,-1 0,0 0,1 0,-1 0,1 0,-26 26,0-1,0 1,0-1,0 0,0 1,0-1,0 1,0-1,0 0,0 1,50-1,-50 1,26-26,-26 25,25-25,1 0,-1 0,-25-51,25 51,1-25,-1 25,1-51,24 26,-24-1,-1 1,1-1,-1 1,-25 0,25-1,1 1,-26-1,0 1,-26 25,1 0,0 0,-1 0,26 25,-25-25,25 26,-26-1,1 1,25-1,-25 0,25 1,0 25,-26-26,26 0,0 1,0-1,0 1,0-1,0 0,51 1,-26-26,-25 25,26-25,-1 0,1 0,-1 0,0 0,1-51,-1 51,26-25,-26 25,26-51</inkml:trace>
        </inkml:traceGroup>
        <inkml:traceGroup>
          <inkml:annotationXML>
            <emma:emma xmlns:emma="http://www.w3.org/2003/04/emma" version="1.0">
              <emma:interpretation id="{9B02E530-E2F7-4C0D-905A-7F4B9BB249AF}" emma:medium="tactile" emma:mode="ink">
                <msink:context xmlns:msink="http://schemas.microsoft.com/ink/2010/main" type="inkWord" rotatedBoundingBox="8140,6896 14778,6746 14810,8135 8172,8285"/>
              </emma:interpretation>
              <emma:one-of disjunction-type="recognition" id="oneOf15">
                <emma:interpretation id="interp70" emma:lang="en-US" emma:confidence="0.5">
                  <emma:literal>independent</emma:literal>
                </emma:interpretation>
                <emma:interpretation id="interp71" emma:lang="en-US" emma:confidence="0">
                  <emma:literal>independents</emma:literal>
                </emma:interpretation>
                <emma:interpretation id="interp72" emma:lang="en-US" emma:confidence="0">
                  <emma:literal>independent's</emma:literal>
                </emma:interpretation>
                <emma:interpretation id="interp73" emma:lang="en-US" emma:confidence="0">
                  <emma:literal>independently</emma:literal>
                </emma:interpretation>
                <emma:interpretation id="interp74" emma:lang="en-US" emma:confidence="0">
                  <emma:literal>independents'</emma:literal>
                </emma:interpretation>
              </emma:one-of>
            </emma:emma>
          </inkml:annotationXML>
          <inkml:trace contextRef="#ctx0" brushRef="#br0" timeOffset="112382.0739">5057 6036,'0'0,"0"-51,26 51,-1 0,-25-26,25 26,-25-25,26 25,-26-25,25 25,1-26,-1 1,0 25,-25-26,26 26,-1 0,-25-25,26 25,-26-25,0-1,-26 26,1 26,-1-1,1-25,0 0,25 25,0 1,-26-26,26 25,0 1,0-1,0 0,0 1,0 25,0-26,51 0,-51 1,25-1,-25 1,26-1,-26 0,25-25,1 0,-1 0,0 0,1 0,-1 0,1-25,-1-26,0 26,1-1,-1 1,-25 0,26-1,-1 1,-25-1,0 1,25 0,-25-1,0 1,0-1,26 26,-26-25,25 25,-25-25,26 25,-26-26,25 26,-25 26,25-26,-25 50,0-24,0-1,0 1,0-1,-25 0,25-50,0 0,25 25,-25-51,51 51,-51-26,26 1,-1 25,0-25,1 25,-26-26,25 26,-25-25,26 25,-1 0,-25 51,25-51,-25 25,26 0,-1-25,1 26,-26-1,25-25,-25 26,25-1,1 0,-1 1,1-26,-1 0,0-51,1 26,-1-26,-25 25</inkml:trace>
          <inkml:trace contextRef="#ctx0" brushRef="#br0" timeOffset="112551.0524">5845 5502,'0'0,"-51"-25,25 25</inkml:trace>
          <inkml:trace contextRef="#ctx0" brushRef="#br0" timeOffset="114268.877">6784 5807,'0'-51,"-25"51,-26 0,51 26,-25-26,-1 0,1 25,0-25,-1 0,1 25,-1 1,26-1,-25 1,25-1,0 0,0 1,0-1,0 1,0-1,0 0,0 1,0-1,25 1,26-26,-25 0,-1-26,0 26,1-25,-1-1,-25-24,26 24,-1 1,0-1,-25-24,0 24,26 1,-26-1,0 1,0 0,0-1,0 1,0-1,0 1,0-26,0 26,-26-1,26 1,0 0,0-1,-25 26,25 51,-25-26,25 26,0-25,0 24,-26-24,26-1,0 26,0-26,0 26,0-25,26-1,-26 26,50-26,-50 1,51 24,-51-24,26-1,-1-25,0 26,1-26,-26 25,25-25,1 0,-1 0,0 0,-25-25,26 25,-1-51,1 0,-26 26,25-1,-25 1,25-1,-25-24,26 24,-26 1,0-1,-26 26,1 0,25 26,-25-26,25 25,0 1,0-1,0 0,0 1,0-1,0 1,0-1,25 0,-25 1,0-1,51-25,-51 26,25-26,-25 25,26-25,-1 0,0 0,1-25,-1 25,-25-26,26 26,-1-51,-25 26,25 0,1-1,-26 1,0-1,25 1,-25 0,0-1,0 1,0-1,0 1,0 0,0-1,0 1,-25-1,25 1,0 0,0-1,-26 1,26-1,0 1,0 0,0 50,26 26,-26 0,0-26,0 0,0 1,0 25,0-26,0 26,0 0,0-1,0 1,0 0,25 25,-25-25,0 25,26 0,-26-25,0 25,25-25,-25 0,25 0,-25 0,0-26,0 26,0-26,0 1,26-1,-26-76,0 26,0-1,0 1,0-26,-26 26,26-26,0 0,-25 0,25 1,0-1,-25 0,25-25,0 25,0 0,0-25,0 25,0 0,50 26,-50-26,26 26,-26-1,51 1,-26 0,0-1,1 26,-1 0,1-25,-1 25,0 0,1 0,-1 0,1 51,-26-26,0 0,0 1,-51-1,51 1,-26-1,26 0,-50-25,24 26,1-1,-1 1,1-26,0 25,-1-25,1 25,-1-25,1 0,0 0,25-50,0-1</inkml:trace>
          <inkml:trace contextRef="#ctx0" brushRef="#br0" timeOffset="116242.5379">8258 5832,'25'0,"0"0,1 0,-1 0,1-25,-1 25,0-25,1 25,-1-26,1 1,-26-1,-26 26,1 0,-26 0,26 0,-1 0,1 26,-1-26,1 0,0 51,-1-51,1 0,-1 0,26 25,-25-25,0 25,-1-25,26 26,-25-1,25 1,0-1,0 0,0 1,0-1,51 1,-51-1,25 0,-25 1,51-26,0 25,-26-25,0 0,1 0,-1 0,1 0,24 0,-24-25,-1 25,1-51,-1 51,0-25,1 25,-26-26,25 1,1-1,-1 26,-25-25,25 0,1 25,-26-26,25 1,1 25,-1-26,0 26,-25-25,0 50,51-25,-25 0,-26 26,0-1,0 1,25-1,-25 0,0 1,0-1,0 1,25-26,-25-26,26-25,-1 26,-25 0,26-26,-26 25,25 1,-25 0,0-1,25 1,-25-1,26 1,-1 25,1 0,-1 51,0-51,1 25,-1-25,1 26,-1-26,-25 25,25-25,-25 25,26 1,-1-1,-25 1,26-26,-26 25,0 0,25-25,0 0,-25-25,26 0,-1 25,1-26,-1-25</inkml:trace>
          <inkml:trace contextRef="#ctx0" brushRef="#br0" timeOffset="117923.7305">9832 5782,'26'0,"-26"-26,-26 26,-24 0,24 0,1 0,-1 0,1 0,0 0,-1 26,1-26,25 25,0 0,-26 1,26-1,0 1,0-1,0 0,0 1,0-1,26 1,-1-26,26 0,-26-51,1 51,-1-26,1-24,-1 50,-25-26,25 1,1-1,-26 1,25 0,1-1,-26 1,0-1,25 1,-25-26,0 26,0-1,0 1,25 0,-25-1,0 1,0-1,0 1,0 0,0 50,-50 26,50-26,0 1,-26-1,26 26,0-26,0 26,-25-26,25 1,0 25,0-26,0 0,0 1,0 25,51-26,-51 0,50 1,-24-1,-1 1,26-1,-26 0,1-25,-1 0,1 0,-1 0,26 0,-26-50,1 50,-1-51,0 25,1 1,-26 0,25-1,-25 1,26-1,-26 1,0 0,0-1,0 1,0-1,-51 1,25 25,-24 0,24 0,1 51,-1-51,1 25,0 26,25-26,-26 1,26-1,0 1,0-1,0 0,0 1,0-1,0 1,26-1,24 0,-24-25,-1 0,1 0,-1 0,0-25,1 0,-1 25,1-51,-1 25,0 1,1 0,-26-1,25 26,-25-25,26 25,-26-26,25 26,0 0,1 0,-26 26,25-26,-25 51,26-1,-26-24,25-1,-25 1,0-1,0 0,25-25,-25-25,0-26,26 51,-26-25,0-1,25 1,-25 0,0-1,26 1,-26-1,25 26,-25-25,25 25,-25-25,26 25,-1 0,1 25,-1-25,0 0,-25 25,26-25,-1 0,-25 26,26-26,-1 0,-25 25,25-25,1 0,-26 26,25-26,1 0,-1 0,0 0,1 0,-26-26,25 1,-25-1,0 1,0 0,0-1,0 1,0-1,0 1,0-26,0 26,-25-26,25 26,0-26,0 25,0 1,0 0,0-1,0 1,0 76,0-26,0 0,0 1,0-1,0 1,0 24,25-24,-25 25,0-26,0 26,26 0,-26-26,0 26,0-26,0 26,0-26,0 1,0-1,0 1,0-1,25-25,0-51,-25 0,26 26,-26-26,0 26,0-1,0-24,0 24,0 1,0-1,-26 1,26 0,0-1,-25 1,25-1,-25 26,50 0,-25 26,25-26,1 0,-1 0,1 0,-1 0,0 0,26 0,-25 0,-1-51,0 51,1-25,25 25</inkml:trace>
        </inkml:traceGroup>
        <inkml:traceGroup>
          <inkml:annotationXML>
            <emma:emma xmlns:emma="http://www.w3.org/2003/04/emma" version="1.0">
              <emma:interpretation id="{D0BC9592-4290-4944-A9A4-58848D38564F}" emma:medium="tactile" emma:mode="ink">
                <msink:context xmlns:msink="http://schemas.microsoft.com/ink/2010/main" type="inkWord" rotatedBoundingBox="15640,6690 20178,6588 20194,7323 15657,7425"/>
              </emma:interpretation>
              <emma:one-of disjunction-type="recognition" id="oneOf16">
                <emma:interpretation id="interp75" emma:lang="en-US" emma:confidence="0.5">
                  <emma:literal>variable</emma:literal>
                </emma:interpretation>
                <emma:interpretation id="interp76" emma:lang="en-US" emma:confidence="0">
                  <emma:literal>variables</emma:literal>
                </emma:interpretation>
                <emma:interpretation id="interp77" emma:lang="en-US" emma:confidence="0">
                  <emma:literal>Variable</emma:literal>
                </emma:interpretation>
                <emma:interpretation id="interp78" emma:lang="en-US" emma:confidence="0">
                  <emma:literal>Variables</emma:literal>
                </emma:interpretation>
                <emma:interpretation id="interp79" emma:lang="en-US" emma:confidence="0">
                  <emma:literal>variably</emma:literal>
                </emma:interpretation>
              </emma:one-of>
            </emma:emma>
          </inkml:annotationXML>
          <inkml:trace contextRef="#ctx0" brushRef="#br0" timeOffset="118759.1693">12550 5528,'51'0,"-26"0,1 0,-1 50,-25-24,26-26,-26 51,25-51,-25 50,0-24,25-1,-25 1,0-1,26 0,-26 1,0-1,0 1,25-26,-25 25,26 0,-1-25,0-50,1 24,-1 26,-25-25,26 25,-1-51,-25 26,25 25,-25-26,26 1,-26-1,0 1,25 25,-25-25,26-1,-26 1,25 25,-25-26,25 26</inkml:trace>
          <inkml:trace contextRef="#ctx0" brushRef="#br0" timeOffset="119845.0071">13515 5578,'-25'0,"0"0,-1 0,1-25,-1 25,1 0,25 25,0 1,-25-26,25 51,-26-26,26 0,0 1,-25-1,25 1,-26-1,26 0,0 1,-25-1,25 1,51-26,-26 0,1 0,-26-26,25 26,0 0,1-51,-1 26,-25 0,26-1,-26 1,0-1,0 1,0 0,0-1,0 1,0-1,0 1,0 0,0 75,0 1,0-25,0-1,0 0,0 1,0 25,0-26,0 0,0 1,0-1,50 1,-50-1,26 0,-1-25,1 0,-1 0,-25-25,25 25,1-25,-1-1,1 26,-1-25,0-1,1 26,-26-25,0 0,0-1,0 1,25 25,-25-26,0 1,0 0,26 25,-26-26,25 26,0 0,1 26,-26-1,0 26,25-51,-25 25,0 1,0-1,0 0,26 1,-26-1,25 1,-25-1,0 0,25-25,1 26,-1-26,1 0,-26-26,25 26,-25-50,25 50,1-26,-1-25,1 26,-26 0,25 25,-25-26,25 1,-25-1,26 1,-26 0,0-1,25 26,-25-25,0-1,0 52,0-1,0 26,0-26,0 1,0-1,0 1,51-1,-26 0,1-25,-1 0</inkml:trace>
          <inkml:trace contextRef="#ctx0" brushRef="#br0" timeOffset="118875.087">13312 5655,'51'-26,"-26"26,1-25</inkml:trace>
          <inkml:trace contextRef="#ctx0" brushRef="#br0" timeOffset="119986.6434">14506 5401,'-25'25</inkml:trace>
          <inkml:trace contextRef="#ctx0" brushRef="#br0" timeOffset="120991.6575">15014 5604,'0'0,"-127"0,102 0,-1 0,1 0,25 25,-26-25,26 26,-25-1,0-25,25 25,-26 1,26-1,-25 1,25-1,-26 0,26 1,0-1,51-25,-25 0,24 0,-24 0,-1 0,1-25,-1 25,0-26,1 26,-26-25,25 25,-25-25,0-1,26 26,-26-25,0-1,25 1,-25 0,0-1,0 1,25 25,-25-26,26 26,-26 26,25 25,-25-26,26-25,-26 25,25-25,0 26,1-26,-26 25,25-25,1 0,-1 0,0 0,1 0,-1 0,1 0,-1 0,-25-25,0-1,0-24,0 24,0 1,-25-1,25 1,0 0,-51-26,51 25,0 1,-26-26,26 26,0-1,0 1,0 0,0-1,-25 26,25-25,0 50,0 1,25-1,-25 0,0 26,0-25,0 24,0 1,0-25,0 24,0 1,0 0,0 0,-25-26,25 1,0 24,-25-24,25-1,25-76,26 26,-51 0,25-26,1 25,-1 1,0 0,1-1,-1 1,-25-1,26 1,-1 25,0-25,1 25,-1 0,1 0,-1 0,0 0,1 0,-26 25,0 0,0 1,0-1,0 1,0-1,0 0,-26 1,26-1,-25 1,0-26,25 25,-26-25,1 0,-1 0,1 0,0 0</inkml:trace>
          <inkml:trace contextRef="#ctx0" brushRef="#br0" timeOffset="121701.0082">15852 5782,'51'0,"-26"0,1 0,-1 0,1 0,-1-51,0 51,26-26,-25 26,-26-25,25 25,-25-25,25-1,-25 1,0-1,0 1,0 0,0-26,0 25,0 1,0 0,-25 25,25-26,0 1,0-1,0 1,-25 25,-1 0,26 25,0 1,-25-26,25 51,-26-26,26 0,-25 1,25-1,0 1,0-1,-25 26,25-26,0 1,0 24,0-24,0-1,50 1,-50-1,26 0,25-25,-26 0,0 0,1 0,-1 0,26 0,-26 0,1 0,-1-25,1 25,-1-25,26 25,-26-51,1 25,-1 1,0 0,1 25,-1-26,-25 1,26 25,-26-26,25 1,-25 0,0-1,0 52,0 24,0-24,-25-1,25 1,0-1,0 0,0 1,0-1,0 1,0-1,50-25,-50 25,0 1,26-26,-1 25,1-25,-1 26,0-26,1 0,-1 0,1 0,-1 0,0 0,1 0,-1-26,1 26,-1 0,-25-25,25 25,1 0,-26-26</inkml:trace>
        </inkml:traceGroup>
      </inkml:traceGroup>
    </inkml:traceGroup>
    <inkml:traceGroup>
      <inkml:annotationXML>
        <emma:emma xmlns:emma="http://www.w3.org/2003/04/emma" version="1.0">
          <emma:interpretation id="{5D88085E-7D87-4860-A57E-4B13620991B6}" emma:medium="tactile" emma:mode="ink">
            <msink:context xmlns:msink="http://schemas.microsoft.com/ink/2010/main" type="paragraph" rotatedBoundingBox="7622,8567 14545,8171 14617,9428 7693,9823" alignmentLevel="5"/>
          </emma:interpretation>
        </emma:emma>
      </inkml:annotationXML>
      <inkml:traceGroup>
        <inkml:annotationXML>
          <emma:emma xmlns:emma="http://www.w3.org/2003/04/emma" version="1.0">
            <emma:interpretation id="{78EE4CEB-3719-4F6A-91E8-D1D85B9C1EB4}" emma:medium="tactile" emma:mode="ink">
              <msink:context xmlns:msink="http://schemas.microsoft.com/ink/2010/main" type="line" rotatedBoundingBox="7622,8567 14545,8171 14617,9428 7693,9823"/>
            </emma:interpretation>
          </emma:emma>
        </inkml:annotationXML>
        <inkml:traceGroup>
          <inkml:annotationXML>
            <emma:emma xmlns:emma="http://www.w3.org/2003/04/emma" version="1.0">
              <emma:interpretation id="{0BBF90B1-24A2-43CA-8E9B-8EA1510FAB5F}" emma:medium="tactile" emma:mode="ink">
                <msink:context xmlns:msink="http://schemas.microsoft.com/ink/2010/main" type="inkWord" rotatedBoundingBox="7624,8600 11452,8382 11522,9605 7693,9823">
                  <msink:destinationLink direction="with" ref="{D8A1D9EC-ACDE-4C58-87B3-24C0145D94DB}"/>
                </msink:context>
              </emma:interpretation>
              <emma:one-of disjunction-type="recognition" id="oneOf17">
                <emma:interpretation id="interp80" emma:lang="en-US" emma:confidence="0.5">
                  <emma:literal>Scatter</emma:literal>
                </emma:interpretation>
                <emma:interpretation id="interp81" emma:lang="en-US" emma:confidence="0.5">
                  <emma:literal>S cater</emma:literal>
                </emma:interpretation>
                <emma:interpretation id="interp82" emma:lang="en-US" emma:confidence="0">
                  <emma:literal>scatter</emma:literal>
                </emma:interpretation>
                <emma:interpretation id="interp83" emma:lang="en-US" emma:confidence="0">
                  <emma:literal>5 cater</emma:literal>
                </emma:interpretation>
                <emma:interpretation id="interp84" emma:lang="en-US" emma:confidence="0">
                  <emma:literal>s cater</emma:literal>
                </emma:interpretation>
              </emma:one-of>
            </emma:emma>
          </inkml:annotationXML>
          <inkml:trace contextRef="#ctx0" brushRef="#br0" timeOffset="145487.2519">5235 7255,'25'0,"-25"-26,26 26,-26-25,25 25,-25-25,26 25,-26-26,25 26,-50 0,-1 0,1 0,-1 0,1 26,-26-26,26 25,-26-25,26 25,-26 1,0-1,0 1,0-1,26-25,-26 25,26 1,-1-1,1 1,0-26,25 25,0 0,0 1,0-1,25 1,26-26,0 25,-26-25,0 0,1 0,-1 0,1 0,-1 0,0 25,1-25,-1 26,1-1,-26 1,0-1,25 26,-25-26,0 26,0-26,0 26,0-25,-51 24,51-24,0-1,-51 1,51-1,-25 0,25 1,-25-1,-1-25,26 26,-25-26,-1 0,1 0,0 0,-1 0,1 0,-1 0,26-26,-25 26,0 0,25-25,-26 25,1-26,25 1,-26 25,26-25,-25 25,25-26,0 1,-25 25</inkml:trace>
          <inkml:trace contextRef="#ctx0" brushRef="#br0" timeOffset="146218.2054">5514 7864,'26'-50,"-1"50,-25-26,26 26,-1 0,-25-25,0-1,-25 26,-26 0,51-25,-26 25,1-25,0 25,25-26,-26 26,1 0,-1 51,1 0,25-26,-25 1,25-1,-26 0,26 26,0-25,0 24,0-24,-25 25,25-26,0 26,0-26,0 1,0 24,51-24,-51-1,25 1,0-1,1-25,-1 0,1 0,-1 0,0-25,1 25,-1-51,1 51,-26-26,25 26,-25-25,25 25,-25-25,0-1,26 26,-26-25,0-1,25 26,-25-25</inkml:trace>
          <inkml:trace contextRef="#ctx0" brushRef="#br0" timeOffset="147147.6901">6200 7890,'0'-26,"-25"26,-1 0,1 0,0-25,-1 25,1 0,-1 0,1 0,0 51,-1-26,1 26,25-26,-26 1,1-1,25 1,-25-1,25 0,-26 1,26-1,0 1,-25-1,25 0,0 1,0-1,0 1,25-26,1 0,-1 0,-25-26,25 26,1-25,-1-1,1 1,-26 0,25-1,-25 1,25 25,-25-26,0 1,26 0,-26-1,25 26,1 0,-26 26,0-1,25-25,-25 25,0 1,25-1,-25 1,0-1,26 0,-1 1,-25-1,26-25,-26 26,25-26,0 0,-25-51,26 51,-26-51,25 51,-25-25,0-1,26-25,-26 26,25 0,-25-1,0-25,25 26,-25-26,26 0,-26 26,0-26,25 0,-25 26,0-26,26 0,-26 26,0-26,25 26,-25-1,0 1,0-26,0 26,0-1,0 1,0 0,0-1,-51 1,51-1,0 1,0 0,0-1,-25 26,25 51,0-26,0 26,0-25,0 24,0 1,0 0,0 0,0 25,0-25,0 0,0-1,25 27,-25-27,0 1,0 0,26 0,-26-26,25 26,-25-26,0 1,25-1,-25 1,0-1,26 0,-1-25,-25-25,0-26</inkml:trace>
          <inkml:trace contextRef="#ctx0" brushRef="#br0" timeOffset="147337.65">6454 7788,'0'0,"-51"-51,51 77,26-26,-26 51,25-51,26 25,-26-25,1 0,-1 0,1 0,-1-51,0 51,-25-25</inkml:trace>
          <inkml:trace contextRef="#ctx0" brushRef="#br0" timeOffset="147770.2309">6835 7407,'0'-51,"0"102,26-102,-26 77,0-1,25 26,-25-26,0 1,25-1,-25 1,0-1,0 26,26 0,-26-26,0 26,0 0,25-1,-25 1,0-25,26 24,-26-24,0-1,25 26,-25-26,0 1,25-1,1-25,-26-25,25 25,-25-51,26 26,-26-1,25 1,-25-26,25 26</inkml:trace>
          <inkml:trace contextRef="#ctx0" brushRef="#br0" timeOffset="147955.3693">6988 7636,'0'0,"-26"25,26 1,0-1,0 0,51-25,-51 26,25-26,1 0,-1 0,1-26</inkml:trace>
          <inkml:trace contextRef="#ctx0" brushRef="#br0" timeOffset="148689.5739">7470 7737,'0'51,"0"-25,0-1,0 0,26 1,-1-26,26 0,-26 0,1 0,-26-26,25 26,-25-25,0 0,0-26,0 25,-51 1,26 0,-1-1,1 26,25-25,0 76,0-26,0 0,0 1,25-1,-25 1,0-1,26 0,-26 1,25 25,-25-26,0 0,26 1,-26-1,0 1,0-1,25 0,-25 1,0-1,25-25,1 0,-1-25,1 25,-1-51,26 26,-26-26,26 25,-26-24,26 24,-25-25,-1 1,0 24,1 1,-26-26,25 26,-25-1,0 1,26 25,-26 25,0 26,25-26,-25 1,0-1,0 1,0-1,25 0,-25 1,0-1,26 1,-26-1,0 0,0 1,25-1,1-25,-1 0,0-51,1 51,-1-50,26 24</inkml:trace>
        </inkml:traceGroup>
        <inkml:traceGroup>
          <inkml:annotationXML>
            <emma:emma xmlns:emma="http://www.w3.org/2003/04/emma" version="1.0">
              <emma:interpretation id="{9044E05B-12CC-4D2B-B368-9B2786F843A3}" emma:medium="tactile" emma:mode="ink">
                <msink:context xmlns:msink="http://schemas.microsoft.com/ink/2010/main" type="inkWord" rotatedBoundingBox="12203,8305 13586,8226 13657,9470 12274,9549">
                  <msink:destinationLink direction="with" ref="{D8A1D9EC-ACDE-4C58-87B3-24C0145D94DB}"/>
                </msink:context>
              </emma:interpretation>
              <emma:one-of disjunction-type="recognition" id="oneOf18">
                <emma:interpretation id="interp85" emma:lang="en-US" emma:confidence="0.5">
                  <emma:literal>Pro</emma:literal>
                </emma:interpretation>
                <emma:interpretation id="interp86" emma:lang="en-US" emma:confidence="0">
                  <emma:literal>Pho</emma:literal>
                </emma:interpretation>
                <emma:interpretation id="interp87" emma:lang="en-US" emma:confidence="0">
                  <emma:literal>Pio</emma:literal>
                </emma:interpretation>
                <emma:interpretation id="interp88" emma:lang="en-US" emma:confidence="0">
                  <emma:literal>Plot</emma:literal>
                </emma:interpretation>
                <emma:interpretation id="interp89" emma:lang="en-US" emma:confidence="0">
                  <emma:literal>Plod</emma:literal>
                </emma:interpretation>
              </emma:one-of>
            </emma:emma>
          </inkml:annotationXML>
          <inkml:trace contextRef="#ctx0" brushRef="#br0" timeOffset="149773.9839">9147 7179,'0'0,"0"25,25 26,-25-26,0 1,0-1,25 0,-25 26,0-25,26 24,-26-24,25 25,-25-1,0-24,0 25,0-26,0 26,26 0,-26-26,0 0,0 1,0-1,0 1,0-52,-51-25,51 26,0 0,-26-1,26-25,-25 1,25 24,-25-50,25 25,0 0,0 1,0-27,0 27,0-1,0 0,50 0,-50 26,26-26,-26 26,51-1,-1 1,-24-1,-1 26,1-25,-1 25,0-25,1 25,-26-26,25 26,1 0,-1 0,-25-25,25 25,1 0,-1 0,-25 51,0-26,0 26,0-26,0 1,0 24,-25-24,25-1,-26 1,26-1,-25 0,-26 1,51-1,-51-25,51 26,-25-26,0 0,25 25,-26-25</inkml:trace>
          <inkml:trace contextRef="#ctx0" brushRef="#br0" timeOffset="150578.2077">9782 7788,'0'26,"0"-52,0 77,0-76,25 25,-25-26,51-25,-51 26,0 0,0-1,25 1,1-1,-26 1,0 0,0-1,0 1,0-26,0 26,0-1,0-25,0 26,0-26,0 26,0-1,0 1,0 0,25 25,-25-26,0 77,0-26,0 1,0-1,0 1,0-1,0 26,0-26,0 26,0-26,0 26,-25 0,25-26,0 26,0 0,0 0,0 0,0-26,0 26,0-26,0 1,0-1,25 0,-25 1,51-1,-26-25,1 0,-1 0,0-25,1 25,-1-51,1 26,-26-1,25 1,-25-1,25 26,-25-25,26 0,-26-1,0 1,25-1,1 1,-1 0,-25 75,25-24,-25 25,26-26,-26 0,0 1,25-1,-25 1,0-1,26 0,-26 1,0-1,25-25,0 26,1-26,-1-51,-25 25,26 26,-26-50,0 24,0 1,0-1,0 1,0 0,0-1,0 1,-26-1,26 1,0 0,-51-1,51 1,0-1,-25 26,0-25,-1 25,1 0,-1 0</inkml:trace>
        </inkml:traceGroup>
        <inkml:traceGroup>
          <inkml:annotationXML>
            <emma:emma xmlns:emma="http://www.w3.org/2003/04/emma" version="1.0">
              <emma:interpretation id="{5E81A288-89F0-4030-8D07-30DAEF875B22}" emma:medium="tactile" emma:mode="ink">
                <msink:context xmlns:msink="http://schemas.microsoft.com/ink/2010/main" type="inkWord" rotatedBoundingBox="14094,8562 14566,8535 14615,9406 14144,9433"/>
              </emma:interpretation>
              <emma:one-of disjunction-type="recognition" id="oneOf19">
                <emma:interpretation id="interp90" emma:lang="en-US" emma:confidence="0.5">
                  <emma:literal>t</emma:literal>
                </emma:interpretation>
                <emma:interpretation id="interp91" emma:lang="en-US" emma:confidence="0">
                  <emma:literal>[</emma:literal>
                </emma:interpretation>
                <emma:interpretation id="interp92" emma:lang="en-US" emma:confidence="0">
                  <emma:literal>z</emma:literal>
                </emma:interpretation>
                <emma:interpretation id="interp93" emma:lang="en-US" emma:confidence="0">
                  <emma:literal>E</emma:literal>
                </emma:interpretation>
                <emma:interpretation id="interp94" emma:lang="en-US" emma:confidence="0">
                  <emma:literal>F</emma:literal>
                </emma:interpretation>
              </emma:one-of>
            </emma:emma>
          </inkml:annotationXML>
          <inkml:trace contextRef="#ctx0" brushRef="#br0" timeOffset="150929.8339">11001 7204,'0'0,"51"-25,-51-1,0 52,0-1,0 26,0-26,0 1,0-1,0 0,0 1,0-1,0 1,25-1,-25 0,0 1,0-1,25 26,-25-26,0 1,26 25,-26-26,0 26,0 0,0-26,25 26,-25-26,0 1,0-1,26 0,-26 1,25-26,0 0,-25-26,26 26,-1-50,-25 24,26 1,-1-1,-25-24</inkml:trace>
          <inkml:trace contextRef="#ctx0" brushRef="#br0" timeOffset="151128.6518">11077 7433,'25'0,"26"0,0 0,0 0,-26 0,1 0,24 0,-24-26,-1 26,26-25,-51-1,25 26</inkml:trace>
        </inkml:traceGroup>
      </inkml:traceGroup>
    </inkml:traceGroup>
    <inkml:traceGroup>
      <inkml:annotationXML>
        <emma:emma xmlns:emma="http://www.w3.org/2003/04/emma" version="1.0">
          <emma:interpretation id="{E0560D59-F2C0-4EA1-9376-F936D642C45B}" emma:medium="tactile" emma:mode="ink">
            <msink:context xmlns:msink="http://schemas.microsoft.com/ink/2010/main" type="paragraph" rotatedBoundingBox="4414,10584 5214,10221 5359,10540 4558,1090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53EDE441-9626-422E-A342-561B56BB9C9F}" emma:medium="tactile" emma:mode="ink">
              <msink:context xmlns:msink="http://schemas.microsoft.com/ink/2010/main" type="line" rotatedBoundingBox="4414,10584 5214,10221 5359,10540 4558,10902"/>
            </emma:interpretation>
          </emma:emma>
        </inkml:annotationXML>
        <inkml:traceGroup>
          <inkml:annotationXML>
            <emma:emma xmlns:emma="http://www.w3.org/2003/04/emma" version="1.0">
              <emma:interpretation id="{1C9D7A91-418A-4EAE-8F2F-672E4EE3594C}" emma:medium="tactile" emma:mode="ink">
                <msink:context xmlns:msink="http://schemas.microsoft.com/ink/2010/main" type="inkWord" rotatedBoundingBox="4414,10584 5214,10221 5359,10540 4558,10902">
                  <msink:destinationLink direction="with" ref="{16066D20-189B-4881-A4AA-43F0193E5FA2}"/>
                </msink:context>
              </emma:interpretation>
              <emma:one-of disjunction-type="recognition" id="oneOf20">
                <emma:interpretation id="interp95" emma:lang="en-US" emma:confidence="0.5">
                  <emma:literal>a</emma:literal>
                </emma:interpretation>
                <emma:interpretation id="interp96" emma:lang="en-US" emma:confidence="0">
                  <emma:literal>n</emma:literal>
                </emma:interpretation>
                <emma:interpretation id="interp97" emma:lang="en-US" emma:confidence="0">
                  <emma:literal>.</emma:literal>
                </emma:interpretation>
                <emma:interpretation id="interp98" emma:lang="en-US" emma:confidence="0">
                  <emma:literal>,</emma:literal>
                </emma:interpretation>
                <emma:interpretation id="interp99" emma:lang="en-US" emma:confidence="0">
                  <emma:literal>m</emma:literal>
                </emma:interpretation>
              </emma:one-of>
            </emma:emma>
          </inkml:annotationXML>
          <inkml:trace contextRef="#ctx0" brushRef="#br1" timeOffset="181208.2358">1730 9058,'-51'51,"26"-26,-26 1,25-1,1-25,25 26,-25-1,-1 0,1 1,25-1,-26-25,26 26,0-1,0 0,-25-25,25 26,25-26,-25-26,26 26,-26-25,0 0,25 25,-25-26,26 1,-26-1,25 26,-25-25,25 0,1-1,-26 1,0-1,25 26,-25-25,26 0,-1-1,0 1,1-1,-1 26,-25-25,26 25,-1 0,-25-25,25 25,1 0,-1 0,1 0,-1 0,0 0,-25 25,26-25,-1 0,1 0,-26 25,25-25,0 0,1 26,-1-26,-25 25,26-25,-1 0,-25 26,25-26,1 0,-26 25,0 0,25-25</inkml:trace>
        </inkml:traceGroup>
      </inkml:traceGroup>
    </inkml:traceGroup>
    <inkml:traceGroup>
      <inkml:annotationXML>
        <emma:emma xmlns:emma="http://www.w3.org/2003/04/emma" version="1.0">
          <emma:interpretation id="{920053F3-3F6E-4AE6-B33C-22DF86A6CF6F}" emma:medium="tactile" emma:mode="ink">
            <msink:context xmlns:msink="http://schemas.microsoft.com/ink/2010/main" type="paragraph" rotatedBoundingBox="6476,14130 8336,12909 8529,13203 6669,1442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9FE7B308-7A1F-48B3-A1A7-ADCAC12636DA}" emma:medium="tactile" emma:mode="ink">
              <msink:context xmlns:msink="http://schemas.microsoft.com/ink/2010/main" type="inkBullet" rotatedBoundingBox="6476,14130 6623,14033 6816,14327 6669,14424"/>
            </emma:interpretation>
            <emma:one-of disjunction-type="recognition" id="oneOf21">
              <emma:interpretation id="interp100" emma:lang="en-US" emma:confidence="0">
                <emma:literal>•</emma:literal>
              </emma:interpretation>
            </emma:one-of>
          </emma:emma>
        </inkml:annotationXML>
        <inkml:trace contextRef="#ctx0" brushRef="#br2" timeOffset="207474.5601">6556 11573,'0'25,"25"-25,-25 26,26-26,-1 0,-25-26,0 52,0-1,0 0,0 1,0-1,0-50,25-1,-25-24,0 24,0 1,0-1,-25 26,0 0</inkml:trace>
      </inkml:traceGroup>
      <inkml:traceGroup>
        <inkml:annotationXML>
          <emma:emma xmlns:emma="http://www.w3.org/2003/04/emma" version="1.0">
            <emma:interpretation id="{A4263B83-39AD-42FC-AD72-9CDEFFA72181}" emma:medium="tactile" emma:mode="ink">
              <msink:context xmlns:msink="http://schemas.microsoft.com/ink/2010/main" type="line" rotatedBoundingBox="8238,13065 8378,12973 8517,13185 8377,13277"/>
            </emma:interpretation>
          </emma:emma>
        </inkml:annotationXML>
        <inkml:traceGroup>
          <inkml:annotationXML>
            <emma:emma xmlns:emma="http://www.w3.org/2003/04/emma" version="1.0">
              <emma:interpretation id="{9426160A-8FFE-4C54-9F69-65483307B51B}" emma:medium="tactile" emma:mode="ink">
                <msink:context xmlns:msink="http://schemas.microsoft.com/ink/2010/main" type="inkWord" rotatedBoundingBox="8238,13065 8378,12973 8517,13185 8377,13277"/>
              </emma:interpretation>
              <emma:one-of disjunction-type="recognition" id="oneOf22">
                <emma:interpretation id="interp101" emma:lang="en-US" emma:confidence="0.5">
                  <emma:literal>V</emma:literal>
                </emma:interpretation>
                <emma:interpretation id="interp102" emma:lang="en-US" emma:confidence="0">
                  <emma:literal>v</emma:literal>
                </emma:interpretation>
                <emma:interpretation id="interp103" emma:lang="en-US" emma:confidence="0">
                  <emma:literal>U</emma:literal>
                </emma:interpretation>
                <emma:interpretation id="interp104" emma:lang="en-US" emma:confidence="0">
                  <emma:literal>.</emma:literal>
                </emma:interpretation>
                <emma:interpretation id="interp105" emma:lang="en-US" emma:confidence="0">
                  <emma:literal>o</emma:literal>
                </emma:interpretation>
              </emma:one-of>
            </emma:emma>
          </inkml:annotationXML>
          <inkml:trace contextRef="#ctx0" brushRef="#br2" timeOffset="208907.748">7140 12233,'0'-25,"0"-1,-25 26,25 51,25-51,-25 26,25-1,1-25,-26 25,0-50,-26 0,26-26,-25 25,0 1,25 0,-26 25,26-26</inkml:trace>
        </inkml:traceGroup>
      </inkml:traceGroup>
    </inkml:traceGroup>
    <inkml:traceGroup>
      <inkml:annotationXML>
        <emma:emma xmlns:emma="http://www.w3.org/2003/04/emma" version="1.0">
          <emma:interpretation id="{133ED075-70A0-4321-9211-96F6BC99889F}" emma:medium="tactile" emma:mode="ink">
            <msink:context xmlns:msink="http://schemas.microsoft.com/ink/2010/main" type="paragraph" rotatedBoundingBox="8280,15112 8407,15112 8407,15214 8280,15214" alignmentLevel="5"/>
          </emma:interpretation>
        </emma:emma>
      </inkml:annotationXML>
      <inkml:traceGroup>
        <inkml:annotationXML>
          <emma:emma xmlns:emma="http://www.w3.org/2003/04/emma" version="1.0">
            <emma:interpretation id="{0400C755-AB3C-456A-A82C-D125EA896A4D}" emma:medium="tactile" emma:mode="ink">
              <msink:context xmlns:msink="http://schemas.microsoft.com/ink/2010/main" type="inkBullet" rotatedBoundingBox="8272,15205 8396,15099 8446,15158 8322,15264"/>
            </emma:interpretation>
            <emma:one-of disjunction-type="recognition" id="oneOf23">
              <emma:interpretation id="interp106" emma:lang="en-US" emma:confidence="0">
                <emma:literal>•</emma:literal>
              </emma:interpretation>
            </emma:one-of>
          </emma:emma>
        </inkml:annotationXML>
        <inkml:trace contextRef="#ctx0" brushRef="#br2" timeOffset="205354.4406">5184 13808,'26'0,"-26"-25,25 25,-25-26,25 26,-25-25,0 50,0 1,0-1,26-25,-26-25,25-1,-25 1,0-1,-25 26</inkml:trace>
      </inkml:traceGroup>
    </inkml:traceGroup>
    <inkml:traceGroup>
      <inkml:annotationXML>
        <emma:emma xmlns:emma="http://www.w3.org/2003/04/emma" version="1.0">
          <emma:interpretation id="{81851FD8-F788-49B6-A3E1-1F6A6579B96F}" emma:medium="tactile" emma:mode="ink">
            <msink:context xmlns:msink="http://schemas.microsoft.com/ink/2010/main" type="paragraph" rotatedBoundingBox="8083,17412 13710,17234 13755,18661 8129,18839" alignmentLevel="5"/>
          </emma:interpretation>
        </emma:emma>
      </inkml:annotationXML>
      <inkml:traceGroup>
        <inkml:annotationXML>
          <emma:emma xmlns:emma="http://www.w3.org/2003/04/emma" version="1.0">
            <emma:interpretation id="{9B92BB14-33AB-4BF7-AA24-8E234CF52E28}" emma:medium="tactile" emma:mode="ink">
              <msink:context xmlns:msink="http://schemas.microsoft.com/ink/2010/main" type="line" rotatedBoundingBox="8083,17412 13710,17234 13755,18661 8129,18839"/>
            </emma:interpretation>
          </emma:emma>
        </inkml:annotationXML>
        <inkml:traceGroup>
          <inkml:annotationXML>
            <emma:emma xmlns:emma="http://www.w3.org/2003/04/emma" version="1.0">
              <emma:interpretation id="{F0663E6E-6E58-4ABD-A0F1-2D11BDC2B7DF}" emma:medium="tactile" emma:mode="ink">
                <msink:context xmlns:msink="http://schemas.microsoft.com/ink/2010/main" type="inkWord" rotatedBoundingBox="8083,17412 13710,17234 13755,18661 8129,18839"/>
              </emma:interpretation>
              <emma:one-of disjunction-type="recognition" id="oneOf24">
                <emma:interpretation id="interp107" emma:lang="en-US" emma:confidence="0.5">
                  <emma:literal>Experience</emma:literal>
                </emma:interpretation>
                <emma:interpretation id="interp108" emma:lang="en-US" emma:confidence="0.5">
                  <emma:literal>E Tp an on I</emma:literal>
                </emma:interpretation>
                <emma:interpretation id="interp109" emma:lang="en-US" emma:confidence="0">
                  <emma:literal>E FP an on I</emma:literal>
                </emma:interpretation>
                <emma:interpretation id="interp110" emma:lang="en-US" emma:confidence="0">
                  <emma:literal>E YP an on I</emma:literal>
                </emma:interpretation>
                <emma:interpretation id="interp111" emma:lang="en-US" emma:confidence="0">
                  <emma:literal>E op an on I</emma:literal>
                </emma:interpretation>
              </emma:one-of>
            </emma:emma>
          </inkml:annotationXML>
          <inkml:trace contextRef="#ctx0" brushRef="#br1" timeOffset="187851.2486">5057 16170,'0'0,"0"-25,0-1,0 1,26 25,-26-25,0-1,0 52,-26-1,26 0,0 1,0-1,0 1,-25-1,25 0,-26 1,26 25,0-26,0 0,0 1,0-1,0 26,0-26,0 1,0-1,0 1,26-1,-26 0,0 1,25-1,-25 1,26-1,-1 0,0-25,-25 26,26-26,-1 0,1 0,-1 0,0-26,1 26,-1-50,1 50,-1-26,0 1,1-1,-1 1,-25 0,26 25,-26-26,0 1,0-1,0 1</inkml:trace>
          <inkml:trace contextRef="#ctx0" brushRef="#br1" timeOffset="188105.2578">5184 16348,'-25'0,"50"0,1 0,-1 0,0 0,1-51,-1 51,1-25,-1-1,0 26,-25-25,26 0,-1 25,-25-26</inkml:trace>
          <inkml:trace contextRef="#ctx0" brushRef="#br1" timeOffset="188305.8433">5260 16069,'-25'-26,"76"26,-51-25,25 25,26 0,-26 0,26-26,-25 26,24 0,-24 0,25 0,-26 0,0 0,1 0</inkml:trace>
          <inkml:trace contextRef="#ctx0" brushRef="#br1" timeOffset="189307.5589">6048 16246,'-26'26,"26"-1,-25 1,-26-1,51 0,-25 1,-1-1,1 1,25-1,-25-25,-1 25,1 1,-1-1,26 1,-25-26,25 25,-25-25,25-25,0-1,-26-25,26 26,0 0,0-1,0 1,0-1,0 1,26 0,-1 25,-25-26,25 26,1 0,-1 0,1 0,-1 0,-25 26,25-1,-25 0,26-25,-26 51,25-51,-25 26,26-26,-1 25,0 0,1 1,-1-1,1-25,-1 26,0-1,1-25,-1 25,1 1,-1-26,0 0,1 0,-26-51,25 51,1-25,-1-26,0 25,-25 1,26 0,-26-26,0 25,0 1,25-26,-25 26,0-1,0 1,0 0,0-1,0 1,0-1,0 1,0 76,0-26,0 26,0-26,0 26,0 0,0 0,-25 0,25-1,0 27,0-1,0-25,0-1,0 27,0-27,0 1,0 0,0 0,0 0,0-1,0 1,0-25,0 24,0-24,0-1,0 1,0-1,0 0,0-50,25-51,-25 50,0-24,0-1,0 0,26-25,-26 25,25-25,0 0,-25 25,26-25,-1 25,1 0,-26 0,50 0,-24 1,-1 24,1-25,-1 26,-25 0,25 25,1-26,-1 1,1 25,-1 0,-25 51,0-26,0 26,0-26,0 1,0-1,0 0,0 1,-25-26,25 25,0 1,-51-26,51 25,-26-25,1 25,0-25</inkml:trace>
          <inkml:trace contextRef="#ctx0" brushRef="#br1" timeOffset="190494.2123">7267 16450,'-25'-26,"25"77,0-26,25-25,26 0,-26 0,1 0,-1 0,0-50,1 50,-1-26,1-25,-26 26,25 0,-25-1,0 1,-51 25,0-26,26 26,0 0,-1 0,1 0,-1 0,1 0,0 0,-1 0,1 0,25 26,-26-26,1 25,0 1,25 24,0-24,0-1,0 1,50-26,-50 25,51 0,0 1,-26-26,26 25,0-25,-26 26,26-26,-25 0,-1 0,0 0,1 25,-1-25,1 0,-1-51,-25 26,25 25,-25-51,26 51,-26-25,25-1,-25 1,26-1,-1 1,-25 0,25 25,-25-26,26 26,-26-25,25 25,1 0,-26 25,25-25,-25 51,0-26,25-25,-25 26,0-1,26 1,-26-1,0 0,0 1,0-1,0 1,0-1,0 0,25-25,-25-25,26-26,-26 0,0 26,25 0,-25-26,0 25,25 1,-25 0,26-1,-26 1,0-1,25 26,-25-25,26 25,-1 0,-25 25,25-25,-25 51,26-25,-1 24,1-24,-1-1,0-25</inkml:trace>
          <inkml:trace contextRef="#ctx0" brushRef="#br1" timeOffset="190644.8909">8308 16221,'-101'-25,"101"-1,51 26</inkml:trace>
          <inkml:trace contextRef="#ctx0" brushRef="#br1" timeOffset="191560.6793">8639 16373,'25'51,"0"-51,1 0,-26-25,25 25,-25-26,26 1,-26 0,25-1,-25 1,0-1,0 1,0 0,-25 25,-1 0,-25 25,26-25,0 0,25 25,-26-25,1 26,25 25,-26-26,26 0,0 1,0-1,0 1,0-1,51-25,-51 25,26 1,-1-26,-25 25,25-25,1 0,-26 26,25-26,1 0,-1 0,0-51,1 25,-1 26,1-50,-1 24,0 1,1-1,-26 1,25 0,1 25,-26-26,25 26,-25-25,25 25,1-26,-1 26,1 0,-1 26,0-1,-25 1,26-26,-26 50,0-24,0-1,25-25,-25-25,0-26,26 26,-26-1,0 1,25 25,-25-26,25 26,-25 51,26-51,-26 26,25-26,-25 25,0 0,26-25,-26 26,25-26,-25 25,25-25,-25 26,26-26,-1 0,1 0,-1 0,-25-26,25 26,-25-25,26 25</inkml:trace>
          <inkml:trace contextRef="#ctx0" brushRef="#br1" timeOffset="192142.8909">9832 16297,'51'-25,"-25"25,-1 0,-25-26,25 26,-50 0,0 0,-1 0,1 0,25 26,-26-26,1 51,0-26,25 0,0 1,0-1,0 1,0-1,0 0,0 1,25-1,0-25,-25 26,51-26,-25 0,-1 0,0 25,1-25,-1 0,1 0,-1 0,0 0,1 0,-1-51,1 51,-1-25,0 25,1-51,25 26,-26-1,0-25,1 26,25-26,-26 26,26-26,-26 26,1-1,-1-25,0 26,1 0,-26-1,0 1,-51 25,51-26,-51 26,26 0,-26 0,26 0,-26 0,25 51,1-51,25 26,-25-26,25 25,0 0,0 1,25-26,-25 25,25 1,-25-1,51 0,-51 1,26-1,-1-25,-25 26,25-26,1 0,-1 0,1 0,-1 0,26 0</inkml:trace>
        </inkml:traceGroup>
      </inkml:traceGroup>
    </inkml:traceGroup>
  </inkml:traceGroup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28:44.470"/>
    </inkml:context>
    <inkml:brush xml:id="br0">
      <inkml:brushProperty name="width" value="0.05833" units="cm"/>
      <inkml:brushProperty name="height" value="0.05833" units="cm"/>
      <inkml:brushProperty name="fitToCurve" value="1"/>
    </inkml:brush>
  </inkml:definitions>
  <inkml:traceGroup>
    <inkml:annotationXML>
      <emma:emma xmlns:emma="http://www.w3.org/2003/04/emma" version="1.0">
        <emma:interpretation id="{D8A1D9EC-ACDE-4C58-87B3-24C0145D94DB}" emma:medium="tactile" emma:mode="ink">
          <msink:context xmlns:msink="http://schemas.microsoft.com/ink/2010/main" type="inkDrawing" rotatedBoundingBox="7696,9932 14148,9982 14147,10133 7695,10083" semanticType="underline" shapeName="Other">
            <msink:sourceLink direction="with" ref="{0BBF90B1-24A2-43CA-8E9B-8EA1510FAB5F}"/>
            <msink:sourceLink direction="with" ref="{9044E05B-12CC-4D2B-B368-9B2786F843A3}"/>
            <msink:destinationLink direction="with" ref="{CD315A66-9AF1-4BDA-9063-A30BF5926F84}"/>
          </msink:context>
        </emma:interpretation>
      </emma:emma>
    </inkml:annotationXML>
    <inkml:trace contextRef="#ctx0" brushRef="#br0">0 33,'25'0,"1"0,-1 0,1 0,-1 0,0 0,1 0,-1 0,1 0,-1 0,0 0,1 0,-1-26,1 26,-1 0,0 0,1 0,-1 0,1 0,-1 0,0 0,1 0,-1 0,1 0,-1 0,0 0,1 0,-1 0,1 0,-1 0,0 0,1 0,-1 0,1 0,-1 0,0 0,1 0,-1 0,1 0,-1 26,0-26,1 0,-1 0,1 0,-1 0,0 25,1-25,-1 0,1 0,-1 0,0 0,-25 25,26-25,-1 0,1 0,-1 0,0 0,1 0,-1 0,1 0,-1 26,0-26,1 0,-1 0,1 0,-1 0,0 0,1 0,-1 0,1 0,-1 0,0 0,26 0,-25 0,-1 0,0 0,1 0,-1 0,1 0,-1 0,0 0,1 0,-1 0,1 0,-1 0,0 0,1 0,-1 0,1 0,-1 0,0 0,26 0,-25 0,-1 0,26 0,-26 0,26 0,-26-26,1 26,25 0,-26 0,0 0,1 0,-1 0,1 0,-1 0,-25 51,25-51,1 0,-1 0,1 0,-1 0,0 0,1 0,-1 0,1 0,-1 0,0 0,1 0,-1 0,1 0,-1 0,0 0,1 0,-1 0,-25 26,26-26,-1 0,0 0,1 0,-1 0,1 0,-1 0,0 0,1 0,-1 0,26 0,-26 0,1 0,-1 0,1 0,-1 0,26 0,-26 0,1 0,24 0,-24 0,-1-26,1 26,24 0,-24 0,-1 0,1 0,24 0,-24 0,25 0,-1 0,-24-25,25 25,-1 0,1 0,25 0,-25 0,0-26,0 26,0 0,-1 0,1 0,0 0,0 0,0 0,-26 0,26 0,-26 0,1 0,24 0,-24 0,25 0,-26 0,26 0,-26 0,26 0,-26 0,26 0,-25 0,24 0,1 0,-25 0,24 0,-24 0,25 0,-26 0,26 0,-26 0,1 0,-1 0,0 0,1 0,-1 0,1 0,-1 0,0 0,1 0,-1 0,1-25,24 25,-24 0,25-25,-26 25,26 0,-26 0,1 0,-1 0,0 0,1 0,-1 0,1 0,-26 25,0 0,-26-25</inkml:trace>
  </inkml:traceGroup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29:05.119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16066D20-189B-4881-A4AA-43F0193E5FA2}" emma:medium="tactile" emma:mode="ink">
          <msink:context xmlns:msink="http://schemas.microsoft.com/ink/2010/main" type="inkDrawing" rotatedBoundingBox="4977,10539 5004,16966 4878,16967 4850,10540" semanticType="callout" shapeName="Other">
            <msink:sourceLink direction="with" ref="{1C9D7A91-418A-4EAE-8F2F-672E4EE3594C}"/>
            <msink:sourceLink direction="with" ref="{25D56354-3A27-4498-87FD-4CCDCDA3AF4D}"/>
          </msink:context>
        </emma:interpretation>
      </emma:emma>
    </inkml:annotationXML>
    <inkml:trace contextRef="#ctx0" brushRef="#br0">0 51,'26'0,"-26"-25,0-1,0 52,25-1,-25 1,0-1,25-25,-25 25,0 1,0-1,0 1,0-1,0 0,0 1,0-1,0 1,0-1,0 0,0 1,0-1,0 1,0-1,0 0,0 1,0-1,0 1,0-1,0 0,0 1,0-1,0 1,0-1,0 0,0 1,26-1,-26 1,0-1,0 0,0 1,0-1,0 1,0-1,0 0,0 1,0-1,0 1,0-1,0 0,0 1,0-1,0 1,0-1,0 0,0 1,0-1,0 1,0-1,0 0,0 1,0-1,0 1,0-1,0 0,0 1,0-1,0 1,0-1,0 0,0 1,0-1,0 1,0-1,0 0,0 1,0-1,0 1,0-1,0 0,0 1,0-1,0 1,0-1,0 0,0 1,0-1,0 1,0-1,0 0,0 1,0-1,0 1,0-1,0 0,0 1,0-1,0 1,0-1,0 0,0 1,0-1,0 1,-26-1,26 0,0 1,0-1,0 1,0-1,0 0,0 1,0-1,0 1,0-1,0 0,0 1,0-1,0 1,0-1,0 0,0 1,0-1,0 1,0-1,0 0,0 1,0-1,0 1,0-1,0 0,0 1,0-1,0 1,0-1,0 0,0 1,0-1,0 1,0-1,0 0,0 1,0-1,0 1,0-1,0 0,0 1,0-1,26 1,-26-1,0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1,0-1,0 0,0 1,0-1,0 1,0-77,0 25,0 1,0 0,0-26,51 0</inkml:trace>
  </inkml:traceGroup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29:09.480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25D56354-3A27-4498-87FD-4CCDCDA3AF4D}" emma:medium="tactile" emma:mode="ink">
          <msink:context xmlns:msink="http://schemas.microsoft.com/ink/2010/main" type="inkDrawing" rotatedBoundingBox="5027,16866 15792,16446 15802,16707 5037,17126" shapeName="Other">
            <msink:destinationLink direction="with" ref="{16066D20-189B-4881-A4AA-43F0193E5FA2}"/>
          </msink:context>
        </emma:interpretation>
      </emma:emma>
    </inkml:annotationXML>
    <inkml:trace contextRef="#ctx0" brushRef="#br0">25 283,'0'25,"0"1,-25-26,50 0,1 0,-26 25,25-25,-25 26,26-26,-26 25,25-25,0 0,1 0,-1 0,1 0,-1 0,0 0,1-25,-1 25,1 0,-1 0,0 0,1 0,-1 0,1 0,-1 0,0 0,1 0,-1 0,1 0,-1 0,0 0,1 0,-1 0,1 0,-1 0,0 0,1 0,-1 0,26 0,-26 0,1-26,25 26,-26 0,0 0,1 0,-1 0,1 0,-1 0,0 0,1 0,-26 51,25-51,1 0,-1 0,0 25,1-25,-1 0,1 0,-1 0,0 0,1 0,-1 0,1-25,-1 25,0 0,1 0,-1 0,1 0,-1 0,0 0,1 0,-1 0,1 0,-1 0,0 0,1 25,-1-25,1 0,-1 0,0 0,1 0,-1 26,1-26,-1 0,0 0,1 0,-1 0,1 0,-1 0,0-26,1 26,-1 0,1-25,-1 25,0-25,1 25,25-26,-26 26,0 0,26 0,-25-25,-1 25,0 0,1 0,-1 0,1 0,-1 0,0 0,1 0,-1 0,1 0,-1 0,0 0,1 0,-1 0,1 0,-1 0,0 0,1 0,-1 0,1 0,-1 0,0 0,1 0,25 0,-26 0,26 0,0 0,-26 0,26 0,0 0,-1 0,1 0,0 0,0 0,0 0,-26 0,26 0,-26 0,1 0,-1 0,0 0,1 0,-1 0,1 0,-26-26,25 26,0 0,1-25,-1 25,1 0,-1 0,0-25,1 25,25-26,-26 26,26 0,0 0,-1-25,1 25,0 0,0 0,-26 0,26 0,0 0,0 0,-26 0,26 0,-26 0,1 0,24 0,-24 0,-1 0,1 0,-1 0,0 0,1 0,-1 0,1 0,-1 0,0 0,26 0,-25-26,24 26,1 0,0-25,-26 25,26 0,0-25,0 25,-26 0,26 0,-26 0,26 0,-25 0,24 0,-24 50,-1-50,1 0,24 26,-24-26,-1 0,1 0,24 0,-24 0,25 0,-26 0,26 0,-26 0,26 0,0 0,0-26,-1 26,1 0,0 0,0-25,0 25,-26 0,0 0,26 0,-25 0,-1 0,0 0,1 0,-1 0,1 25,-1-25,0 0,1 0,-26 26,25-26,1 0,-1 0,0 0,1 0,-1 0,1 0,-1 0,0 0,1 0,-1-26,1 26,24 0,1 0,0 0,0 0,0 0,-1 0,1 0,0 0,0 0,-26 0,26 0,-26 0,26 0,-25 0,-1 0,0 0,1 0,-1 0,1 0,-1 0,0 0,1 0,-1 0,1 0,24 0,-24 0,-1 0,26-25,25 25,-25 0,0-25,25 25,0 0,-25 0,25-26,-25 26,0 0,0-25,-1 25,-24 0,25 0,-26 0,26 0,-26 0,1 0,-1 0,0 0,1 0,-1 0,1-26,-1 26,0 0,1 0,-1 0,1 0,-1 0,0 0,26-25,-25 25,-1 0,26 0,-26 0,26 0,-26 0,26 0,-25 0,-1 0,0 0,1 0,-1 0,1 0,-1 0,0 0,1 0,-1 0,1 0,-1 0,0 0,1 0,-1 0,1-25,24 25,-24 0,25 0,-26 0,26 0,0 0,-26 0,0 0,1 0,-1 0,1 0,-1 0,0 0,1 0,-1 0,1 0,-1 0,0 0,-25 25,26-25,-26 25,25-25,-25 26,26-52,-26 1</inkml:trace>
  </inkml:traceGroup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29:15.059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52B36CB9-A474-497F-A22C-3F9FB02C0E75}" emma:medium="tactile" emma:mode="ink">
          <msink:context xmlns:msink="http://schemas.microsoft.com/ink/2010/main" type="writingRegion" rotatedBoundingBox="1887,12182 4573,12476 4417,13895 1731,13601"/>
        </emma:interpretation>
      </emma:emma>
    </inkml:annotationXML>
    <inkml:traceGroup>
      <inkml:annotationXML>
        <emma:emma xmlns:emma="http://www.w3.org/2003/04/emma" version="1.0">
          <emma:interpretation id="{F1E29B1F-7E05-4225-959E-BFEE6311C074}" emma:medium="tactile" emma:mode="ink">
            <msink:context xmlns:msink="http://schemas.microsoft.com/ink/2010/main" type="paragraph" rotatedBoundingBox="1887,12182 4573,12476 4417,13895 1731,136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8A916FB-9EB3-4911-A6C4-248D19830BD2}" emma:medium="tactile" emma:mode="ink">
              <msink:context xmlns:msink="http://schemas.microsoft.com/ink/2010/main" type="line" rotatedBoundingBox="1887,12182 4573,12476 4417,13895 1731,13601"/>
            </emma:interpretation>
          </emma:emma>
        </inkml:annotationXML>
        <inkml:traceGroup>
          <inkml:annotationXML>
            <emma:emma xmlns:emma="http://www.w3.org/2003/04/emma" version="1.0">
              <emma:interpretation id="{373EB0D7-22EF-4FB1-A441-3D1ABD3AC6E3}" emma:medium="tactile" emma:mode="ink">
                <msink:context xmlns:msink="http://schemas.microsoft.com/ink/2010/main" type="inkWord" rotatedBoundingBox="1887,12182 4573,12476 4417,13895 1731,13601"/>
              </emma:interpretation>
              <emma:one-of disjunction-type="recognition" id="oneOf0">
                <emma:interpretation id="interp0" emma:lang="en-US" emma:confidence="0.5">
                  <emma:literal>salary</emma:literal>
                </emma:interpretation>
                <emma:interpretation id="interp1" emma:lang="en-US" emma:confidence="0">
                  <emma:literal>Salary</emma:literal>
                </emma:interpretation>
                <emma:interpretation id="interp2" emma:lang="en-US" emma:confidence="0">
                  <emma:literal>Sahay</emma:literal>
                </emma:interpretation>
                <emma:interpretation id="interp3" emma:lang="en-US" emma:confidence="0">
                  <emma:literal>satays</emma:literal>
                </emma:interpretation>
                <emma:interpretation id="interp4" emma:lang="en-US" emma:confidence="0">
                  <emma:literal>say</emma:literal>
                </emma:interpretation>
              </emma:one-of>
            </emma:emma>
          </inkml:annotationXML>
          <inkml:trace contextRef="#ctx0" brushRef="#br0">356 51,'-26'-26,"26"1,26 25,-52 0,-24 0,24 0,26 25,-25-25,-1 26,1-1,0 1,-1-1,26 0,-25 1,-1-1,1 1,25-1,-25 0,-1-25,26 26,0-1,0 1,0-1,51 0,-51 1,76-26,-50 25,-1 1,26-26,-26 25,1 0,24 1,-24-1,-1 1,-25-1,26-25,-26 25,0 1,0-1,0 1,-51-1,25 0,-24-25,24 0,1 0,-1 0,1 0,0 0,-1 0,26-25,-25 25,25-25,-26 25,26-26,-25 26,25-51,-25 26,25 0,-26 25</inkml:trace>
          <inkml:trace contextRef="#ctx0" brushRef="#br0" timeOffset="2070.5283">889 457,'-76'-51,"51"51,25-25,-26 25,1 0,-1 0,1 25,0 26,-1-25,1-1,-1 0,26 1,0-1,0 1,0-1,0 0,26-25,-26 26,0-1,25-25,1 26,24-26,-24 0,-1 0,1 0,-1-26,0 26,-25-51,26 51,-26-25,0 0,25-1,-25 1,0-1,26 1,-26 0,0-1,0 1,0-1,0 1,25 50,-25 1,0 25,25-51,-25 25,0 0,26-25,-26 26,25-26,-25 25,26-25,-1 0,0 0,1 0,-1-25,1-1,-1-24,0 24,-25-25,26 26,-26-26,0 0,25 1,-25-1,0-25,26 25,-26 0,0-25,25 25,-25 0,0 0,0 26,0 0,0-1,0 1,0-1,-25 26,-1 0,26 26,-25-26,25 51,-26-26,26 0,0 1,0-1,0 1,0-1,0 0,0 1,0 25,0-26,0 26,0-26,0 26,0 0,26-26,-26 26,0-26,25 26,-25-25,26 24,-26-24,25 25,-25-26,25 0,1 1,-1-1,1 1,-26-1,25-25,0 0,-25 25,26-25,-1 0,1 0,-26-50,25 24,0-25,-25 26,0 0,0-1,26 1,-26-1,0 1,0 0,0-1,0 1,-26 50,1 1,0 24,-1-24,1-1,-1-25,26 26,-25-26,25 25,0 0,-25-25,25 26,0-1,25-25,-25 26,25-26,1 0,-26-26,25 26,-25-25,0-1,0 1,26 25,-26-25,25 25,0 0,1 25,-1-25,-25 25,26-25,-1 51,0-51,1 26,-1-26,1 0,-26 25,25-25,0 25,1-25,-1 0,1 0,-1-25,-25-26,0 26,0-1,0 1,0 0,0-1,0 1,0-1,0 1,25 0,-25-1,0 1,26 25,-26 25,0 1,0-1,0 26,0-26,0 1,0-1,25 0,-25 1,0-1,0 1,26-26,-26 25,25-25,0 0,1-25,-1 25,-25-26,26 1,-26-1,25 1,-25 0,25-1,1 1,-26-1,25 26,-25-25,26 0,-26-1,25 26,-25-25,25 25,-25 25,0 1,26-26,-26 25,0 0,25-25,-25 26,26-26,-26 51,25-26,-25 0,0 1,25-1,-25 1,0 24,0-24,0-1,0 1,0-1,0 0,0 1,0-1,0 1,0-1,0 0,0 1,0-1,0 1,0-1,0 0,0 1,0-1,-25-25,25 26,-25-1,-1 0,26 1,-25-26,-1 0,26-26,0-24,0 24,0-25,0 26,0-51,0 25,0 0,51-25,-51 25,26 0,-26-25,50 25,-24 1,-1-1,1 25,24-24,-24 24,25 1,-26-1</inkml:trace>
        </inkml:traceGroup>
      </inkml:traceGroup>
    </inkml:traceGroup>
  </inkml:traceGroup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0:13.581"/>
    </inkml:context>
    <inkml:brush xml:id="br0">
      <inkml:brushProperty name="width" value="0.11667" units="cm"/>
      <inkml:brushProperty name="height" value="0.116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CD315A66-9AF1-4BDA-9063-A30BF5926F84}" emma:medium="tactile" emma:mode="ink">
          <msink:context xmlns:msink="http://schemas.microsoft.com/ink/2010/main" type="inkDrawing" rotatedBoundingBox="5980,15408 13992,10996 14153,11288 6141,15700" semanticType="callout" shapeName="Other">
            <msink:sourceLink direction="with" ref="{D8A1D9EC-ACDE-4C58-87B3-24C0145D94DB}"/>
            <msink:sourceLink direction="with" ref="{47DF0759-C25D-4132-BD79-2F483F62B986}"/>
          </msink:context>
        </emma:interpretation>
      </emma:emma>
    </inkml:annotationXML>
    <inkml:trace contextRef="#ctx0" brushRef="#br0">25 4547,'0'-26,"0"1,-25 25,25-26,25 26,-25-25,26 25,-1 0,1 0,-1-25,0 25,1-26,-1 26,1-25,-1 25,-25-26,25 26,1-25,-1 25,-25-25,26 25,-26-26,25 26,0-25,1 25,-26-26,25 26,1-25,-1 25,0-25,1 25,-1 0,-25-26,26 26,-1-25,0 25,1 0,-26-26,25 26,1 0,-1 0,0 0,1-25,-1 25,1 0,-1 0,0 0,-25-25,26 25,-1 0,1-26,-1 26,0-25,26-1,-25 1,-1 25,26-25,-26-1,1 26,-1-25,0 25,1-26,-1 26,1 0,-26-25,25 25,0 0,1-25,-1 25,1-26,24 1,-24 25,-1-26,1 1,24 25,-24-25,25-1,-26 1,26-1,-26 1,26-26,0 26,-26-1,26 1,-26 0,1 25,-1-26,1 1,-1 25,0-26,1 26,-1-25,1 0,-1 25,0 0,-25-26,26 26,-1-25,1 25,-1-26,0 26,1-25,-1 0,26 25,-26-26,1 1,25-1,-26 1,0 25,1-25,-1-1,1 1,-26-1,25 26,0 0,1 0,-1 0,1-25,-1 25,0 0,1-25,-1 25,1-26,-1 26,0-25,1 25,-1 0,1 0,-1 0,0 0,1 0,-1 0,1 0,-1 0,0 0,1 0,-1 0,-25-51,26 51,-1 0,0-25,1 25,-1 0,1-26,-1 26,-25-25,25 25,1 0,-1-26,1 26,-1 0,0-25,1 25,-1-25,1 25,-1-26,0 26,1-25,-1 25,1-26,-1 1,0 25,1-25,-1-1,1 26,-1-25,0 25,-25-26,26 26,-1-25,1 25,-1-25,0-1,1 26,-1-25,1 25,-26-26,25 26,0-25,1 25,-1-25,-25-1,26 26,-1-25,0-1,1 1,-1 25,26-25,-51-1,25 26,1-25,-1 25,-25-26,26 26,-1-25,-25 0,25 25,1-26,-1 1,1 25,-1-26,0 26,1-25,-1 0,26-1,-26 1,1-1,25 26,-26-25,0 0,26-1,-25 26,-1-25,0-1,1 1,-1 25,1 0,-26-25,25 25,-25-26,25 26,1-25,-1 25,-25-26,26 26,-1 0,-25-25,25 25,1-25,-1 25,1-26,-1 26,0-25,1 25,-1 0,1-26,-1 26,0 0,1-25,-1 25,1-25,-1 25,0-26,1 26,-26-25,25 25,1 0,-1 0,0-26,1 26,-1-25,1 25,-1-25,0 25,1 0,-26-26,25 26,1-25,-1-1,0 26,-25-25,26 25,-1-25,1-1,-1 26,0-25,1 25,-26-26,25 26,1-25,-1 25,0-25,1 25,-26-26,25 26,1-25,-1 25,-25-26,25 26,1-25,-1 25,1-25,-1-1,0 26,1-25,-1 25,1-26,-1 26,0 0,-25-25,26 25,-26-25,25 25,1 0,-26-26,25 26,0-25,1 25,-26-26,25 26,1 0,-1-25,0 25,1-25,-26-1,25 26,1-25,-1 25,0-26,1 26,-1-25,1 0,-1 25,-25-26,25 26,1-25,-1 25,-25-26,26 26,-1-25,0 0,1 25,-1-26,1 26,-26-25,25 25,-25-26,25 26,-25-25,26 25,-26-25,25 25,1-26,-1 1,0-1,1 1,-1 25,1-25,-1 25,0-26,1 26,-26-25,25 25,1 0,-26-26,-51 1,25 25</inkml:trace>
  </inkml:traceGroup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29:41.393"/>
    </inkml:context>
    <inkml:brush xml:id="br0">
      <inkml:brushProperty name="width" value="0.11667" units="cm"/>
      <inkml:brushProperty name="height" value="0.11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4B768BD-55D7-4F35-9C4B-D864E460A268}" emma:medium="tactile" emma:mode="ink">
          <msink:context xmlns:msink="http://schemas.microsoft.com/ink/2010/main" type="writingRegion" rotatedBoundingBox="9641,12976 13129,11640 13458,12500 9970,13836"/>
        </emma:interpretation>
      </emma:emma>
    </inkml:annotationXML>
    <inkml:traceGroup>
      <inkml:annotationXML>
        <emma:emma xmlns:emma="http://www.w3.org/2003/04/emma" version="1.0">
          <emma:interpretation id="{4CBE4B76-4FBB-42B4-B277-BEA0596D296D}" emma:medium="tactile" emma:mode="ink">
            <msink:context xmlns:msink="http://schemas.microsoft.com/ink/2010/main" type="paragraph" rotatedBoundingBox="9641,12976 13129,11640 13458,12500 9970,1383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FCD2F84-077F-4F10-B00B-6E0A38DBDC01}" emma:medium="tactile" emma:mode="ink">
              <msink:context xmlns:msink="http://schemas.microsoft.com/ink/2010/main" type="line" rotatedBoundingBox="9641,12976 13129,11640 13458,12500 9970,13836"/>
            </emma:interpretation>
          </emma:emma>
        </inkml:annotationXML>
        <inkml:traceGroup>
          <inkml:annotationXML>
            <emma:emma xmlns:emma="http://www.w3.org/2003/04/emma" version="1.0">
              <emma:interpretation id="{530A9BCC-7AFD-42CF-8F58-12C8810CD6ED}" emma:medium="tactile" emma:mode="ink">
                <msink:context xmlns:msink="http://schemas.microsoft.com/ink/2010/main" type="inkWord" rotatedBoundingBox="9641,12976 9968,12851 10298,13710 9970,13836"/>
              </emma:interpretation>
              <emma:one-of disjunction-type="recognition" id="oneOf0">
                <emma:interpretation id="interp0" emma:lang="en-US" emma:confidence="0.5">
                  <emma:literal>:</emma:literal>
                </emma:interpretation>
                <emma:interpretation id="interp1" emma:lang="en-US" emma:confidence="0">
                  <emma:literal>;</emma:literal>
                </emma:interpretation>
                <emma:interpretation id="interp2" emma:lang="en-US" emma:confidence="0">
                  <emma:literal>"</emma:literal>
                </emma:interpretation>
                <emma:interpretation id="interp3" emma:lang="en-US" emma:confidence="0">
                  <emma:literal>.</emma:literal>
                </emma:interpretation>
                <emma:interpretation id="interp4" emma:lang="en-US" emma:confidence="0">
                  <emma:literal>-</emma:literal>
                </emma:interpretation>
              </emma:one-of>
            </emma:emma>
          </inkml:annotationXML>
          <inkml:trace contextRef="#ctx0" brushRef="#br0">8664 11141,'0'25,"0"26,-25-51,25 26,-26-1,26 26,0-26,0 1,-25-1,25 0,0 1,0-1,51-25,-26 0,-25-25,0-26,0 26,0-26,0 25,0 1,0 0,0-1,0 1,0-1,-25 26</inkml:trace>
          <inkml:trace contextRef="#ctx0" brushRef="#br0" timeOffset="3138.4807">10137 10506,'0'25,"0"1,0-1,-25 1,25-1,0 0,0-50,0 0,0-1,0 1,0-1,0 1,0 0,0-1</inkml:trace>
        </inkml:traceGroup>
        <inkml:traceGroup>
          <inkml:annotationXML>
            <emma:emma xmlns:emma="http://www.w3.org/2003/04/emma" version="1.0">
              <emma:interpretation id="{DCB73066-96A6-4E51-B203-2EEC78FFB524}" emma:medium="tactile" emma:mode="ink">
                <msink:context xmlns:msink="http://schemas.microsoft.com/ink/2010/main" type="inkWord" rotatedBoundingBox="11673,12875 11719,12541 11803,12552 11758,12887"/>
              </emma:interpretation>
              <emma:one-of disjunction-type="recognition" id="oneOf1">
                <emma:interpretation id="interp5" emma:lang="en-US" emma:confidence="0.5">
                  <emma:literal>o</emma:literal>
                </emma:interpretation>
                <emma:interpretation id="interp6" emma:lang="en-US" emma:confidence="0">
                  <emma:literal>.</emma:literal>
                </emma:interpretation>
                <emma:interpretation id="interp7" emma:lang="en-US" emma:confidence="0">
                  <emma:literal>°</emma:literal>
                </emma:interpretation>
                <emma:interpretation id="interp8" emma:lang="en-US" emma:confidence="0">
                  <emma:literal>0</emma:literal>
                </emma:interpretation>
                <emma:interpretation id="interp9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-6833.3268">5159 11649,'25'0,"-25"51,26-26,-26 1,25-1,-25 0,25-25,-25 26,26-26,-26 25,25-25,-25-25,0-1,0-24,0 24,-25 1,25-1,0 1,0 0,0-1,0 1</inkml:trace>
        </inkml:traceGroup>
        <inkml:traceGroup>
          <inkml:annotationXML>
            <emma:emma xmlns:emma="http://www.w3.org/2003/04/emma" version="1.0">
              <emma:interpretation id="{6BF174DB-0341-4EA0-9318-82B347447836}" emma:medium="tactile" emma:mode="ink">
                <msink:context xmlns:msink="http://schemas.microsoft.com/ink/2010/main" type="inkWord" rotatedBoundingBox="13140,11886 13212,11859 13280,12036 13208,12064"/>
              </emma:interpretation>
              <emma:one-of disjunction-type="recognition" id="oneOf2">
                <emma:interpretation id="interp10" emma:lang="en-US" emma:confidence="0.5">
                  <emma:literal>.</emma:literal>
                </emma:interpretation>
                <emma:interpretation id="interp11" emma:lang="en-US" emma:confidence="0">
                  <emma:literal>,</emma:literal>
                </emma:interpretation>
                <emma:interpretation id="interp12" emma:lang="en-US" emma:confidence="0">
                  <emma:literal>;</emma:literal>
                </emma:interpretation>
                <emma:interpretation id="interp13" emma:lang="en-US" emma:confidence="0">
                  <emma:literal>'</emma:literal>
                </emma:interpretation>
                <emma:interpretation id="interp14" emma:lang="en-US" emma:confidence="0">
                  <emma:literal>/</emma:literal>
                </emma:interpretation>
              </emma:one-of>
            </emma:emma>
          </inkml:annotationXML>
          <inkml:trace contextRef="#ctx0" brushRef="#br0" timeOffset="-9600.3748">3432 12690,'0'26,"0"-1,0 1,25-1,26 0,-26-25,-25 26,26-26,-1 25,0 1,-25-52,0 1,0-1,0 1,-25 25,25-25,25 25,-50 0,0 0,25 25,0 0,0 1,0-1,-26-25,1 0,-1 0,52 0,-26 26,0-1,51-25,-51 25,0 1,25-26,-25 25,25-25,-25-25,0-1,0 1,0 0,0-1,0 1,-25 25,25-26,-25 26,25 26,25-26,-25 25,25-25,1 0,-26-25,0-1,0 1,-26 25,1 0,0-25</inkml:trace>
        </inkml:traceGroup>
      </inkml:traceGroup>
    </inkml:traceGroup>
  </inkml:traceGroup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3-08-10T04:31:10.870"/>
    </inkml:context>
    <inkml:brush xml:id="br0">
      <inkml:brushProperty name="width" value="0.11667" units="cm"/>
      <inkml:brushProperty name="height" value="0.11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282589B-4B9A-42C7-B8BD-C59494DC50C4}" emma:medium="tactile" emma:mode="ink">
          <msink:context xmlns:msink="http://schemas.microsoft.com/ink/2010/main" type="writingRegion" rotatedBoundingBox="6856,14295 6973,16983 6706,16995 6589,14307"/>
        </emma:interpretation>
      </emma:emma>
    </inkml:annotationXML>
    <inkml:traceGroup>
      <inkml:annotationXML>
        <emma:emma xmlns:emma="http://www.w3.org/2003/04/emma" version="1.0">
          <emma:interpretation id="{575A5C8B-45E6-4F2E-BE94-3FC2C6ADE101}" emma:medium="tactile" emma:mode="ink">
            <msink:context xmlns:msink="http://schemas.microsoft.com/ink/2010/main" type="paragraph" rotatedBoundingBox="6856,14295 6973,16983 6706,16995 6589,143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938FC5F-812A-40A8-BD6F-D32F71278AA7}" emma:medium="tactile" emma:mode="ink">
              <msink:context xmlns:msink="http://schemas.microsoft.com/ink/2010/main" type="line" rotatedBoundingBox="6856,14295 6973,16983 6706,16995 6589,14307"/>
            </emma:interpretation>
          </emma:emma>
        </inkml:annotationXML>
        <inkml:traceGroup>
          <inkml:annotationXML>
            <emma:emma xmlns:emma="http://www.w3.org/2003/04/emma" version="1.0">
              <emma:interpretation id="{47DF0759-C25D-4132-BD79-2F483F62B986}" emma:medium="tactile" emma:mode="ink">
                <msink:context xmlns:msink="http://schemas.microsoft.com/ink/2010/main" type="inkWord" rotatedBoundingBox="6856,14295 6973,16983 6706,16995 6589,14307">
                  <msink:destinationLink direction="with" ref="{CD315A66-9AF1-4BDA-9063-A30BF5926F84}"/>
                </msink:context>
              </emma:interpretation>
              <emma:one-of disjunction-type="recognition" id="oneOf0">
                <emma:interpretation id="interp0" emma:lang="en-US" emma:confidence="0.5">
                  <emma:literal>not</emma:literal>
                </emma:interpretation>
                <emma:interpretation id="interp1" emma:lang="en-US" emma:confidence="0">
                  <emma:literal>noon</emma:literal>
                </emma:interpretation>
                <emma:interpretation id="interp2" emma:lang="en-US" emma:confidence="0">
                  <emma:literal>an:</emma:literal>
                </emma:interpretation>
                <emma:interpretation id="interp3" emma:lang="en-US" emma:confidence="0">
                  <emma:literal>ran:</emma:literal>
                </emma:interpretation>
                <emma:interpretation id="interp4" emma:lang="en-US" emma:confidence="0">
                  <emma:literal>con</emma:literal>
                </emma:interpretation>
              </emma:one-of>
            </emma:emma>
          </inkml:annotationXML>
          <inkml:trace contextRef="#ctx0" brushRef="#br0">0 76,'51'0,"-76"0,50 0,-25-26,0 1,0 0,26 25,-1 0,-25 25,0 0,0 1,-25-26,25 25,0 1,-26-26,26 25,0 0,0 1,0-1,0 1,0-1,0 0,0 1,0-1,0 1,0-1,0 0,-25-25,25 26,0-1,0 1,0-1,0 0,0 1,0-1,0 1,0-1,0 0,0 1,0-1,0 1,0-1,0 0,0 1,0-1,0 1,25-1,-25 0,0 1,26-1,-26 1,0-1,25 0,-25 1,0-1,25 1,-25-1,0 0,0 1,0-1,0 1,0-1,0 0,0 1,0-1,0 1,0-1,0 0,0 1,0-1,0 1,0-1,51-25,-51 25,0 1,0-1,0 1,26-1,-26 0,0 1,0-1,25 1,-25-1,0 0,0 1,0-1,0 1,-51-1,51 0,0 1,0-1,0 1,0-1,-25-25,25 25,0 1,0-1,0 1,0-1,0 0,-26 1,26-1,0 1,-25-26,25 25,0 0,0 1,0-1,0 1,0-1,-25-25,25 25,0 1,0-1,0 1,0-1,0 0,0 1,0-1,0 1,0-1,0-50,0-1</inkml:trace>
          <inkml:trace contextRef="#ctx0" brushRef="#br0" timeOffset="7901.9542">77 762,'0'25,"-51"-25,51-25,-26 25,26-26,0 1,-25 25,0 0,25 25,0 1,-26-26,26 25,0 0,0 1,0-1,0 1,0-1,26-25,-26 25,25-25,0 0,1 0,-26 26,25-26,1 0,-1-26,0 1,1 0,-26-1,25 26,-25-25,0-1,0 1,0 0,0-1,0 1,-25-1,-1 26,1 0,0 0,25 26,-26-26,1 25,-1 1,26-1,-25-25,25 25,0 1,0-1,51-25,-51 26,25-26,1 0,-1 0,0-26,-25 1,0-1,-25 26,0 0,25-25,0 50,25-25,0 0,-25-25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6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1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04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1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25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13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76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98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4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2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37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40BD1-0916-4903-ADED-9017AEDFF040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1B44F-E3E1-4FD1-A925-FD7D39B91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7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7.emf"/><Relationship Id="rId21" Type="http://schemas.openxmlformats.org/officeDocument/2006/relationships/image" Target="../media/image18.emf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31.emf"/><Relationship Id="rId50" Type="http://schemas.openxmlformats.org/officeDocument/2006/relationships/customXml" Target="../ink/ink25.xml"/><Relationship Id="rId55" Type="http://schemas.openxmlformats.org/officeDocument/2006/relationships/image" Target="../media/image35.emf"/><Relationship Id="rId63" Type="http://schemas.openxmlformats.org/officeDocument/2006/relationships/image" Target="../media/image39.emf"/><Relationship Id="rId7" Type="http://schemas.openxmlformats.org/officeDocument/2006/relationships/image" Target="../media/image11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2.emf"/><Relationship Id="rId41" Type="http://schemas.openxmlformats.org/officeDocument/2006/relationships/image" Target="../media/image28.emf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3.emf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6.emf"/><Relationship Id="rId40" Type="http://schemas.openxmlformats.org/officeDocument/2006/relationships/customXml" Target="../ink/ink20.xml"/><Relationship Id="rId45" Type="http://schemas.openxmlformats.org/officeDocument/2006/relationships/image" Target="../media/image30.emf"/><Relationship Id="rId53" Type="http://schemas.openxmlformats.org/officeDocument/2006/relationships/image" Target="../media/image34.emf"/><Relationship Id="rId58" Type="http://schemas.openxmlformats.org/officeDocument/2006/relationships/customXml" Target="../ink/ink29.xml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23" Type="http://schemas.openxmlformats.org/officeDocument/2006/relationships/image" Target="../media/image19.emf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2.emf"/><Relationship Id="rId57" Type="http://schemas.openxmlformats.org/officeDocument/2006/relationships/image" Target="../media/image36.emf"/><Relationship Id="rId61" Type="http://schemas.openxmlformats.org/officeDocument/2006/relationships/image" Target="../media/image38.emf"/><Relationship Id="rId10" Type="http://schemas.openxmlformats.org/officeDocument/2006/relationships/customXml" Target="../ink/ink5.xml"/><Relationship Id="rId19" Type="http://schemas.openxmlformats.org/officeDocument/2006/relationships/image" Target="../media/image17.emf"/><Relationship Id="rId31" Type="http://schemas.openxmlformats.org/officeDocument/2006/relationships/image" Target="../media/image23.emf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4" Type="http://schemas.openxmlformats.org/officeDocument/2006/relationships/customXml" Target="../ink/ink2.xml"/><Relationship Id="rId9" Type="http://schemas.openxmlformats.org/officeDocument/2006/relationships/image" Target="../media/image12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1.emf"/><Relationship Id="rId30" Type="http://schemas.openxmlformats.org/officeDocument/2006/relationships/customXml" Target="../ink/ink15.xml"/><Relationship Id="rId35" Type="http://schemas.openxmlformats.org/officeDocument/2006/relationships/image" Target="../media/image25.emf"/><Relationship Id="rId43" Type="http://schemas.openxmlformats.org/officeDocument/2006/relationships/image" Target="../media/image29.emf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8" Type="http://schemas.openxmlformats.org/officeDocument/2006/relationships/customXml" Target="../ink/ink4.xml"/><Relationship Id="rId51" Type="http://schemas.openxmlformats.org/officeDocument/2006/relationships/image" Target="../media/image33.emf"/><Relationship Id="rId3" Type="http://schemas.openxmlformats.org/officeDocument/2006/relationships/image" Target="../media/image9.emf"/><Relationship Id="rId12" Type="http://schemas.openxmlformats.org/officeDocument/2006/relationships/customXml" Target="../ink/ink6.xml"/><Relationship Id="rId17" Type="http://schemas.openxmlformats.org/officeDocument/2006/relationships/image" Target="../media/image16.emf"/><Relationship Id="rId25" Type="http://schemas.openxmlformats.org/officeDocument/2006/relationships/image" Target="../media/image20.emf"/><Relationship Id="rId33" Type="http://schemas.openxmlformats.org/officeDocument/2006/relationships/image" Target="../media/image24.emf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emf"/><Relationship Id="rId5" Type="http://schemas.openxmlformats.org/officeDocument/2006/relationships/customXml" Target="../ink/ink34.xml"/><Relationship Id="rId4" Type="http://schemas.openxmlformats.org/officeDocument/2006/relationships/image" Target="../media/image311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emf"/><Relationship Id="rId18" Type="http://schemas.openxmlformats.org/officeDocument/2006/relationships/customXml" Target="../ink/ink43.xml"/><Relationship Id="rId26" Type="http://schemas.openxmlformats.org/officeDocument/2006/relationships/customXml" Target="../ink/ink47.xml"/><Relationship Id="rId39" Type="http://schemas.openxmlformats.org/officeDocument/2006/relationships/image" Target="../media/image52.emf"/><Relationship Id="rId21" Type="http://schemas.openxmlformats.org/officeDocument/2006/relationships/image" Target="../media/image43.emf"/><Relationship Id="rId34" Type="http://schemas.openxmlformats.org/officeDocument/2006/relationships/customXml" Target="../ink/ink51.xml"/><Relationship Id="rId42" Type="http://schemas.openxmlformats.org/officeDocument/2006/relationships/customXml" Target="../ink/ink55.xml"/><Relationship Id="rId47" Type="http://schemas.openxmlformats.org/officeDocument/2006/relationships/image" Target="../media/image56.emf"/><Relationship Id="rId50" Type="http://schemas.openxmlformats.org/officeDocument/2006/relationships/customXml" Target="../ink/ink59.xml"/><Relationship Id="rId55" Type="http://schemas.openxmlformats.org/officeDocument/2006/relationships/image" Target="../media/image60.emf"/><Relationship Id="rId63" Type="http://schemas.openxmlformats.org/officeDocument/2006/relationships/image" Target="../media/image64.emf"/><Relationship Id="rId68" Type="http://schemas.openxmlformats.org/officeDocument/2006/relationships/customXml" Target="../ink/ink68.xml"/><Relationship Id="rId7" Type="http://schemas.openxmlformats.org/officeDocument/2006/relationships/image" Target="../media/image4.emf"/><Relationship Id="rId71" Type="http://schemas.openxmlformats.org/officeDocument/2006/relationships/image" Target="../media/image68.emf"/><Relationship Id="rId2" Type="http://schemas.openxmlformats.org/officeDocument/2006/relationships/customXml" Target="../ink/ink35.xml"/><Relationship Id="rId16" Type="http://schemas.openxmlformats.org/officeDocument/2006/relationships/customXml" Target="../ink/ink42.xml"/><Relationship Id="rId29" Type="http://schemas.openxmlformats.org/officeDocument/2006/relationships/image" Target="../media/image47.emf"/><Relationship Id="rId11" Type="http://schemas.openxmlformats.org/officeDocument/2006/relationships/image" Target="../media/image6.emf"/><Relationship Id="rId24" Type="http://schemas.openxmlformats.org/officeDocument/2006/relationships/customXml" Target="../ink/ink46.xml"/><Relationship Id="rId32" Type="http://schemas.openxmlformats.org/officeDocument/2006/relationships/customXml" Target="../ink/ink50.xml"/><Relationship Id="rId37" Type="http://schemas.openxmlformats.org/officeDocument/2006/relationships/image" Target="../media/image51.emf"/><Relationship Id="rId40" Type="http://schemas.openxmlformats.org/officeDocument/2006/relationships/customXml" Target="../ink/ink54.xml"/><Relationship Id="rId45" Type="http://schemas.openxmlformats.org/officeDocument/2006/relationships/image" Target="../media/image55.emf"/><Relationship Id="rId53" Type="http://schemas.openxmlformats.org/officeDocument/2006/relationships/image" Target="../media/image59.emf"/><Relationship Id="rId58" Type="http://schemas.openxmlformats.org/officeDocument/2006/relationships/customXml" Target="../ink/ink63.xml"/><Relationship Id="rId66" Type="http://schemas.openxmlformats.org/officeDocument/2006/relationships/customXml" Target="../ink/ink67.xml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23" Type="http://schemas.openxmlformats.org/officeDocument/2006/relationships/image" Target="../media/image44.emf"/><Relationship Id="rId28" Type="http://schemas.openxmlformats.org/officeDocument/2006/relationships/customXml" Target="../ink/ink48.xml"/><Relationship Id="rId36" Type="http://schemas.openxmlformats.org/officeDocument/2006/relationships/customXml" Target="../ink/ink52.xml"/><Relationship Id="rId49" Type="http://schemas.openxmlformats.org/officeDocument/2006/relationships/image" Target="../media/image57.emf"/><Relationship Id="rId57" Type="http://schemas.openxmlformats.org/officeDocument/2006/relationships/image" Target="../media/image61.emf"/><Relationship Id="rId61" Type="http://schemas.openxmlformats.org/officeDocument/2006/relationships/image" Target="../media/image63.emf"/><Relationship Id="rId10" Type="http://schemas.openxmlformats.org/officeDocument/2006/relationships/customXml" Target="../ink/ink39.xml"/><Relationship Id="rId19" Type="http://schemas.openxmlformats.org/officeDocument/2006/relationships/image" Target="../media/image42.emf"/><Relationship Id="rId31" Type="http://schemas.openxmlformats.org/officeDocument/2006/relationships/image" Target="../media/image48.emf"/><Relationship Id="rId44" Type="http://schemas.openxmlformats.org/officeDocument/2006/relationships/customXml" Target="../ink/ink56.xml"/><Relationship Id="rId52" Type="http://schemas.openxmlformats.org/officeDocument/2006/relationships/customXml" Target="../ink/ink60.xml"/><Relationship Id="rId60" Type="http://schemas.openxmlformats.org/officeDocument/2006/relationships/customXml" Target="../ink/ink64.xml"/><Relationship Id="rId65" Type="http://schemas.openxmlformats.org/officeDocument/2006/relationships/image" Target="../media/image65.emf"/><Relationship Id="rId73" Type="http://schemas.openxmlformats.org/officeDocument/2006/relationships/image" Target="../media/image69.emf"/><Relationship Id="rId4" Type="http://schemas.openxmlformats.org/officeDocument/2006/relationships/customXml" Target="../ink/ink36.xml"/><Relationship Id="rId9" Type="http://schemas.openxmlformats.org/officeDocument/2006/relationships/image" Target="../media/image5.emf"/><Relationship Id="rId14" Type="http://schemas.openxmlformats.org/officeDocument/2006/relationships/customXml" Target="../ink/ink41.xml"/><Relationship Id="rId22" Type="http://schemas.openxmlformats.org/officeDocument/2006/relationships/customXml" Target="../ink/ink45.xml"/><Relationship Id="rId27" Type="http://schemas.openxmlformats.org/officeDocument/2006/relationships/image" Target="../media/image46.emf"/><Relationship Id="rId30" Type="http://schemas.openxmlformats.org/officeDocument/2006/relationships/customXml" Target="../ink/ink49.xml"/><Relationship Id="rId35" Type="http://schemas.openxmlformats.org/officeDocument/2006/relationships/image" Target="../media/image50.emf"/><Relationship Id="rId43" Type="http://schemas.openxmlformats.org/officeDocument/2006/relationships/image" Target="../media/image54.emf"/><Relationship Id="rId48" Type="http://schemas.openxmlformats.org/officeDocument/2006/relationships/customXml" Target="../ink/ink58.xml"/><Relationship Id="rId56" Type="http://schemas.openxmlformats.org/officeDocument/2006/relationships/customXml" Target="../ink/ink62.xml"/><Relationship Id="rId64" Type="http://schemas.openxmlformats.org/officeDocument/2006/relationships/customXml" Target="../ink/ink66.xml"/><Relationship Id="rId69" Type="http://schemas.openxmlformats.org/officeDocument/2006/relationships/image" Target="../media/image67.emf"/><Relationship Id="rId8" Type="http://schemas.openxmlformats.org/officeDocument/2006/relationships/customXml" Target="../ink/ink38.xml"/><Relationship Id="rId51" Type="http://schemas.openxmlformats.org/officeDocument/2006/relationships/image" Target="../media/image58.emf"/><Relationship Id="rId72" Type="http://schemas.openxmlformats.org/officeDocument/2006/relationships/customXml" Target="../ink/ink70.xml"/><Relationship Id="rId3" Type="http://schemas.openxmlformats.org/officeDocument/2006/relationships/image" Target="../media/image2.emf"/><Relationship Id="rId12" Type="http://schemas.openxmlformats.org/officeDocument/2006/relationships/customXml" Target="../ink/ink40.xml"/><Relationship Id="rId17" Type="http://schemas.openxmlformats.org/officeDocument/2006/relationships/image" Target="../media/image41.emf"/><Relationship Id="rId25" Type="http://schemas.openxmlformats.org/officeDocument/2006/relationships/image" Target="../media/image45.emf"/><Relationship Id="rId33" Type="http://schemas.openxmlformats.org/officeDocument/2006/relationships/image" Target="../media/image49.emf"/><Relationship Id="rId38" Type="http://schemas.openxmlformats.org/officeDocument/2006/relationships/customXml" Target="../ink/ink53.xml"/><Relationship Id="rId46" Type="http://schemas.openxmlformats.org/officeDocument/2006/relationships/customXml" Target="../ink/ink57.xml"/><Relationship Id="rId59" Type="http://schemas.openxmlformats.org/officeDocument/2006/relationships/image" Target="../media/image62.emf"/><Relationship Id="rId67" Type="http://schemas.openxmlformats.org/officeDocument/2006/relationships/image" Target="../media/image66.emf"/><Relationship Id="rId20" Type="http://schemas.openxmlformats.org/officeDocument/2006/relationships/customXml" Target="../ink/ink44.xml"/><Relationship Id="rId41" Type="http://schemas.openxmlformats.org/officeDocument/2006/relationships/image" Target="../media/image53.emf"/><Relationship Id="rId54" Type="http://schemas.openxmlformats.org/officeDocument/2006/relationships/customXml" Target="../ink/ink61.xml"/><Relationship Id="rId62" Type="http://schemas.openxmlformats.org/officeDocument/2006/relationships/customXml" Target="../ink/ink65.xml"/><Relationship Id="rId70" Type="http://schemas.openxmlformats.org/officeDocument/2006/relationships/customXml" Target="../ink/ink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emf"/><Relationship Id="rId18" Type="http://schemas.openxmlformats.org/officeDocument/2006/relationships/customXml" Target="../ink/ink79.xml"/><Relationship Id="rId26" Type="http://schemas.openxmlformats.org/officeDocument/2006/relationships/customXml" Target="../ink/ink83.xml"/><Relationship Id="rId39" Type="http://schemas.openxmlformats.org/officeDocument/2006/relationships/image" Target="../media/image89.emf"/><Relationship Id="rId3" Type="http://schemas.openxmlformats.org/officeDocument/2006/relationships/image" Target="../media/image71.emf"/><Relationship Id="rId21" Type="http://schemas.openxmlformats.org/officeDocument/2006/relationships/image" Target="../media/image80.emf"/><Relationship Id="rId34" Type="http://schemas.openxmlformats.org/officeDocument/2006/relationships/customXml" Target="../ink/ink87.xml"/><Relationship Id="rId42" Type="http://schemas.openxmlformats.org/officeDocument/2006/relationships/customXml" Target="../ink/ink91.xml"/><Relationship Id="rId47" Type="http://schemas.openxmlformats.org/officeDocument/2006/relationships/image" Target="../media/image93.emf"/><Relationship Id="rId7" Type="http://schemas.openxmlformats.org/officeDocument/2006/relationships/image" Target="../media/image73.emf"/><Relationship Id="rId12" Type="http://schemas.openxmlformats.org/officeDocument/2006/relationships/customXml" Target="../ink/ink76.xml"/><Relationship Id="rId17" Type="http://schemas.openxmlformats.org/officeDocument/2006/relationships/image" Target="../media/image78.emf"/><Relationship Id="rId25" Type="http://schemas.openxmlformats.org/officeDocument/2006/relationships/image" Target="../media/image82.emf"/><Relationship Id="rId33" Type="http://schemas.openxmlformats.org/officeDocument/2006/relationships/image" Target="../media/image86.emf"/><Relationship Id="rId38" Type="http://schemas.openxmlformats.org/officeDocument/2006/relationships/customXml" Target="../ink/ink89.xml"/><Relationship Id="rId46" Type="http://schemas.openxmlformats.org/officeDocument/2006/relationships/customXml" Target="../ink/ink93.xml"/><Relationship Id="rId2" Type="http://schemas.openxmlformats.org/officeDocument/2006/relationships/customXml" Target="../ink/ink71.xml"/><Relationship Id="rId16" Type="http://schemas.openxmlformats.org/officeDocument/2006/relationships/customXml" Target="../ink/ink78.xml"/><Relationship Id="rId20" Type="http://schemas.openxmlformats.org/officeDocument/2006/relationships/customXml" Target="../ink/ink80.xml"/><Relationship Id="rId29" Type="http://schemas.openxmlformats.org/officeDocument/2006/relationships/image" Target="../media/image84.emf"/><Relationship Id="rId41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.xml"/><Relationship Id="rId11" Type="http://schemas.openxmlformats.org/officeDocument/2006/relationships/image" Target="../media/image75.emf"/><Relationship Id="rId24" Type="http://schemas.openxmlformats.org/officeDocument/2006/relationships/customXml" Target="../ink/ink82.xml"/><Relationship Id="rId32" Type="http://schemas.openxmlformats.org/officeDocument/2006/relationships/customXml" Target="../ink/ink86.xml"/><Relationship Id="rId37" Type="http://schemas.openxmlformats.org/officeDocument/2006/relationships/image" Target="../media/image88.emf"/><Relationship Id="rId40" Type="http://schemas.openxmlformats.org/officeDocument/2006/relationships/customXml" Target="../ink/ink90.xml"/><Relationship Id="rId45" Type="http://schemas.openxmlformats.org/officeDocument/2006/relationships/image" Target="../media/image92.emf"/><Relationship Id="rId5" Type="http://schemas.openxmlformats.org/officeDocument/2006/relationships/image" Target="../media/image72.emf"/><Relationship Id="rId15" Type="http://schemas.openxmlformats.org/officeDocument/2006/relationships/image" Target="../media/image77.emf"/><Relationship Id="rId23" Type="http://schemas.openxmlformats.org/officeDocument/2006/relationships/image" Target="../media/image81.emf"/><Relationship Id="rId28" Type="http://schemas.openxmlformats.org/officeDocument/2006/relationships/customXml" Target="../ink/ink84.xml"/><Relationship Id="rId36" Type="http://schemas.openxmlformats.org/officeDocument/2006/relationships/customXml" Target="../ink/ink88.xml"/><Relationship Id="rId49" Type="http://schemas.openxmlformats.org/officeDocument/2006/relationships/image" Target="../media/image94.emf"/><Relationship Id="rId10" Type="http://schemas.openxmlformats.org/officeDocument/2006/relationships/customXml" Target="../ink/ink75.xml"/><Relationship Id="rId19" Type="http://schemas.openxmlformats.org/officeDocument/2006/relationships/image" Target="../media/image79.emf"/><Relationship Id="rId31" Type="http://schemas.openxmlformats.org/officeDocument/2006/relationships/image" Target="../media/image85.emf"/><Relationship Id="rId44" Type="http://schemas.openxmlformats.org/officeDocument/2006/relationships/customXml" Target="../ink/ink92.xml"/><Relationship Id="rId4" Type="http://schemas.openxmlformats.org/officeDocument/2006/relationships/customXml" Target="../ink/ink72.xml"/><Relationship Id="rId9" Type="http://schemas.openxmlformats.org/officeDocument/2006/relationships/image" Target="../media/image74.emf"/><Relationship Id="rId14" Type="http://schemas.openxmlformats.org/officeDocument/2006/relationships/customXml" Target="../ink/ink77.xml"/><Relationship Id="rId22" Type="http://schemas.openxmlformats.org/officeDocument/2006/relationships/customXml" Target="../ink/ink81.xml"/><Relationship Id="rId27" Type="http://schemas.openxmlformats.org/officeDocument/2006/relationships/image" Target="../media/image83.emf"/><Relationship Id="rId30" Type="http://schemas.openxmlformats.org/officeDocument/2006/relationships/customXml" Target="../ink/ink85.xml"/><Relationship Id="rId35" Type="http://schemas.openxmlformats.org/officeDocument/2006/relationships/image" Target="../media/image87.emf"/><Relationship Id="rId43" Type="http://schemas.openxmlformats.org/officeDocument/2006/relationships/image" Target="../media/image91.emf"/><Relationship Id="rId48" Type="http://schemas.openxmlformats.org/officeDocument/2006/relationships/customXml" Target="../ink/ink94.xml"/><Relationship Id="rId8" Type="http://schemas.openxmlformats.org/officeDocument/2006/relationships/customXml" Target="../ink/ink7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98.xml"/><Relationship Id="rId13" Type="http://schemas.openxmlformats.org/officeDocument/2006/relationships/image" Target="../media/image100.emf"/><Relationship Id="rId18" Type="http://schemas.openxmlformats.org/officeDocument/2006/relationships/customXml" Target="../ink/ink103.xml"/><Relationship Id="rId26" Type="http://schemas.openxmlformats.org/officeDocument/2006/relationships/customXml" Target="../ink/ink107.xml"/><Relationship Id="rId3" Type="http://schemas.openxmlformats.org/officeDocument/2006/relationships/image" Target="../media/image95.emf"/><Relationship Id="rId21" Type="http://schemas.openxmlformats.org/officeDocument/2006/relationships/image" Target="../media/image104.emf"/><Relationship Id="rId34" Type="http://schemas.openxmlformats.org/officeDocument/2006/relationships/customXml" Target="../ink/ink111.xml"/><Relationship Id="rId7" Type="http://schemas.openxmlformats.org/officeDocument/2006/relationships/image" Target="../media/image97.emf"/><Relationship Id="rId12" Type="http://schemas.openxmlformats.org/officeDocument/2006/relationships/customXml" Target="../ink/ink100.xml"/><Relationship Id="rId17" Type="http://schemas.openxmlformats.org/officeDocument/2006/relationships/image" Target="../media/image102.emf"/><Relationship Id="rId25" Type="http://schemas.openxmlformats.org/officeDocument/2006/relationships/image" Target="../media/image106.emf"/><Relationship Id="rId33" Type="http://schemas.openxmlformats.org/officeDocument/2006/relationships/image" Target="../media/image110.emf"/><Relationship Id="rId2" Type="http://schemas.openxmlformats.org/officeDocument/2006/relationships/customXml" Target="../ink/ink95.xml"/><Relationship Id="rId16" Type="http://schemas.openxmlformats.org/officeDocument/2006/relationships/customXml" Target="../ink/ink102.xml"/><Relationship Id="rId20" Type="http://schemas.openxmlformats.org/officeDocument/2006/relationships/customXml" Target="../ink/ink104.xml"/><Relationship Id="rId29" Type="http://schemas.openxmlformats.org/officeDocument/2006/relationships/image" Target="../media/image108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7.xml"/><Relationship Id="rId11" Type="http://schemas.openxmlformats.org/officeDocument/2006/relationships/image" Target="../media/image99.emf"/><Relationship Id="rId24" Type="http://schemas.openxmlformats.org/officeDocument/2006/relationships/customXml" Target="../ink/ink106.xml"/><Relationship Id="rId32" Type="http://schemas.openxmlformats.org/officeDocument/2006/relationships/customXml" Target="../ink/ink110.xml"/><Relationship Id="rId5" Type="http://schemas.openxmlformats.org/officeDocument/2006/relationships/image" Target="../media/image96.emf"/><Relationship Id="rId15" Type="http://schemas.openxmlformats.org/officeDocument/2006/relationships/image" Target="../media/image101.emf"/><Relationship Id="rId23" Type="http://schemas.openxmlformats.org/officeDocument/2006/relationships/image" Target="../media/image105.emf"/><Relationship Id="rId28" Type="http://schemas.openxmlformats.org/officeDocument/2006/relationships/customXml" Target="../ink/ink108.xml"/><Relationship Id="rId10" Type="http://schemas.openxmlformats.org/officeDocument/2006/relationships/customXml" Target="../ink/ink99.xml"/><Relationship Id="rId19" Type="http://schemas.openxmlformats.org/officeDocument/2006/relationships/image" Target="../media/image103.emf"/><Relationship Id="rId31" Type="http://schemas.openxmlformats.org/officeDocument/2006/relationships/image" Target="../media/image109.emf"/><Relationship Id="rId4" Type="http://schemas.openxmlformats.org/officeDocument/2006/relationships/customXml" Target="../ink/ink96.xml"/><Relationship Id="rId9" Type="http://schemas.openxmlformats.org/officeDocument/2006/relationships/image" Target="../media/image98.emf"/><Relationship Id="rId14" Type="http://schemas.openxmlformats.org/officeDocument/2006/relationships/customXml" Target="../ink/ink101.xml"/><Relationship Id="rId22" Type="http://schemas.openxmlformats.org/officeDocument/2006/relationships/customXml" Target="../ink/ink105.xml"/><Relationship Id="rId27" Type="http://schemas.openxmlformats.org/officeDocument/2006/relationships/image" Target="../media/image107.emf"/><Relationship Id="rId30" Type="http://schemas.openxmlformats.org/officeDocument/2006/relationships/customXml" Target="../ink/ink109.xml"/><Relationship Id="rId35" Type="http://schemas.openxmlformats.org/officeDocument/2006/relationships/image" Target="../media/image1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.xml"/><Relationship Id="rId13" Type="http://schemas.openxmlformats.org/officeDocument/2006/relationships/image" Target="../media/image610.emf"/><Relationship Id="rId3" Type="http://schemas.openxmlformats.org/officeDocument/2006/relationships/image" Target="../media/image1.emf"/><Relationship Id="rId7" Type="http://schemas.openxmlformats.org/officeDocument/2006/relationships/image" Target="../media/image310.emf"/><Relationship Id="rId12" Type="http://schemas.openxmlformats.org/officeDocument/2006/relationships/customXml" Target="../ink/ink117.xml"/><Relationship Id="rId17" Type="http://schemas.openxmlformats.org/officeDocument/2006/relationships/image" Target="../media/image810.emf"/><Relationship Id="rId2" Type="http://schemas.openxmlformats.org/officeDocument/2006/relationships/customXml" Target="../ink/ink112.xml"/><Relationship Id="rId16" Type="http://schemas.openxmlformats.org/officeDocument/2006/relationships/customXml" Target="../ink/ink11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4.xml"/><Relationship Id="rId11" Type="http://schemas.openxmlformats.org/officeDocument/2006/relationships/image" Target="../media/image510.emf"/><Relationship Id="rId5" Type="http://schemas.openxmlformats.org/officeDocument/2006/relationships/image" Target="../media/image210.emf"/><Relationship Id="rId15" Type="http://schemas.openxmlformats.org/officeDocument/2006/relationships/image" Target="../media/image70.emf"/><Relationship Id="rId10" Type="http://schemas.openxmlformats.org/officeDocument/2006/relationships/customXml" Target="../ink/ink116.xml"/><Relationship Id="rId4" Type="http://schemas.openxmlformats.org/officeDocument/2006/relationships/customXml" Target="../ink/ink113.xml"/><Relationship Id="rId9" Type="http://schemas.openxmlformats.org/officeDocument/2006/relationships/image" Target="../media/image411.emf"/><Relationship Id="rId14" Type="http://schemas.openxmlformats.org/officeDocument/2006/relationships/customXml" Target="../ink/ink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Linear Regression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</a:t>
            </a:r>
            <a:r>
              <a:rPr lang="en-US" dirty="0"/>
              <a:t>elementary type of regression </a:t>
            </a:r>
            <a:r>
              <a:rPr lang="en-US" dirty="0" smtClean="0"/>
              <a:t>model</a:t>
            </a:r>
          </a:p>
          <a:p>
            <a:r>
              <a:rPr lang="en-US" dirty="0" smtClean="0"/>
              <a:t>Explains </a:t>
            </a:r>
            <a:r>
              <a:rPr lang="en-US" dirty="0"/>
              <a:t>the relationship between a dependent variable and one independent variable using a straight line.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traight </a:t>
            </a:r>
            <a:r>
              <a:rPr lang="en-US" dirty="0"/>
              <a:t>line is plotted on the scatter plot of these two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64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548680"/>
            <a:ext cx="72771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1619672" y="558924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/>
              <a:t>Y` denotes the predicted value</a:t>
            </a:r>
          </a:p>
          <a:p>
            <a:pPr fontAlgn="base"/>
            <a:r>
              <a:rPr lang="en-US" dirty="0"/>
              <a:t>b denotes the slope of the line</a:t>
            </a:r>
          </a:p>
          <a:p>
            <a:pPr fontAlgn="base"/>
            <a:r>
              <a:rPr lang="en-US" dirty="0"/>
              <a:t>X denotes the independent variable</a:t>
            </a:r>
          </a:p>
          <a:p>
            <a:pPr fontAlgn="base"/>
            <a:r>
              <a:rPr lang="en-US" dirty="0"/>
              <a:t>A is the Y intercept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5635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Simple linear Regression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25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 fit 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Found </a:t>
            </a:r>
            <a:r>
              <a:rPr lang="en-US" dirty="0"/>
              <a:t>by </a:t>
            </a:r>
            <a:r>
              <a:rPr lang="en-US" dirty="0" smtClean="0"/>
              <a:t>minimizing </a:t>
            </a:r>
            <a:r>
              <a:rPr lang="en-US" dirty="0"/>
              <a:t>the expression of RSS (Residual Sum of Squares) which is equal to the sum of squares of the residual for each data point in the plot. </a:t>
            </a:r>
            <a:endParaRPr lang="en-US" dirty="0" smtClean="0"/>
          </a:p>
          <a:p>
            <a:r>
              <a:rPr lang="en-US" dirty="0" smtClean="0"/>
              <a:t>Residuals </a:t>
            </a:r>
            <a:r>
              <a:rPr lang="en-US" dirty="0"/>
              <a:t>for any data point is found by subtracting predicted value of dependent variable from actual value of dependent </a:t>
            </a:r>
            <a:r>
              <a:rPr lang="en-US" dirty="0" smtClean="0"/>
              <a:t>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67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/>
              <p14:cNvContentPartPr/>
              <p14:nvPr/>
            </p14:nvContentPartPr>
            <p14:xfrm>
              <a:off x="2898792" y="99576"/>
              <a:ext cx="2844000" cy="4860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7912" y="78696"/>
                <a:ext cx="288576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/>
              <p14:cNvContentPartPr/>
              <p14:nvPr/>
            </p14:nvContentPartPr>
            <p14:xfrm>
              <a:off x="1481112" y="1060776"/>
              <a:ext cx="219960" cy="445356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0232" y="1039896"/>
                <a:ext cx="261720" cy="44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/>
              <p14:cNvContentPartPr/>
              <p14:nvPr/>
            </p14:nvContentPartPr>
            <p14:xfrm>
              <a:off x="1627632" y="5394816"/>
              <a:ext cx="5815800" cy="15732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6752" y="5373936"/>
                <a:ext cx="58575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/>
              <p14:cNvContentPartPr/>
              <p14:nvPr/>
            </p14:nvContentPartPr>
            <p14:xfrm>
              <a:off x="7300872" y="5184576"/>
              <a:ext cx="170280" cy="3027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79992" y="5163696"/>
                <a:ext cx="2120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/>
              <p14:cNvContentPartPr/>
              <p14:nvPr/>
            </p14:nvContentPartPr>
            <p14:xfrm>
              <a:off x="1426392" y="1033416"/>
              <a:ext cx="329760" cy="16236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5512" y="1012536"/>
                <a:ext cx="3715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/>
              <p14:cNvContentPartPr/>
              <p14:nvPr/>
            </p14:nvContentPartPr>
            <p14:xfrm>
              <a:off x="3355632" y="5742576"/>
              <a:ext cx="2378160" cy="44820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34752" y="5721696"/>
                <a:ext cx="241992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4" name="Ink 53"/>
              <p14:cNvContentPartPr/>
              <p14:nvPr/>
            </p14:nvContentPartPr>
            <p14:xfrm>
              <a:off x="146232" y="3081456"/>
              <a:ext cx="951480" cy="35640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5352" y="3060576"/>
                <a:ext cx="99324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/>
              <p14:cNvContentPartPr/>
              <p14:nvPr/>
            </p14:nvContentPartPr>
            <p14:xfrm>
              <a:off x="1149912" y="3172176"/>
              <a:ext cx="139680" cy="51336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9032" y="3151296"/>
                <a:ext cx="18144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/>
              <p14:cNvContentPartPr/>
              <p14:nvPr/>
            </p14:nvContentPartPr>
            <p14:xfrm>
              <a:off x="2585952" y="3401496"/>
              <a:ext cx="451440" cy="704520"/>
            </p14:xfrm>
          </p:contentPart>
        </mc:Choice>
        <mc:Fallback xmlns="">
          <p:pic>
            <p:nvPicPr>
              <p:cNvPr id="60" name="Ink 5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5072" y="3380616"/>
                <a:ext cx="49320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Ink 68"/>
              <p14:cNvContentPartPr/>
              <p14:nvPr/>
            </p14:nvContentPartPr>
            <p14:xfrm>
              <a:off x="3968352" y="2585376"/>
              <a:ext cx="1335600" cy="115596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47472" y="2564496"/>
                <a:ext cx="1377360" cy="11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/>
              <p14:cNvContentPartPr/>
              <p14:nvPr/>
            </p14:nvContentPartPr>
            <p14:xfrm>
              <a:off x="5468112" y="2253816"/>
              <a:ext cx="411840" cy="64512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47232" y="2232936"/>
                <a:ext cx="45360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3" name="Ink 72"/>
              <p14:cNvContentPartPr/>
              <p14:nvPr/>
            </p14:nvContentPartPr>
            <p14:xfrm>
              <a:off x="5833872" y="1681416"/>
              <a:ext cx="100800" cy="28800"/>
            </p14:xfrm>
          </p:contentPart>
        </mc:Choice>
        <mc:Fallback xmlns="">
          <p:pic>
            <p:nvPicPr>
              <p:cNvPr id="73" name="Ink 7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12992" y="1660536"/>
                <a:ext cx="1425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5" name="Ink 74"/>
              <p14:cNvContentPartPr/>
              <p14:nvPr/>
            </p14:nvContentPartPr>
            <p14:xfrm>
              <a:off x="6572952" y="2944296"/>
              <a:ext cx="29520" cy="3348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52072" y="2923416"/>
                <a:ext cx="712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3" name="Ink 82"/>
              <p14:cNvContentPartPr/>
              <p14:nvPr/>
            </p14:nvContentPartPr>
            <p14:xfrm>
              <a:off x="7726752" y="2359296"/>
              <a:ext cx="1445040" cy="366120"/>
            </p14:xfrm>
          </p:contentPart>
        </mc:Choice>
        <mc:Fallback xmlns="">
          <p:pic>
            <p:nvPicPr>
              <p:cNvPr id="83" name="Ink 82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05872" y="2338416"/>
                <a:ext cx="148680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3" name="Ink 92"/>
              <p14:cNvContentPartPr/>
              <p14:nvPr/>
            </p14:nvContentPartPr>
            <p14:xfrm>
              <a:off x="7399152" y="2459736"/>
              <a:ext cx="867240" cy="887400"/>
            </p14:xfrm>
          </p:contentPart>
        </mc:Choice>
        <mc:Fallback xmlns="">
          <p:pic>
            <p:nvPicPr>
              <p:cNvPr id="93" name="Ink 92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78272" y="2438856"/>
                <a:ext cx="909000" cy="9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" name="Ink 2"/>
              <p14:cNvContentPartPr/>
              <p14:nvPr/>
            </p14:nvContentPartPr>
            <p14:xfrm>
              <a:off x="2075832" y="1307736"/>
              <a:ext cx="5336640" cy="3511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54952" y="1286856"/>
                <a:ext cx="5378400" cy="355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" name="Ink 4"/>
              <p14:cNvContentPartPr/>
              <p14:nvPr/>
            </p14:nvContentPartPr>
            <p14:xfrm>
              <a:off x="1481472" y="3401496"/>
              <a:ext cx="1627920" cy="110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60592" y="3380616"/>
                <a:ext cx="16696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" name="Ink 10"/>
              <p14:cNvContentPartPr/>
              <p14:nvPr/>
            </p14:nvContentPartPr>
            <p14:xfrm>
              <a:off x="2977632" y="3428856"/>
              <a:ext cx="159120" cy="21675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56752" y="3407976"/>
                <a:ext cx="200880" cy="22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" name="Ink 16"/>
              <p14:cNvContentPartPr/>
              <p14:nvPr/>
            </p14:nvContentPartPr>
            <p14:xfrm>
              <a:off x="1664352" y="4197096"/>
              <a:ext cx="1426680" cy="1285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43472" y="4176216"/>
                <a:ext cx="14684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/>
              <p14:cNvContentPartPr/>
              <p14:nvPr/>
            </p14:nvContentPartPr>
            <p14:xfrm>
              <a:off x="1316592" y="3566016"/>
              <a:ext cx="210960" cy="25668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95712" y="3545136"/>
                <a:ext cx="25272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/>
              <p14:cNvContentPartPr/>
              <p14:nvPr/>
            </p14:nvContentPartPr>
            <p14:xfrm>
              <a:off x="1031832" y="4230936"/>
              <a:ext cx="551160" cy="35064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10952" y="4210056"/>
                <a:ext cx="59292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/>
              <p14:cNvContentPartPr/>
              <p14:nvPr/>
            </p14:nvContentPartPr>
            <p14:xfrm>
              <a:off x="6793272" y="1856376"/>
              <a:ext cx="2314440" cy="163692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82832" y="1845936"/>
                <a:ext cx="2335320" cy="16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2" name="Ink 81"/>
              <p14:cNvContentPartPr/>
              <p14:nvPr/>
            </p14:nvContentPartPr>
            <p14:xfrm>
              <a:off x="2220912" y="3904416"/>
              <a:ext cx="394560" cy="55836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10472" y="3893976"/>
                <a:ext cx="41544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8" name="Ink 87"/>
              <p14:cNvContentPartPr/>
              <p14:nvPr/>
            </p14:nvContentPartPr>
            <p14:xfrm>
              <a:off x="2990232" y="3163896"/>
              <a:ext cx="292680" cy="14652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79792" y="3153456"/>
                <a:ext cx="3135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/>
              <p14:cNvContentPartPr/>
              <p14:nvPr/>
            </p14:nvContentPartPr>
            <p14:xfrm>
              <a:off x="3836952" y="3455856"/>
              <a:ext cx="177480" cy="642240"/>
            </p14:xfrm>
          </p:contentPart>
        </mc:Choice>
        <mc:Fallback xmlns="">
          <p:pic>
            <p:nvPicPr>
              <p:cNvPr id="89" name="Ink 88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26512" y="3445416"/>
                <a:ext cx="19836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4" name="Ink 93"/>
              <p14:cNvContentPartPr/>
              <p14:nvPr/>
            </p14:nvContentPartPr>
            <p14:xfrm>
              <a:off x="3931992" y="2715336"/>
              <a:ext cx="243720" cy="57600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921552" y="2704896"/>
                <a:ext cx="26460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9" name="Ink 98"/>
              <p14:cNvContentPartPr/>
              <p14:nvPr/>
            </p14:nvContentPartPr>
            <p14:xfrm>
              <a:off x="4497912" y="3045096"/>
              <a:ext cx="266400" cy="795600"/>
            </p14:xfrm>
          </p:contentPart>
        </mc:Choice>
        <mc:Fallback xmlns="">
          <p:pic>
            <p:nvPicPr>
              <p:cNvPr id="99" name="Ink 98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87472" y="3034656"/>
                <a:ext cx="287280" cy="8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3" name="Ink 102"/>
              <p14:cNvContentPartPr/>
              <p14:nvPr/>
            </p14:nvContentPartPr>
            <p14:xfrm>
              <a:off x="5175432" y="1983456"/>
              <a:ext cx="805320" cy="1619640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164992" y="1973016"/>
                <a:ext cx="826200" cy="16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2" name="Ink 111"/>
              <p14:cNvContentPartPr/>
              <p14:nvPr/>
            </p14:nvContentPartPr>
            <p14:xfrm>
              <a:off x="4873392" y="2301696"/>
              <a:ext cx="156240" cy="53316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862952" y="2291256"/>
                <a:ext cx="17712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21" name="Ink 120"/>
              <p14:cNvContentPartPr/>
              <p14:nvPr/>
            </p14:nvContentPartPr>
            <p14:xfrm>
              <a:off x="5969952" y="1362456"/>
              <a:ext cx="469800" cy="759240"/>
            </p14:xfrm>
          </p:contentPart>
        </mc:Choice>
        <mc:Fallback xmlns="">
          <p:pic>
            <p:nvPicPr>
              <p:cNvPr id="121" name="Ink 120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959512" y="1352016"/>
                <a:ext cx="490680" cy="78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6" name="Ink 125"/>
              <p14:cNvContentPartPr/>
              <p14:nvPr/>
            </p14:nvContentPartPr>
            <p14:xfrm>
              <a:off x="6561072" y="1781856"/>
              <a:ext cx="87480" cy="119016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550632" y="1771416"/>
                <a:ext cx="108360" cy="121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287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853632" y="182736"/>
              <a:ext cx="7531920" cy="33206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192" y="172296"/>
                <a:ext cx="7552800" cy="33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65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or Coefficient of Determination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5"/>
            <a:ext cx="8229600" cy="3240360"/>
          </a:xfrm>
        </p:spPr>
        <p:txBody>
          <a:bodyPr>
            <a:normAutofit/>
          </a:bodyPr>
          <a:lstStyle/>
          <a:p>
            <a:r>
              <a:rPr lang="en-US" dirty="0" smtClean="0"/>
              <a:t>Explains </a:t>
            </a:r>
            <a:r>
              <a:rPr lang="en-US" dirty="0"/>
              <a:t>what portion of the given data variation is explained by the developed model. It always takes a value between 0 &amp; 1. </a:t>
            </a:r>
          </a:p>
          <a:p>
            <a:r>
              <a:rPr lang="en-US" dirty="0" smtClean="0"/>
              <a:t>The </a:t>
            </a:r>
            <a:r>
              <a:rPr lang="en-US" dirty="0"/>
              <a:t>higher the R-squared, the better the model fits your data.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AutoShape 2" descr="Refactored Website - April, 20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26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b="1" dirty="0"/>
              <a:t>RSS (Residual Sum of Squares):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dirty="0"/>
              <a:t>Summing the squared difference between the 	actual and the </a:t>
            </a:r>
            <a:r>
              <a:rPr lang="en-US" sz="2400" dirty="0" smtClean="0"/>
              <a:t>predicted.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A </a:t>
            </a:r>
            <a:r>
              <a:rPr lang="en-US" sz="2400" dirty="0"/>
              <a:t>small RSS indicates a tight fit  </a:t>
            </a:r>
            <a:r>
              <a:rPr lang="en-US" sz="2400" dirty="0" smtClean="0"/>
              <a:t>of </a:t>
            </a:r>
            <a:r>
              <a:rPr lang="en-US" sz="2400" dirty="0"/>
              <a:t>the model to </a:t>
            </a:r>
            <a:r>
              <a:rPr lang="en-US" sz="2400" dirty="0" smtClean="0"/>
              <a:t>the </a:t>
            </a:r>
            <a:r>
              <a:rPr lang="en-US" sz="2400" dirty="0"/>
              <a:t>data. </a:t>
            </a:r>
            <a:endParaRPr lang="en-US" sz="2400" dirty="0" smtClean="0"/>
          </a:p>
          <a:p>
            <a:r>
              <a:rPr lang="en-US" sz="2400" b="1" dirty="0"/>
              <a:t>TSS (Total sum of squares):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dirty="0" smtClean="0"/>
              <a:t>Summing </a:t>
            </a:r>
            <a:r>
              <a:rPr lang="en-US" sz="2400" dirty="0"/>
              <a:t>the squared difference between the </a:t>
            </a:r>
            <a:r>
              <a:rPr lang="en-US" sz="2400" dirty="0" smtClean="0"/>
              <a:t>	actual </a:t>
            </a:r>
            <a:r>
              <a:rPr lang="en-US" sz="2400" dirty="0"/>
              <a:t>and the </a:t>
            </a:r>
            <a:r>
              <a:rPr lang="en-US" sz="2400" dirty="0" smtClean="0"/>
              <a:t>average.  </a:t>
            </a:r>
            <a:endParaRPr lang="en-IN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280" y="3507472"/>
            <a:ext cx="3139440" cy="929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/>
              <p14:cNvContentPartPr/>
              <p14:nvPr/>
            </p14:nvContentPartPr>
            <p14:xfrm>
              <a:off x="1298592" y="4800456"/>
              <a:ext cx="338760" cy="17388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152" y="4790016"/>
                <a:ext cx="359640" cy="175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Ink 35"/>
              <p14:cNvContentPartPr/>
              <p14:nvPr/>
            </p14:nvContentPartPr>
            <p14:xfrm>
              <a:off x="1664352" y="4627656"/>
              <a:ext cx="4307040" cy="179172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3912" y="4617216"/>
                <a:ext cx="4327920" cy="18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953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 –squared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1084242" y="2479331"/>
              <a:ext cx="93240" cy="13482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3802" y="2468891"/>
                <a:ext cx="114120" cy="13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/>
              <p14:cNvContentPartPr/>
              <p14:nvPr/>
            </p14:nvContentPartPr>
            <p14:xfrm>
              <a:off x="1046442" y="3721691"/>
              <a:ext cx="1631160" cy="1436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6002" y="3711251"/>
                <a:ext cx="16520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/>
              <p14:cNvContentPartPr/>
              <p14:nvPr/>
            </p14:nvContentPartPr>
            <p14:xfrm>
              <a:off x="1008642" y="2193491"/>
              <a:ext cx="226800" cy="48348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8202" y="2183051"/>
                <a:ext cx="24768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/>
              <p14:cNvContentPartPr/>
              <p14:nvPr/>
            </p14:nvContentPartPr>
            <p14:xfrm>
              <a:off x="1413282" y="2894051"/>
              <a:ext cx="821160" cy="67896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02842" y="2883611"/>
                <a:ext cx="842040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/>
              <p14:cNvContentPartPr/>
              <p14:nvPr/>
            </p14:nvContentPartPr>
            <p14:xfrm>
              <a:off x="1385202" y="2224811"/>
              <a:ext cx="1763640" cy="140472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74762" y="2214371"/>
                <a:ext cx="1784520" cy="14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/>
              <p14:cNvContentPartPr/>
              <p14:nvPr/>
            </p14:nvContentPartPr>
            <p14:xfrm>
              <a:off x="4911402" y="2158571"/>
              <a:ext cx="141840" cy="165960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00962" y="2148131"/>
                <a:ext cx="162720" cy="16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Ink 41"/>
              <p14:cNvContentPartPr/>
              <p14:nvPr/>
            </p14:nvContentPartPr>
            <p14:xfrm>
              <a:off x="4798362" y="3666251"/>
              <a:ext cx="2338200" cy="24696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87922" y="3655811"/>
                <a:ext cx="23590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Ink 42"/>
              <p14:cNvContentPartPr/>
              <p14:nvPr/>
            </p14:nvContentPartPr>
            <p14:xfrm>
              <a:off x="6976002" y="3553931"/>
              <a:ext cx="217080" cy="33084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65562" y="3543491"/>
                <a:ext cx="2379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1" name="Ink 50"/>
              <p14:cNvContentPartPr/>
              <p14:nvPr/>
            </p14:nvContentPartPr>
            <p14:xfrm>
              <a:off x="4513242" y="1880291"/>
              <a:ext cx="2142360" cy="157032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02802" y="1869851"/>
                <a:ext cx="2163240" cy="15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Ink 56"/>
              <p14:cNvContentPartPr/>
              <p14:nvPr/>
            </p14:nvContentPartPr>
            <p14:xfrm>
              <a:off x="5326122" y="1817291"/>
              <a:ext cx="1680840" cy="181224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15682" y="1806851"/>
                <a:ext cx="1701720" cy="18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5" name="Ink 74"/>
              <p14:cNvContentPartPr/>
              <p14:nvPr/>
            </p14:nvContentPartPr>
            <p14:xfrm>
              <a:off x="1197282" y="4892411"/>
              <a:ext cx="59040" cy="133560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86842" y="4881971"/>
                <a:ext cx="79920" cy="13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9" name="Ink 78"/>
              <p14:cNvContentPartPr/>
              <p14:nvPr/>
            </p14:nvContentPartPr>
            <p14:xfrm>
              <a:off x="1017642" y="4581371"/>
              <a:ext cx="246960" cy="160560"/>
            </p14:xfrm>
          </p:contentPart>
        </mc:Choice>
        <mc:Fallback xmlns="">
          <p:pic>
            <p:nvPicPr>
              <p:cNvPr id="79" name="Ink 78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7202" y="4570931"/>
                <a:ext cx="2678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Ink 80"/>
              <p14:cNvContentPartPr/>
              <p14:nvPr/>
            </p14:nvContentPartPr>
            <p14:xfrm>
              <a:off x="1121682" y="6089771"/>
              <a:ext cx="2338200" cy="16992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11242" y="6079331"/>
                <a:ext cx="23590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2" name="Ink 81"/>
              <p14:cNvContentPartPr/>
              <p14:nvPr/>
            </p14:nvContentPartPr>
            <p14:xfrm>
              <a:off x="3674802" y="5957651"/>
              <a:ext cx="277920" cy="64764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64362" y="5947211"/>
                <a:ext cx="29880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6" name="Ink 85"/>
              <p14:cNvContentPartPr/>
              <p14:nvPr/>
            </p14:nvContentPartPr>
            <p14:xfrm>
              <a:off x="2545122" y="3638891"/>
              <a:ext cx="228240" cy="273600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34682" y="3628451"/>
                <a:ext cx="2491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7" name="Ink 86"/>
              <p14:cNvContentPartPr/>
              <p14:nvPr/>
            </p14:nvContentPartPr>
            <p14:xfrm>
              <a:off x="2875242" y="3704771"/>
              <a:ext cx="292680" cy="64512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64802" y="3694331"/>
                <a:ext cx="313560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1" name="Ink 100"/>
              <p14:cNvContentPartPr/>
              <p14:nvPr/>
            </p14:nvContentPartPr>
            <p14:xfrm>
              <a:off x="1432722" y="4534211"/>
              <a:ext cx="1886040" cy="142380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22282" y="4523771"/>
                <a:ext cx="1906920" cy="14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2" name="Ink 101"/>
              <p14:cNvContentPartPr/>
              <p14:nvPr/>
            </p14:nvContentPartPr>
            <p14:xfrm>
              <a:off x="1121682" y="4864331"/>
              <a:ext cx="264240" cy="33012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11242" y="4853891"/>
                <a:ext cx="2851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3" name="Ink 102"/>
              <p14:cNvContentPartPr/>
              <p14:nvPr/>
            </p14:nvContentPartPr>
            <p14:xfrm>
              <a:off x="1489602" y="4506131"/>
              <a:ext cx="1190160" cy="1395360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79162" y="4495691"/>
                <a:ext cx="1211040" cy="14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1" name="Ink 110"/>
              <p14:cNvContentPartPr/>
              <p14:nvPr/>
            </p14:nvContentPartPr>
            <p14:xfrm>
              <a:off x="1451802" y="6306491"/>
              <a:ext cx="2234520" cy="39672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441362" y="6296051"/>
                <a:ext cx="225540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8" name="Ink 117"/>
              <p14:cNvContentPartPr/>
              <p14:nvPr/>
            </p14:nvContentPartPr>
            <p14:xfrm>
              <a:off x="2978202" y="5183651"/>
              <a:ext cx="38880" cy="39240"/>
            </p14:xfrm>
          </p:contentPart>
        </mc:Choice>
        <mc:Fallback xmlns="">
          <p:pic>
            <p:nvPicPr>
              <p:cNvPr id="118" name="Ink 117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67762" y="5173211"/>
                <a:ext cx="597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5" name="Ink 124"/>
              <p14:cNvContentPartPr/>
              <p14:nvPr/>
            </p14:nvContentPartPr>
            <p14:xfrm>
              <a:off x="7267962" y="3695411"/>
              <a:ext cx="227160" cy="577080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57522" y="3684971"/>
                <a:ext cx="24804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6" name="Ink 125"/>
              <p14:cNvContentPartPr/>
              <p14:nvPr/>
            </p14:nvContentPartPr>
            <p14:xfrm>
              <a:off x="4911402" y="5844611"/>
              <a:ext cx="2423160" cy="17100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00962" y="5834171"/>
                <a:ext cx="24440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7" name="Ink 126"/>
              <p14:cNvContentPartPr/>
              <p14:nvPr/>
            </p14:nvContentPartPr>
            <p14:xfrm>
              <a:off x="5156562" y="4930211"/>
              <a:ext cx="71280" cy="1094040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146122" y="4919771"/>
                <a:ext cx="92160" cy="11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54" name="Ink 153"/>
              <p14:cNvContentPartPr/>
              <p14:nvPr/>
            </p14:nvContentPartPr>
            <p14:xfrm>
              <a:off x="5401362" y="4060451"/>
              <a:ext cx="2292480" cy="1784520"/>
            </p14:xfrm>
          </p:contentPart>
        </mc:Choice>
        <mc:Fallback xmlns="">
          <p:pic>
            <p:nvPicPr>
              <p:cNvPr id="154" name="Ink 153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90922" y="4050011"/>
                <a:ext cx="2313360" cy="18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5" name="Ink 154"/>
              <p14:cNvContentPartPr/>
              <p14:nvPr/>
            </p14:nvContentPartPr>
            <p14:xfrm>
              <a:off x="5467602" y="5241251"/>
              <a:ext cx="1310760" cy="462240"/>
            </p14:xfrm>
          </p:contentPart>
        </mc:Choice>
        <mc:Fallback xmlns="">
          <p:pic>
            <p:nvPicPr>
              <p:cNvPr id="155" name="Ink 154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57162" y="5230811"/>
                <a:ext cx="133164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8" name="Ink 157"/>
              <p14:cNvContentPartPr/>
              <p14:nvPr/>
            </p14:nvContentPartPr>
            <p14:xfrm>
              <a:off x="5524122" y="6212171"/>
              <a:ext cx="1820160" cy="481320"/>
            </p14:xfrm>
          </p:contentPart>
        </mc:Choice>
        <mc:Fallback xmlns="">
          <p:pic>
            <p:nvPicPr>
              <p:cNvPr id="158" name="Ink 157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13682" y="6201731"/>
                <a:ext cx="184104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68" name="Ink 167"/>
              <p14:cNvContentPartPr/>
              <p14:nvPr/>
            </p14:nvContentPartPr>
            <p14:xfrm>
              <a:off x="2506602" y="2319131"/>
              <a:ext cx="604440" cy="444240"/>
            </p14:xfrm>
          </p:contentPart>
        </mc:Choice>
        <mc:Fallback xmlns="">
          <p:pic>
            <p:nvPicPr>
              <p:cNvPr id="168" name="Ink 167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96162" y="2308691"/>
                <a:ext cx="62532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9" name="Ink 168"/>
              <p14:cNvContentPartPr/>
              <p14:nvPr/>
            </p14:nvContentPartPr>
            <p14:xfrm>
              <a:off x="2959842" y="2328491"/>
              <a:ext cx="490680" cy="631800"/>
            </p14:xfrm>
          </p:contentPart>
        </mc:Choice>
        <mc:Fallback xmlns="">
          <p:pic>
            <p:nvPicPr>
              <p:cNvPr id="169" name="Ink 168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949402" y="2318051"/>
                <a:ext cx="51156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1" name="Ink 170"/>
              <p14:cNvContentPartPr/>
              <p14:nvPr/>
            </p14:nvContentPartPr>
            <p14:xfrm>
              <a:off x="5645442" y="1668611"/>
              <a:ext cx="453960" cy="547200"/>
            </p14:xfrm>
          </p:contentPart>
        </mc:Choice>
        <mc:Fallback xmlns="">
          <p:pic>
            <p:nvPicPr>
              <p:cNvPr id="171" name="Ink 170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35002" y="1658171"/>
                <a:ext cx="47484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2" name="Ink 171"/>
              <p14:cNvContentPartPr/>
              <p14:nvPr/>
            </p14:nvContentPartPr>
            <p14:xfrm>
              <a:off x="1432722" y="3968651"/>
              <a:ext cx="811800" cy="350280"/>
            </p14:xfrm>
          </p:contentPart>
        </mc:Choice>
        <mc:Fallback xmlns="">
          <p:pic>
            <p:nvPicPr>
              <p:cNvPr id="172" name="Ink 171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22282" y="3958211"/>
                <a:ext cx="83268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73" name="Ink 172"/>
              <p14:cNvContentPartPr/>
              <p14:nvPr/>
            </p14:nvContentPartPr>
            <p14:xfrm>
              <a:off x="2017362" y="4364651"/>
              <a:ext cx="424440" cy="313920"/>
            </p14:xfrm>
          </p:contentPart>
        </mc:Choice>
        <mc:Fallback xmlns="">
          <p:pic>
            <p:nvPicPr>
              <p:cNvPr id="173" name="Ink 172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06922" y="4354211"/>
                <a:ext cx="4453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4" name="Ink 173"/>
              <p14:cNvContentPartPr/>
              <p14:nvPr/>
            </p14:nvContentPartPr>
            <p14:xfrm>
              <a:off x="3289962" y="5043251"/>
              <a:ext cx="28800" cy="66600"/>
            </p14:xfrm>
          </p:contentPart>
        </mc:Choice>
        <mc:Fallback xmlns="">
          <p:pic>
            <p:nvPicPr>
              <p:cNvPr id="174" name="Ink 173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279522" y="5032811"/>
                <a:ext cx="49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5" name="Ink 174"/>
              <p14:cNvContentPartPr/>
              <p14:nvPr/>
            </p14:nvContentPartPr>
            <p14:xfrm>
              <a:off x="3346482" y="5976011"/>
              <a:ext cx="219960" cy="35928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36042" y="5965571"/>
                <a:ext cx="24084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8" name="Ink 177"/>
              <p14:cNvContentPartPr/>
              <p14:nvPr/>
            </p14:nvContentPartPr>
            <p14:xfrm>
              <a:off x="7164282" y="5146931"/>
              <a:ext cx="481320" cy="21852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53842" y="5136491"/>
                <a:ext cx="5022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9" name="Ink 178"/>
              <p14:cNvContentPartPr/>
              <p14:nvPr/>
            </p14:nvContentPartPr>
            <p14:xfrm>
              <a:off x="7142322" y="4948931"/>
              <a:ext cx="324000" cy="605160"/>
            </p14:xfrm>
          </p:contentPart>
        </mc:Choice>
        <mc:Fallback xmlns="">
          <p:pic>
            <p:nvPicPr>
              <p:cNvPr id="179" name="Ink 178"/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31882" y="4938491"/>
                <a:ext cx="344880" cy="6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571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Assumptions of Simple Linear Regression</a:t>
            </a:r>
            <a:br>
              <a:rPr lang="en-IN" sz="3600" b="1" dirty="0"/>
            </a:br>
            <a:endParaRPr lang="en-IN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</a:t>
            </a:r>
            <a:r>
              <a:rPr lang="en-US" b="1" dirty="0"/>
              <a:t>linear</a:t>
            </a:r>
            <a:r>
              <a:rPr lang="en-US" dirty="0"/>
              <a:t> relationship between X and </a:t>
            </a:r>
            <a:r>
              <a:rPr lang="en-US" dirty="0" smtClean="0"/>
              <a:t>Y</a:t>
            </a:r>
          </a:p>
          <a:p>
            <a:r>
              <a:rPr lang="en-US" dirty="0" smtClean="0"/>
              <a:t>Error </a:t>
            </a:r>
            <a:r>
              <a:rPr lang="en-US" dirty="0"/>
              <a:t>terms are </a:t>
            </a:r>
            <a:r>
              <a:rPr lang="en-US" b="1" dirty="0"/>
              <a:t>independent</a:t>
            </a:r>
            <a:r>
              <a:rPr lang="en-US" dirty="0"/>
              <a:t> </a:t>
            </a:r>
            <a:r>
              <a:rPr lang="en-US" dirty="0" smtClean="0"/>
              <a:t> of </a:t>
            </a:r>
            <a:r>
              <a:rPr lang="en-US" dirty="0"/>
              <a:t>each </a:t>
            </a:r>
            <a:r>
              <a:rPr lang="en-US" dirty="0" smtClean="0"/>
              <a:t>other</a:t>
            </a:r>
          </a:p>
          <a:p>
            <a:r>
              <a:rPr lang="en-US" dirty="0"/>
              <a:t>Error terms are </a:t>
            </a:r>
            <a:r>
              <a:rPr lang="en-US" b="1" dirty="0"/>
              <a:t>normally</a:t>
            </a:r>
            <a:r>
              <a:rPr lang="en-US" dirty="0"/>
              <a:t> distributed </a:t>
            </a:r>
          </a:p>
          <a:p>
            <a:r>
              <a:rPr lang="en-US" dirty="0" smtClean="0"/>
              <a:t>Error </a:t>
            </a:r>
            <a:r>
              <a:rPr lang="en-US" dirty="0"/>
              <a:t>terms have </a:t>
            </a:r>
            <a:r>
              <a:rPr lang="en-US" b="1" dirty="0" smtClean="0"/>
              <a:t>equal</a:t>
            </a:r>
            <a:r>
              <a:rPr lang="en-US" dirty="0" smtClean="0"/>
              <a:t> variance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64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791922" y="2341811"/>
              <a:ext cx="217080" cy="2322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482" y="2331371"/>
                <a:ext cx="2379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/>
              <p14:cNvContentPartPr/>
              <p14:nvPr/>
            </p14:nvContentPartPr>
            <p14:xfrm>
              <a:off x="895602" y="2385011"/>
              <a:ext cx="88200" cy="148968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162" y="2374571"/>
                <a:ext cx="109080" cy="15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/>
              <p14:cNvContentPartPr/>
              <p14:nvPr/>
            </p14:nvContentPartPr>
            <p14:xfrm>
              <a:off x="970842" y="3241811"/>
              <a:ext cx="1395720" cy="9648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0402" y="3231371"/>
                <a:ext cx="14166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/>
              <p14:cNvContentPartPr/>
              <p14:nvPr/>
            </p14:nvContentPartPr>
            <p14:xfrm>
              <a:off x="499602" y="2187011"/>
              <a:ext cx="1029240" cy="20772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9162" y="2176571"/>
                <a:ext cx="10501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Ink 65"/>
              <p14:cNvContentPartPr/>
              <p14:nvPr/>
            </p14:nvContentPartPr>
            <p14:xfrm>
              <a:off x="4269522" y="2262611"/>
              <a:ext cx="95400" cy="1640520"/>
            </p14:xfrm>
          </p:contentPart>
        </mc:Choice>
        <mc:Fallback xmlns="">
          <p:pic>
            <p:nvPicPr>
              <p:cNvPr id="66" name="Ink 6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9082" y="2252171"/>
                <a:ext cx="116280" cy="16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Ink 71"/>
              <p14:cNvContentPartPr/>
              <p14:nvPr/>
            </p14:nvContentPartPr>
            <p14:xfrm>
              <a:off x="3893322" y="1811531"/>
              <a:ext cx="1367280" cy="329400"/>
            </p14:xfrm>
          </p:contentPart>
        </mc:Choice>
        <mc:Fallback xmlns="">
          <p:pic>
            <p:nvPicPr>
              <p:cNvPr id="72" name="Ink 7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82882" y="1801091"/>
                <a:ext cx="13881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4" name="Ink 73"/>
              <p14:cNvContentPartPr/>
              <p14:nvPr/>
            </p14:nvContentPartPr>
            <p14:xfrm>
              <a:off x="3959202" y="2534411"/>
              <a:ext cx="1819800" cy="103860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8762" y="2523971"/>
                <a:ext cx="1840680" cy="10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7" name="Ink 86"/>
              <p14:cNvContentPartPr/>
              <p14:nvPr/>
            </p14:nvContentPartPr>
            <p14:xfrm>
              <a:off x="4175922" y="3686051"/>
              <a:ext cx="1792800" cy="51876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65482" y="3675611"/>
                <a:ext cx="181368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0" name="Ink 89"/>
              <p14:cNvContentPartPr/>
              <p14:nvPr/>
            </p14:nvContentPartPr>
            <p14:xfrm>
              <a:off x="4147842" y="2271971"/>
              <a:ext cx="284040" cy="24552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37402" y="2261531"/>
                <a:ext cx="3049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4" name="Ink 93"/>
              <p14:cNvContentPartPr/>
              <p14:nvPr/>
            </p14:nvContentPartPr>
            <p14:xfrm>
              <a:off x="622002" y="4683971"/>
              <a:ext cx="1973160" cy="152928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1562" y="4673531"/>
                <a:ext cx="1994040" cy="15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5" name="Ink 94"/>
              <p14:cNvContentPartPr/>
              <p14:nvPr/>
            </p14:nvContentPartPr>
            <p14:xfrm>
              <a:off x="763482" y="4760651"/>
              <a:ext cx="173160" cy="142380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3042" y="4750211"/>
                <a:ext cx="194040" cy="14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5" name="Ink 104"/>
              <p14:cNvContentPartPr/>
              <p14:nvPr/>
            </p14:nvContentPartPr>
            <p14:xfrm>
              <a:off x="413562" y="4496411"/>
              <a:ext cx="891720" cy="500400"/>
            </p14:xfrm>
          </p:contentPart>
        </mc:Choice>
        <mc:Fallback xmlns="">
          <p:pic>
            <p:nvPicPr>
              <p:cNvPr id="105" name="Ink 10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3122" y="4485971"/>
                <a:ext cx="91260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8" name="Ink 107"/>
              <p14:cNvContentPartPr/>
              <p14:nvPr/>
            </p14:nvContentPartPr>
            <p14:xfrm>
              <a:off x="829722" y="6231251"/>
              <a:ext cx="1433160" cy="383040"/>
            </p14:xfrm>
          </p:contentPart>
        </mc:Choice>
        <mc:Fallback xmlns="">
          <p:pic>
            <p:nvPicPr>
              <p:cNvPr id="108" name="Ink 107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9282" y="6220811"/>
                <a:ext cx="14540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1" name="Ink 110"/>
              <p14:cNvContentPartPr/>
              <p14:nvPr/>
            </p14:nvContentPartPr>
            <p14:xfrm>
              <a:off x="1111602" y="2724491"/>
              <a:ext cx="1584720" cy="90504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01162" y="2714051"/>
                <a:ext cx="1605600" cy="9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2" name="Ink 111"/>
              <p14:cNvContentPartPr/>
              <p14:nvPr/>
            </p14:nvContentPartPr>
            <p14:xfrm>
              <a:off x="564402" y="3648251"/>
              <a:ext cx="2266200" cy="59148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3962" y="3637811"/>
                <a:ext cx="2287080" cy="6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3" name="Ink 112"/>
              <p14:cNvContentPartPr/>
              <p14:nvPr/>
            </p14:nvContentPartPr>
            <p14:xfrm>
              <a:off x="4006362" y="5702051"/>
              <a:ext cx="2621160" cy="255960"/>
            </p14:xfrm>
          </p:contentPart>
        </mc:Choice>
        <mc:Fallback xmlns="">
          <p:pic>
            <p:nvPicPr>
              <p:cNvPr id="113" name="Ink 112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95922" y="5691611"/>
                <a:ext cx="26420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4" name="Ink 113"/>
              <p14:cNvContentPartPr/>
              <p14:nvPr/>
            </p14:nvContentPartPr>
            <p14:xfrm>
              <a:off x="4251162" y="4864331"/>
              <a:ext cx="124200" cy="148968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40722" y="4853891"/>
                <a:ext cx="145080" cy="15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6" name="Ink 115"/>
              <p14:cNvContentPartPr/>
              <p14:nvPr/>
            </p14:nvContentPartPr>
            <p14:xfrm>
              <a:off x="4504962" y="4496411"/>
              <a:ext cx="1962360" cy="1244880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94522" y="4485971"/>
                <a:ext cx="1983240" cy="12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9" name="Ink 118"/>
              <p14:cNvContentPartPr/>
              <p14:nvPr/>
            </p14:nvContentPartPr>
            <p14:xfrm>
              <a:off x="4166562" y="4835891"/>
              <a:ext cx="245520" cy="331560"/>
            </p14:xfrm>
          </p:contentPart>
        </mc:Choice>
        <mc:Fallback xmlns="">
          <p:pic>
            <p:nvPicPr>
              <p:cNvPr id="119" name="Ink 118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56122" y="4825451"/>
                <a:ext cx="26640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0" name="Ink 119"/>
              <p14:cNvContentPartPr/>
              <p14:nvPr/>
            </p14:nvContentPartPr>
            <p14:xfrm>
              <a:off x="6362922" y="5646611"/>
              <a:ext cx="349200" cy="405720"/>
            </p14:xfrm>
          </p:contentPart>
        </mc:Choice>
        <mc:Fallback xmlns="">
          <p:pic>
            <p:nvPicPr>
              <p:cNvPr id="120" name="Ink 119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52482" y="5636171"/>
                <a:ext cx="3700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3" name="Ink 122"/>
              <p14:cNvContentPartPr/>
              <p14:nvPr/>
            </p14:nvContentPartPr>
            <p14:xfrm>
              <a:off x="5609082" y="3177011"/>
              <a:ext cx="199440" cy="301680"/>
            </p14:xfrm>
          </p:contentPart>
        </mc:Choice>
        <mc:Fallback xmlns="">
          <p:pic>
            <p:nvPicPr>
              <p:cNvPr id="123" name="Ink 122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98642" y="3166571"/>
                <a:ext cx="22032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4" name="Ink 123"/>
              <p14:cNvContentPartPr/>
              <p14:nvPr/>
            </p14:nvContentPartPr>
            <p14:xfrm>
              <a:off x="6164562" y="4364651"/>
              <a:ext cx="378000" cy="273600"/>
            </p14:xfrm>
          </p:contentPart>
        </mc:Choice>
        <mc:Fallback xmlns="">
          <p:pic>
            <p:nvPicPr>
              <p:cNvPr id="124" name="Ink 123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54122" y="4354211"/>
                <a:ext cx="3988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5" name="Ink 124"/>
              <p14:cNvContentPartPr/>
              <p14:nvPr/>
            </p14:nvContentPartPr>
            <p14:xfrm>
              <a:off x="6193362" y="4213091"/>
              <a:ext cx="150480" cy="478080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182922" y="4202651"/>
                <a:ext cx="17136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7" name="Ink 126"/>
              <p14:cNvContentPartPr/>
              <p14:nvPr/>
            </p14:nvContentPartPr>
            <p14:xfrm>
              <a:off x="2252802" y="4817171"/>
              <a:ext cx="396360" cy="462240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42362" y="4806731"/>
                <a:ext cx="417240" cy="4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457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980562" y="4032371"/>
              <a:ext cx="2705760" cy="2289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0122" y="4021931"/>
                <a:ext cx="27266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1090362" y="2441531"/>
              <a:ext cx="176400" cy="20365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9922" y="2431091"/>
                <a:ext cx="197280" cy="20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3478602" y="3984491"/>
              <a:ext cx="192240" cy="2862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68162" y="3974051"/>
                <a:ext cx="2131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/>
              <p14:cNvContentPartPr/>
              <p14:nvPr/>
            </p14:nvContentPartPr>
            <p14:xfrm>
              <a:off x="1404642" y="2403731"/>
              <a:ext cx="1282320" cy="16783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4202" y="2393291"/>
                <a:ext cx="1303200" cy="169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/>
              <p14:cNvContentPartPr/>
              <p14:nvPr/>
            </p14:nvContentPartPr>
            <p14:xfrm>
              <a:off x="1366842" y="2394371"/>
              <a:ext cx="1367280" cy="156528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6402" y="2383931"/>
                <a:ext cx="1388160" cy="15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Ink 45"/>
              <p14:cNvContentPartPr/>
              <p14:nvPr/>
            </p14:nvContentPartPr>
            <p14:xfrm>
              <a:off x="4835802" y="3825371"/>
              <a:ext cx="2320560" cy="28584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25362" y="3814931"/>
                <a:ext cx="234144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Ink 46"/>
              <p14:cNvContentPartPr/>
              <p14:nvPr/>
            </p14:nvContentPartPr>
            <p14:xfrm>
              <a:off x="5165922" y="2300051"/>
              <a:ext cx="75960" cy="208368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5482" y="2289611"/>
                <a:ext cx="96840" cy="21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Ink 48"/>
              <p14:cNvContentPartPr/>
              <p14:nvPr/>
            </p14:nvContentPartPr>
            <p14:xfrm>
              <a:off x="5401722" y="2422811"/>
              <a:ext cx="1678320" cy="139536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91282" y="2412371"/>
                <a:ext cx="1699200" cy="14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/>
              <p14:cNvContentPartPr/>
              <p14:nvPr/>
            </p14:nvContentPartPr>
            <p14:xfrm>
              <a:off x="5533482" y="1847531"/>
              <a:ext cx="914760" cy="161244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23042" y="1837091"/>
                <a:ext cx="935640" cy="16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9" name="Ink 78"/>
              <p14:cNvContentPartPr/>
              <p14:nvPr/>
            </p14:nvContentPartPr>
            <p14:xfrm>
              <a:off x="5618442" y="2157851"/>
              <a:ext cx="1584000" cy="1585080"/>
            </p14:xfrm>
          </p:contentPart>
        </mc:Choice>
        <mc:Fallback xmlns="">
          <p:pic>
            <p:nvPicPr>
              <p:cNvPr id="79" name="Ink 78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08002" y="2147411"/>
                <a:ext cx="1604880" cy="16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5" name="Ink 114"/>
              <p14:cNvContentPartPr/>
              <p14:nvPr/>
            </p14:nvContentPartPr>
            <p14:xfrm>
              <a:off x="1043922" y="4439891"/>
              <a:ext cx="3075840" cy="427320"/>
            </p14:xfrm>
          </p:contentPart>
        </mc:Choice>
        <mc:Fallback xmlns="">
          <p:pic>
            <p:nvPicPr>
              <p:cNvPr id="115" name="Ink 11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33482" y="4429451"/>
                <a:ext cx="309672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6" name="Ink 125"/>
              <p14:cNvContentPartPr/>
              <p14:nvPr/>
            </p14:nvContentPartPr>
            <p14:xfrm>
              <a:off x="1866522" y="4458971"/>
              <a:ext cx="77040" cy="39636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6082" y="4448531"/>
                <a:ext cx="9792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9" name="Ink 138"/>
              <p14:cNvContentPartPr/>
              <p14:nvPr/>
            </p14:nvContentPartPr>
            <p14:xfrm>
              <a:off x="5334402" y="4163051"/>
              <a:ext cx="3423600" cy="588600"/>
            </p14:xfrm>
          </p:contentPart>
        </mc:Choice>
        <mc:Fallback xmlns="">
          <p:pic>
            <p:nvPicPr>
              <p:cNvPr id="139" name="Ink 138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23962" y="4152611"/>
                <a:ext cx="3444480" cy="60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3" name="Ink 142"/>
              <p14:cNvContentPartPr/>
              <p14:nvPr/>
            </p14:nvContentPartPr>
            <p14:xfrm>
              <a:off x="6985362" y="1989011"/>
              <a:ext cx="415080" cy="25596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74922" y="1978571"/>
                <a:ext cx="4359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4" name="Ink 143"/>
              <p14:cNvContentPartPr/>
              <p14:nvPr/>
            </p14:nvContentPartPr>
            <p14:xfrm>
              <a:off x="7010562" y="1922411"/>
              <a:ext cx="181080" cy="359640"/>
            </p14:xfrm>
          </p:contentPart>
        </mc:Choice>
        <mc:Fallback xmlns="">
          <p:pic>
            <p:nvPicPr>
              <p:cNvPr id="144" name="Ink 143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00122" y="1911971"/>
                <a:ext cx="2019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5" name="Ink 144"/>
              <p14:cNvContentPartPr/>
              <p14:nvPr/>
            </p14:nvContentPartPr>
            <p14:xfrm>
              <a:off x="6268962" y="2761931"/>
              <a:ext cx="641160" cy="481320"/>
            </p14:xfrm>
          </p:contentPart>
        </mc:Choice>
        <mc:Fallback xmlns="">
          <p:pic>
            <p:nvPicPr>
              <p:cNvPr id="145" name="Ink 144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258522" y="2751491"/>
                <a:ext cx="66204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6" name="Ink 145"/>
              <p14:cNvContentPartPr/>
              <p14:nvPr/>
            </p14:nvContentPartPr>
            <p14:xfrm>
              <a:off x="2855802" y="2177651"/>
              <a:ext cx="396720" cy="426600"/>
            </p14:xfrm>
          </p:contentPart>
        </mc:Choice>
        <mc:Fallback xmlns="">
          <p:pic>
            <p:nvPicPr>
              <p:cNvPr id="146" name="Ink 145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45362" y="2167211"/>
                <a:ext cx="417600" cy="4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193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dirty="0" smtClean="0"/>
              <a:t>Statistical </a:t>
            </a:r>
            <a:r>
              <a:rPr lang="en-US" sz="3000" dirty="0"/>
              <a:t>technique to understand the relationship between one dependent variable and several independent variables. </a:t>
            </a:r>
            <a:endParaRPr lang="en-US" sz="3000" dirty="0" smtClean="0"/>
          </a:p>
          <a:p>
            <a:r>
              <a:rPr lang="en-US" sz="3000" dirty="0" smtClean="0"/>
              <a:t>Objective  </a:t>
            </a:r>
            <a:r>
              <a:rPr lang="en-US" sz="3000" dirty="0"/>
              <a:t>is to find a linear equation that can best determine the value of dependent variable Y for different values independent variables in X</a:t>
            </a:r>
            <a:r>
              <a:rPr lang="en-US" sz="3000" dirty="0" smtClean="0"/>
              <a:t>.</a:t>
            </a:r>
          </a:p>
          <a:p>
            <a:r>
              <a:rPr lang="en-US" sz="3000" dirty="0" smtClean="0"/>
              <a:t>Similar </a:t>
            </a:r>
            <a:r>
              <a:rPr lang="en-US" sz="3000" dirty="0"/>
              <a:t>to simple linear </a:t>
            </a:r>
            <a:r>
              <a:rPr lang="en-US" sz="3000" dirty="0" smtClean="0"/>
              <a:t>regression </a:t>
            </a:r>
            <a:r>
              <a:rPr lang="en-US" sz="3000" dirty="0"/>
              <a:t>with the small change that instead of having beta for just one variable, you will now have betas for all the variables used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60051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the R-squared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Additional </a:t>
            </a:r>
            <a:r>
              <a:rPr lang="en-US" dirty="0"/>
              <a:t>input variables will make the R-squared stay the same or </a:t>
            </a:r>
            <a:r>
              <a:rPr lang="en-US" dirty="0" smtClean="0"/>
              <a:t>increase. </a:t>
            </a:r>
          </a:p>
          <a:p>
            <a:r>
              <a:rPr lang="en-US" dirty="0" smtClean="0"/>
              <a:t>Even </a:t>
            </a:r>
            <a:r>
              <a:rPr lang="en-US" dirty="0"/>
              <a:t>if the additional input variables show no relationship with the output variables, the R-squared will increase.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331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Adjusted R-squared?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Modified </a:t>
            </a:r>
            <a:r>
              <a:rPr lang="en-US" dirty="0"/>
              <a:t>version of R-squared that accounts for predictors that are not significant in a regression model.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hows </a:t>
            </a:r>
            <a:r>
              <a:rPr lang="en-US" dirty="0"/>
              <a:t>whether adding additional predictors improve a regression model or not. </a:t>
            </a: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343680"/>
            <a:ext cx="5688632" cy="217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671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Variance Inflation Factor?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7"/>
            <a:ext cx="8229600" cy="3168352"/>
          </a:xfrm>
        </p:spPr>
        <p:txBody>
          <a:bodyPr>
            <a:normAutofit/>
          </a:bodyPr>
          <a:lstStyle/>
          <a:p>
            <a:r>
              <a:rPr lang="en-US" sz="2800" dirty="0"/>
              <a:t>D</a:t>
            </a:r>
            <a:r>
              <a:rPr lang="en-US" sz="2800" dirty="0" smtClean="0"/>
              <a:t>etects </a:t>
            </a:r>
            <a:r>
              <a:rPr lang="en-US" sz="2800" dirty="0"/>
              <a:t>multicollinearity in regression </a:t>
            </a:r>
            <a:r>
              <a:rPr lang="en-US" sz="2800" dirty="0" smtClean="0"/>
              <a:t>analysis.</a:t>
            </a:r>
          </a:p>
          <a:p>
            <a:r>
              <a:rPr lang="en-US" sz="2800" dirty="0"/>
              <a:t>E</a:t>
            </a:r>
            <a:r>
              <a:rPr lang="en-US" sz="2800" dirty="0" smtClean="0"/>
              <a:t>stimates </a:t>
            </a:r>
            <a:r>
              <a:rPr lang="en-US" sz="2800" dirty="0"/>
              <a:t>how much the variance of a regression coefficient is inflated due to </a:t>
            </a:r>
            <a:r>
              <a:rPr lang="en-US" sz="2800" dirty="0" smtClean="0"/>
              <a:t>multi-</a:t>
            </a:r>
            <a:r>
              <a:rPr lang="en-US" sz="2800" dirty="0" err="1" smtClean="0"/>
              <a:t>collinearity</a:t>
            </a:r>
            <a:r>
              <a:rPr lang="en-US" sz="2800" dirty="0" smtClean="0"/>
              <a:t> </a:t>
            </a:r>
            <a:r>
              <a:rPr lang="en-US" sz="2800" dirty="0"/>
              <a:t>in the </a:t>
            </a:r>
            <a:r>
              <a:rPr lang="en-US" sz="2800" dirty="0" smtClean="0"/>
              <a:t>model.</a:t>
            </a:r>
          </a:p>
          <a:p>
            <a:r>
              <a:rPr lang="en-US" sz="2800" dirty="0"/>
              <a:t>C</a:t>
            </a:r>
            <a:r>
              <a:rPr lang="en-US" sz="2800" dirty="0" smtClean="0"/>
              <a:t>alculated </a:t>
            </a:r>
            <a:r>
              <a:rPr lang="en-US" sz="2800" dirty="0"/>
              <a:t>by taking a predictor, and regressing it against every other predictor in the model. </a:t>
            </a:r>
            <a:endParaRPr lang="en-IN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365103"/>
            <a:ext cx="3384376" cy="1473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52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621792" y="457056"/>
              <a:ext cx="8112240" cy="63097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1352" y="446616"/>
                <a:ext cx="8133120" cy="63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4" name="Ink 83"/>
              <p14:cNvContentPartPr/>
              <p14:nvPr/>
            </p14:nvContentPartPr>
            <p14:xfrm>
              <a:off x="2770632" y="3581856"/>
              <a:ext cx="2323080" cy="6012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0192" y="3571416"/>
                <a:ext cx="23439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6" name="Ink 85"/>
              <p14:cNvContentPartPr/>
              <p14:nvPr/>
            </p14:nvContentPartPr>
            <p14:xfrm>
              <a:off x="1746432" y="3794616"/>
              <a:ext cx="55440" cy="2314080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25552" y="3773736"/>
                <a:ext cx="97200" cy="23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8" name="Ink 87"/>
              <p14:cNvContentPartPr/>
              <p14:nvPr/>
            </p14:nvContentPartPr>
            <p14:xfrm>
              <a:off x="1810512" y="5969736"/>
              <a:ext cx="3877560" cy="16632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89632" y="5948856"/>
                <a:ext cx="39193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2" name="Ink 91"/>
              <p14:cNvContentPartPr/>
              <p14:nvPr/>
            </p14:nvContentPartPr>
            <p14:xfrm>
              <a:off x="649152" y="4434696"/>
              <a:ext cx="978840" cy="55836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8272" y="4413816"/>
                <a:ext cx="102060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2" name="Ink 111"/>
              <p14:cNvContentPartPr/>
              <p14:nvPr/>
            </p14:nvContentPartPr>
            <p14:xfrm>
              <a:off x="2176272" y="3968496"/>
              <a:ext cx="2871720" cy="163728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55392" y="3947616"/>
                <a:ext cx="2913480" cy="167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6" name="Ink 115"/>
              <p14:cNvContentPartPr/>
              <p14:nvPr/>
            </p14:nvContentPartPr>
            <p14:xfrm>
              <a:off x="2349432" y="4270176"/>
              <a:ext cx="2414880" cy="914760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28552" y="4249296"/>
                <a:ext cx="2456640" cy="9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7" name="Ink 116"/>
              <p14:cNvContentPartPr/>
              <p14:nvPr/>
            </p14:nvContentPartPr>
            <p14:xfrm>
              <a:off x="2383272" y="5148216"/>
              <a:ext cx="113400" cy="969480"/>
            </p14:xfrm>
          </p:contentPart>
        </mc:Choice>
        <mc:Fallback xmlns="">
          <p:pic>
            <p:nvPicPr>
              <p:cNvPr id="117" name="Ink 11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62392" y="5127336"/>
                <a:ext cx="155160" cy="10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642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387</Words>
  <Application>Microsoft Office PowerPoint</Application>
  <PresentationFormat>On-screen Show (4:3)</PresentationFormat>
  <Paragraphs>42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Simple Linear Regression </vt:lpstr>
      <vt:lpstr> Simple linear Regression </vt:lpstr>
      <vt:lpstr>Best fit line</vt:lpstr>
      <vt:lpstr>PowerPoint Presentation</vt:lpstr>
      <vt:lpstr>PowerPoint Presentation</vt:lpstr>
      <vt:lpstr>R2 or Coefficient of Determination </vt:lpstr>
      <vt:lpstr>PowerPoint Presentation</vt:lpstr>
      <vt:lpstr>PowerPoint Presentation</vt:lpstr>
      <vt:lpstr>Assumptions of Simple Linear Regression </vt:lpstr>
      <vt:lpstr>PowerPoint Presentation</vt:lpstr>
      <vt:lpstr>PowerPoint Presentation</vt:lpstr>
      <vt:lpstr>Multiple Linear Regression</vt:lpstr>
      <vt:lpstr>Problems with the R-squared</vt:lpstr>
      <vt:lpstr>Adjusted R-squared?</vt:lpstr>
      <vt:lpstr>Variance Inflation Factor?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win10</dc:creator>
  <cp:lastModifiedBy>win10</cp:lastModifiedBy>
  <cp:revision>29</cp:revision>
  <dcterms:created xsi:type="dcterms:W3CDTF">2023-08-10T04:25:31Z</dcterms:created>
  <dcterms:modified xsi:type="dcterms:W3CDTF">2024-10-27T03:37:46Z</dcterms:modified>
</cp:coreProperties>
</file>