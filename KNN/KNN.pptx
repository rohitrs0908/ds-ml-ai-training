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44:34.278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3776D093-F0AF-40DB-93D9-1CF3FC05B10F}" emma:medium="tactile" emma:mode="ink">
          <msink:context xmlns:msink="http://schemas.microsoft.com/ink/2010/main" type="writingRegion" rotatedBoundingBox="4459,2547 5128,2547 5128,3606 4459,3606"/>
        </emma:interpretation>
      </emma:emma>
    </inkml:annotationXML>
    <inkml:traceGroup>
      <inkml:annotationXML>
        <emma:emma xmlns:emma="http://www.w3.org/2003/04/emma" version="1.0">
          <emma:interpretation id="{296B529D-72AE-4B89-80D3-B43E4B5F4572}" emma:medium="tactile" emma:mode="ink">
            <msink:context xmlns:msink="http://schemas.microsoft.com/ink/2010/main" type="paragraph" rotatedBoundingBox="4459,2547 5128,2547 5128,3606 4459,360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56307D8-951A-414C-84CD-F3B10CD2AB53}" emma:medium="tactile" emma:mode="ink">
              <msink:context xmlns:msink="http://schemas.microsoft.com/ink/2010/main" type="line" rotatedBoundingBox="4459,2547 5128,2547 5128,3606 4459,3606"/>
            </emma:interpretation>
          </emma:emma>
        </inkml:annotationXML>
        <inkml:traceGroup>
          <inkml:annotationXML>
            <emma:emma xmlns:emma="http://www.w3.org/2003/04/emma" version="1.0">
              <emma:interpretation id="{8060A971-A8F5-4BF1-B74B-45C566426379}" emma:medium="tactile" emma:mode="ink">
                <msink:context xmlns:msink="http://schemas.microsoft.com/ink/2010/main" type="inkWord" rotatedBoundingBox="4459,2547 5128,2547 5128,3606 4459,3606"/>
              </emma:interpretation>
              <emma:one-of disjunction-type="recognition" id="oneOf0">
                <emma:interpretation id="interp0" emma:lang="en-US" emma:confidence="0.5">
                  <emma:literal>Y</emma:literal>
                </emma:interpretation>
                <emma:interpretation id="interp1" emma:lang="en-US" emma:confidence="0">
                  <emma:literal>y</emma:literal>
                </emma:interpretation>
                <emma:interpretation id="interp2" emma:lang="en-US" emma:confidence="0">
                  <emma:literal>T</emma:literal>
                </emma:interpretation>
                <emma:interpretation id="interp3" emma:lang="en-US" emma:confidence="0">
                  <emma:literal>7</emma:literal>
                </emma:interpretation>
                <emma:interpretation id="interp4" emma:lang="en-US" emma:confidence="0">
                  <emma:literal>.</emma:literal>
                </emma:interpretation>
              </emma:one-of>
            </emma:emma>
          </inkml:annotationXML>
          <inkml:trace contextRef="#ctx0" brushRef="#br0">-1393-864 738,'0'0'1217,"0"0"-1198,0 0-14,0 0 1,0 0-2,0 0-1,0 0-3,64-18 1,-34 18 0,4 0 6,8 15-5,7 17 0,-1 3-2,-4 6 2,1-2-1,-6-4-1,-6-6 1,-5-5 1,-9-11-2,-2-5 0,-9-2-1,-3-2 0,-5-4-7,0 0-10,0 0-8,0 0-73</inkml:trace>
          <inkml:trace contextRef="#ctx0" brushRef="#br0" timeOffset="718.8638">-724-1009 1837,'0'0'103,"0"0"-76,0 0-18,0 0 0,0 0-1,0 0 0,0-10-6,0 10 1,0 0-2,0 0 1,0 5 1,-17 36-3,-5 13 0,0 18 2,-2 1-2,6-1 0,2-6 0,5-11 1,5-15-1,0-16 0,6-13 0,-3-8 1,3-3-1,0 0 1,0 0-1,0 0 3,0 3 0,-4 2 1,1 0 0,0-1-1,0 0-2,3-1 0,-3-2 0,3-1-1,0 3 1,0-3-1,0 0 0,0 0 0,-3 0 0,3 0 0,0 0 0,0 0 0,0 0 0,0 0 0,0 0 0,0 0 1,0 0-1,0 0 0,0 0 1,0 0-1,0 0 0,0 0 0,0 10 0,0 10 0,0 7 0,6 10 0,7 6 0,-1 4 0,5 4 0,-1 3 0,-1-4 0,-2-4 0,-2-6 0,-5-4 0,-1-14 0,3-5 0,-5-8 0,-3-3 0,0-6 0,0 0 0,0 0 0,0 0 0,0 0 0,0 0 0,0-26-1,-33-15-4,-6-14-15,1 7-50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44:24.864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86E45A3B-CA64-4BF2-BC14-BAEAF155CCFB}" emma:medium="tactile" emma:mode="ink">
          <msink:context xmlns:msink="http://schemas.microsoft.com/ink/2010/main" type="writingRegion" rotatedBoundingBox="5852,3542 6744,3542 6744,4131 5852,4131"/>
        </emma:interpretation>
      </emma:emma>
    </inkml:annotationXML>
    <inkml:traceGroup>
      <inkml:annotationXML>
        <emma:emma xmlns:emma="http://www.w3.org/2003/04/emma" version="1.0">
          <emma:interpretation id="{51816E34-3E88-47E4-8DD2-BF4A81DE533A}" emma:medium="tactile" emma:mode="ink">
            <msink:context xmlns:msink="http://schemas.microsoft.com/ink/2010/main" type="paragraph" rotatedBoundingBox="5852,3542 6744,3542 6744,4131 5852,413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C69C882-1315-4024-A484-53BD1FE500E9}" emma:medium="tactile" emma:mode="ink">
              <msink:context xmlns:msink="http://schemas.microsoft.com/ink/2010/main" type="line" rotatedBoundingBox="5852,3542 6744,3542 6744,4131 5852,4131"/>
            </emma:interpretation>
          </emma:emma>
        </inkml:annotationXML>
        <inkml:traceGroup>
          <inkml:annotationXML>
            <emma:emma xmlns:emma="http://www.w3.org/2003/04/emma" version="1.0">
              <emma:interpretation id="{C36BBC92-726C-4979-BB4B-68DB5E28C82C}" emma:medium="tactile" emma:mode="ink">
                <msink:context xmlns:msink="http://schemas.microsoft.com/ink/2010/main" type="inkWord" rotatedBoundingBox="5852,3542 6744,3542 6744,4131 5852,4131"/>
              </emma:interpretation>
              <emma:one-of disjunction-type="recognition" id="oneOf0">
                <emma:interpretation id="interp0" emma:lang="en-US" emma:confidence="0.5">
                  <emma:literal>"</emma:literal>
                </emma:interpretation>
                <emma:interpretation id="interp1" emma:lang="en-US" emma:confidence="0">
                  <emma:literal>y</emma:literal>
                </emma:interpretation>
                <emma:interpretation id="interp2" emma:lang="en-US" emma:confidence="0">
                  <emma:literal>Y</emma:literal>
                </emma:interpretation>
                <emma:interpretation id="interp3" emma:lang="en-US" emma:confidence="0">
                  <emma:literal>r</emma:literal>
                </emma:interpretation>
                <emma:interpretation id="interp4" emma:lang="en-US" emma:confidence="0">
                  <emma:literal>+</emma:literal>
                </emma:interpretation>
              </emma:one-of>
            </emma:emma>
          </inkml:annotationXML>
          <inkml:trace contextRef="#ctx0" brushRef="#br0">414 8 1565,'0'0'93,"0"0"-53,0 0-13,0 0 25,0 0 10,0 0-30,0 0-2,0-9-7,0 9-1,0 0-5,0 0-6,0 0-4,0 0-4,0 0 0,0 0-1,0 0-1,0 0 0,0 0 2,0 0-3,0 0 1,0 0 2,-7 0-2,-5 0 2,-5 12-3,-5 8 0,-11 7 1,2 10-1,-8 6 0,-2 7 0,2 1 0,8-2 1,4 1-2,5-3 2,2-11-2,11-7 1,-1-6 0,4-6 1,-3-2-1,2-4 4,-2 2-1,1-5-1,5 0 2,-3 1-4,3-3 1,0-3 1,3-1 0,0-2-1,0 0 1,0 0-2,0 0 3,0 0-3,0 0 0,0 0 1,0 0-1,0 0 1,0 0-1,0 0 0,0 0 0,0 0 0,0 0 0,0 0 0,0 0-1,0 0-4,0-2-7,0-22-13,9-3-13,11-6-259</inkml:trace>
          <inkml:trace contextRef="#ctx0" brushRef="#br0" timeOffset="1366.1361">498-24 1754,'0'0'141,"0"0"-103,0 0-16,0 0-4,0 0-6,0 0-9,-3 0 4,3 0-5,0 0 1,0 0-1,0 0 1,0 0-1,0 0 2,0 0-4,0 0 3,0 0-1,0 0 0,0 0 1,0 0-2,0 0 0,0 0 0,0 0-1,0 0 2,0 0-1,0 0 0,0 0 1,0 0-1,0 0 0,0 0-1,0 0 0,0 0 1,0 0-1,0 0 0,0 0 0,0 0 0,0 0 0,0 0 0,0 0 0,0 0 0,0 0 0,0 0 0,0 0-1,8 0 1,9 4 0,-1 6 0,1 5 0,0-3 0,0 0 0,2 3 0,1-5 0,2 5 0,0 3 0,-2-8 0,-1 9 0,0-5 0,-2-3 0,2 7 1,0-4-1,-7 7 0,5-2-1,-4-2 1,-1 2 0,-2-7 0,-1 1 0,-1-7 0,-2-1 0,0-2 0,-6 0 0,3 0 0,1-3 1,-1 0-1,-3 3 0,3-3 0,-3 3 0,0-3 0,3 0 0,-3 0 0,0 2 0,0 2 0,0-4 0,0 2 1,0-2-1,0 0 1,0 0-1,0 0 0,0 0 1,0 0 0,0 0-1,0 0 0,0 0 0,0 0 0,0 0 1,0 0-1,0 0 0,0 0 0,0 0 0,0 0 0,0 0 0,0 0 0,0-2-4,0-19-15,0-4-53</inkml:trace>
        </inkml:traceGroup>
      </inkml:traceGroup>
    </inkml:traceGroup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45:35.667"/>
    </inkml:context>
    <inkml:brush xml:id="br0">
      <inkml:brushProperty name="width" value="0.08333" units="cm"/>
      <inkml:brushProperty name="height" value="0.08333" units="cm"/>
      <inkml:brushProperty name="color" value="#177D36"/>
      <inkml:brushProperty name="fitToCurve" value="1"/>
    </inkml:brush>
    <inkml:brush xml:id="br1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234B0E2C-BA72-4E6F-95E5-D94AB9633BEE}" emma:medium="tactile" emma:mode="ink">
          <msink:context xmlns:msink="http://schemas.microsoft.com/ink/2010/main" type="writingRegion" rotatedBoundingBox="3356,13021 21517,13112 21498,16813 3338,16722"/>
        </emma:interpretation>
      </emma:emma>
    </inkml:annotationXML>
    <inkml:traceGroup>
      <inkml:annotationXML>
        <emma:emma xmlns:emma="http://www.w3.org/2003/04/emma" version="1.0">
          <emma:interpretation id="{BF8E8855-598B-4292-980B-4829DB302D41}" emma:medium="tactile" emma:mode="ink">
            <msink:context xmlns:msink="http://schemas.microsoft.com/ink/2010/main" type="paragraph" rotatedBoundingBox="3363,12971 13826,13087 13803,15097 3341,1498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B399139-BF51-4880-91AF-DD9B337B4C2E}" emma:medium="tactile" emma:mode="ink">
              <msink:context xmlns:msink="http://schemas.microsoft.com/ink/2010/main" type="line" rotatedBoundingBox="3363,12971 13826,13087 13803,15097 3341,14981"/>
            </emma:interpretation>
          </emma:emma>
        </inkml:annotationXML>
        <inkml:traceGroup>
          <inkml:annotationXML>
            <emma:emma xmlns:emma="http://www.w3.org/2003/04/emma" version="1.0">
              <emma:interpretation id="{3D5543D4-203D-4F04-B703-256D714200AC}" emma:medium="tactile" emma:mode="ink">
                <msink:context xmlns:msink="http://schemas.microsoft.com/ink/2010/main" type="inkWord" rotatedBoundingBox="3357,13462 6069,13492 6060,14327 3348,14297"/>
              </emma:interpretation>
              <emma:one-of disjunction-type="recognition" id="oneOf0">
                <emma:interpretation id="interp0" emma:lang="en-US" emma:confidence="0.5">
                  <emma:literal>Green</emma:literal>
                </emma:interpretation>
                <emma:interpretation id="interp1" emma:lang="en-US" emma:confidence="0">
                  <emma:literal>Goren</emma:literal>
                </emma:interpretation>
                <emma:interpretation id="interp2" emma:lang="en-US" emma:confidence="0">
                  <emma:literal>Galen</emma:literal>
                </emma:interpretation>
                <emma:interpretation id="interp3" emma:lang="en-US" emma:confidence="0">
                  <emma:literal>Garden</emma:literal>
                </emma:interpretation>
                <emma:interpretation id="interp4" emma:lang="en-US" emma:confidence="0">
                  <emma:literal>Given</emma:literal>
                </emma:interpretation>
              </emma:one-of>
            </emma:emma>
          </inkml:annotationXML>
          <inkml:trace contextRef="#ctx0" brushRef="#br0">482 0 1756,'0'0'52,"0"0"-10,0 0-41,0 0 16,0 0-7,0 0-6,0 0 11,-13 0-6,7 0 13,3 0-5,-8 0-9,-1 0-3,-7 0-2,-8 8-2,-4 15 0,-8 9-1,-2 11 0,-7 3 0,-4 9 0,1 1 3,10-1-3,5-2 1,11-7 4,11-4-5,6-6 0,3-10 0,5 1 0,0-7-1,5-3 0,17 1 1,3-7-1,6-2 1,5-4 0,3-5-3,-1 0 3,1 0-4,0-12-2,2-22 4,-2-10-2,-8-1-11,-2-5-25,-16 14-224</inkml:trace>
          <inkml:trace contextRef="#ctx0" brushRef="#br0" timeOffset="474.0491">228 386 1855,'0'0'36,"0"0"-31,0 0-5,0 0-5,0 0 5,0 0 1,107-11 13,-82 1 2,0-4 1,1-1-6,-4 5 0,-3-2-6,-2 3-3,-7 3 1,-4 3-3,0-2 1,1 2-1,2-3 0,0-3 2,2 3-2,-5 3 0,-3 3-1,1 0 1,-1 0-1,0 0-2,3 9 3,-3 36 6,-3 20 3,0 15 2,0 5-5,0-5-5,0-13 2,0-15-2,0-17-1,0-10 0,0-10 0,0-6 0,0-7 0,0 1 0,0-3 0,4 0-3,-4 0-11,0 0-1,0-14-15,0-14-1229</inkml:trace>
          <inkml:trace contextRef="#ctx0" brushRef="#br0" timeOffset="2115.7819">787 679 1754,'0'0'84,"0"0"-44,0 0 1,0 0-12,0 0-10,0 0-11,25 0 0,-8-27 2,5-18-3,3-14-1,4-9-1,-10 5-4,-9 6 1,-10 5-2,0 11 0,-13 12 0,-12 7-6,-5 16 0,5 6 2,-4 0-4,4 6 3,-2 20-1,5 5 4,6 4 1,7-4-2,6-1 3,3-13-1,0-5 0,12-8 0,14-4-1,6 0 2,6-8 0,1-17 0,-3 1 1,-8 9-1,-6 13-1,1 2-9,-7 0 3,3 0 0,-2 2 4,-5 19-7,-2 5 2,-1 8 7,-2 8 1,2 0 0,2 5 0,-5-1-1,-3 0 1,-3-2 0,0-7 2,6-5-2,4-9 2,6-11-2,10-12-2,5 0 2,5-18 2,2-20 0,-2-9 2,-2-9 4,2-11-2,3-5 5,-7-5-6,-6 5-1,-7 8-4,-13 11-5,-6 10 2,0 14 3,0 12 1,-3 8 0,-13 9 3,-1 0 1,-5 9 0,-3 22-1,-1 8-2,4 4 0,0 3 3,5-4-1,7 5 2,10-7-5,0-8 3,0-2-4,16-14 0,17-1-2,9 2 2,2 0 0,11 4 0,2-1 0,-2-2-1,0-1 1,-7-11 0,-4-4 0,-8-2 0,-8 0 0,-5-31-4,-7-14 4,-10-6 0,-6-7-3,0 6-1,-3 4 4,-19 7 0,-1 6 0,4 12 1,3 12-1,10 8 0,0 3 0,-2 0 0,8 0 0,-6 33-1,3 9 1,0 4 1,3 3 0,0-2 0,0-7 0,0-6 0,9-7-1,21-1 2,1-3-2,5-4 0,6-3 0,-4-8 1,-2-8 0,-8 0 0,-2 0-1,-7-3 1,-3-20 1,-2-6-2,-11-5 0,3-7 0,-6 5 0,0 5 0,0 9 0,0 3 1,0 11-1,0 5 1,0 2-1,0 1 2,0 0-1,0 0 2,0 0-1,0 0 1,0 0-3,0 0 0,6 0-2,4 0-1,9 8 3,-4 17 0,5 5 2,-4 7 0,-3 0 0,-10-2 0,3-6-2,-6-10 0,0-9 0,0-7 0,0 0 0,0-3-1,0 0 1,0-3 0,0-29 0,0-15 0,0-4 1,0-5-1,0 5 0,3 8 1,17 5-2,-1 4 1,0 7 0,4 10 0,-4 1 1,0 8-2,-2 6 1,-4 2 0,2 0-1,4 0 0,1 21 1,9 21 0,0 16 2,-1 6 0,2-9-1,-5-9-1,0-14 1,-5-17-1,-1-7-1,-6-8 1,-4 0 0,5 0 1,-1-11 3,-1-21-3,4-8 1,-2 2-2,0 3 0,0 6-6,-11 15-19,-3 6-82</inkml:trace>
        </inkml:traceGroup>
        <inkml:traceGroup>
          <inkml:annotationXML>
            <emma:emma xmlns:emma="http://www.w3.org/2003/04/emma" version="1.0">
              <emma:interpretation id="{4DEB991C-4BC3-4E88-AD62-EF46BA891B0E}" emma:medium="tactile" emma:mode="ink">
                <msink:context xmlns:msink="http://schemas.microsoft.com/ink/2010/main" type="inkWord" rotatedBoundingBox="7184,13030 9437,13055 9422,14400 7169,14375"/>
              </emma:interpretation>
              <emma:one-of disjunction-type="recognition" id="oneOf1">
                <emma:interpretation id="interp5" emma:lang="en-US" emma:confidence="0.5">
                  <emma:literal>port</emma:literal>
                </emma:interpretation>
                <emma:interpretation id="interp6" emma:lang="en-US" emma:confidence="0">
                  <emma:literal>point</emma:literal>
                </emma:interpretation>
                <emma:interpretation id="interp7" emma:lang="en-US" emma:confidence="0">
                  <emma:literal>points</emma:literal>
                </emma:interpretation>
                <emma:interpretation id="interp8" emma:lang="en-US" emma:confidence="0">
                  <emma:literal>part</emma:literal>
                </emma:interpretation>
                <emma:interpretation id="interp9" emma:lang="en-US" emma:confidence="0">
                  <emma:literal>porret</emma:literal>
                </emma:interpretation>
              </emma:one-of>
            </emma:emma>
          </inkml:annotationXML>
          <inkml:trace contextRef="#ctx0" brushRef="#br0" timeOffset="3631.6434">3868 138 1901,'0'0'45,"0"0"-23,0 0-7,0 0-12,0 0 2,-44 192 4,44-120-6,10-4 4,15 0-4,-2 0-2,2-7 2,-3-8-2,-2-3-1,-7-7 0,-4-5 1,-1-10-2,-8-10 1,2-10-7,-2-4-3,0-4-3,0 0-2,0-18-13,0-25-122</inkml:trace>
          <inkml:trace contextRef="#ctx0" brushRef="#br0" timeOffset="3894.9976">3943 123 1819,'0'0'41,"0"0"-10,16-153-3,-10 123-3,0 13-12,-3 9-5,10 8-8,4 0-1,5 0-5,0 29 6,-5 22 9,-8 17-2,-9 7 1,0 5-1,-12-2 1,-15-11 0,2-9-2,5-17-5,9-13 1,3-14-2,5-8 0,3-6-1,0 0-6,0-20-11,0-23-26,0-10-446</inkml:trace>
          <inkml:trace contextRef="#ctx0" brushRef="#br0" timeOffset="4584.0712">4462 180 1863,'0'0'54,"0"0"-36,0 0 1,0 0-3,0 0 0,0 0-9,0 6-1,0-6-2,0 0-2,0 6 0,-9 9-1,-4 11 0,-4 8 0,-2 10-1,3 2 0,7-1 1,3 0-1,6-8 0,0-8 0,0-7-1,6-6 1,10-15-2,3-1-1,4 0 1,2-27 2,0-19 0,-5-12 0,-4-9-1,-13 4-1,-3 2 2,0 6 0,0 15 0,-16 11-2,-4 11 1,5 10-1,5 4 2,4 4 2,6 0-2,0 0 0,0 0-3,16-2-2,23-6 5,15-3 0,4-2 2,3-1-1,-3 5 0,-8 2 2,-5 7 3,-9 0-4,-14 39-2,-9 18 0,-7 13 1,-6 8-1,3-6-1,0-10 0,5-17-3,4-17 0,1-12-1,0-11-3,-1-5 0,5 0 3,2-29 5,6-11 6,1-12-3,9-3-2,1-3-1,3 0 0,-5-3-1,-4 6-4,-2 7-13,-6 1-39,-5 10-92</inkml:trace>
          <inkml:trace contextRef="#ctx0" brushRef="#br0" timeOffset="5777.1792">4840-70 1981,'0'0'10,"0"0"-10,0 0 1,0 0-1,0 0-2,0 0-6,-15 4-8,15 2-31</inkml:trace>
          <inkml:trace contextRef="#ctx0" brushRef="#br0" timeOffset="5340.1432">5306-9 1887,'0'0'45,"0"0"-43,0 0 8,0 0 0,0 0 3,0 0-8,-9 148 3,9-95-1,0 5 5,0 3-6,0-3-1,0-12-1,-5-18-2,5-9 0,0-15-2,0-4 1,0 0 1,0-17-2,0-30 3,0-19-2,0-7-1,8 9 0,4 17 0,-5 22 1,2 12-1,-9 13 0,0 0-2,3 0-1,0 0 0,7 0 1,10 0 1,2 13 1,0-1 1,4 7 0,3-7-1,3 2 0,3-3 0,1-3 0,-2-4 0,5-4 0,-3 0 0,-1 0 0,0-15 0,-6-11 0,-3-11 1,-4-6-1,-12-7 0,-4-1 0,-6 0 1,0 4 0,0 0-1,-6 3 0,-13 13 1,3 8-1,2 12 1,8 11 0,6 0 2,0 0-2,0 0-1,0 37-1,26 26 1,18 28 1,5 12-1,-4 3 0,0-1 1,-10-15-1,-9-9 0,-10-22 0,-7-18 0,-6-17-2,-3-24-11,0 0-27,-6-52-1933</inkml:trace>
          <inkml:trace contextRef="#ctx0" brushRef="#br0" timeOffset="5538.1561">5886-197 2017,'0'0'11,"0"0"-9,0 0-1,0 0 3,0 0-4,0 0-1,-25-13-1,53-3-1,11-10 1,10-12-7,-5-1-6,-9 3-13,-16 7-24,-15 10-336</inkml:trace>
        </inkml:traceGroup>
        <inkml:traceGroup>
          <inkml:annotationXML>
            <emma:emma xmlns:emma="http://www.w3.org/2003/04/emma" version="1.0">
              <emma:interpretation id="{1A59E1D2-C9F3-4328-B3B8-20C1BDF9669A}" emma:medium="tactile" emma:mode="ink">
                <msink:context xmlns:msink="http://schemas.microsoft.com/ink/2010/main" type="inkWord" rotatedBoundingBox="10676,13052 13826,13087 13803,15097 10654,15062"/>
              </emma:interpretation>
              <emma:one-of disjunction-type="recognition" id="oneOf2">
                <emma:interpretation id="interp10" emma:lang="en-US" emma:confidence="0.5">
                  <emma:literal>belongs</emma:literal>
                </emma:interpretation>
                <emma:interpretation id="interp11" emma:lang="en-US" emma:confidence="0">
                  <emma:literal>belong's</emma:literal>
                </emma:interpretation>
                <emma:interpretation id="interp12" emma:lang="en-US" emma:confidence="0">
                  <emma:literal>billings</emma:literal>
                </emma:interpretation>
                <emma:interpretation id="interp13" emma:lang="en-US" emma:confidence="0">
                  <emma:literal>bultong's</emma:literal>
                </emma:interpretation>
                <emma:interpretation id="interp14" emma:lang="en-US" emma:confidence="0">
                  <emma:literal>bulling's</emma:literal>
                </emma:interpretation>
              </emma:one-of>
            </emma:emma>
          </inkml:annotationXML>
          <inkml:trace contextRef="#ctx0" brushRef="#br0" timeOffset="7928.5524">7320-9 1780,'0'0'72,"0"0"-64,0 0 3,0 155 19,0-98-13,6 3-7,0-5-5,1-13 1,-4-2 4,-3-8-2,0-11 2,0-4-9,0-13 0,3 1 2,-3-5-2,0 0-1,0 0 0,0 0 0,0 0 0,0 0 2,0 0-2,0 0 3,0 0-2,0 0 0,0-13-1,0-18 5,0-13-5,3-2-1,10 6 1,7 8-1,2 13 1,3 7 0,7 8-1,0 4-2,1 0 2,-5 20 1,-2 15 0,-7 11 1,-13 13-1,-6 5 1,0-1 1,0 0 1,-22-11 0,-10-8 1,3-10-2,0-11 1,4-8-3,3-7 0,2-5-1,-2-3 0,3 0-5,-4 0-4,7-20-8,3-12-28,10-4-116</inkml:trace>
          <inkml:trace contextRef="#ctx0" brushRef="#br0" timeOffset="9405.8807">7848 591 1880,'0'0'52,"0"0"-31,0 0-15,0 0 3,0 0 3,0 0-4,94-112-2,-78 70-2,-4 12-2,-5 9 2,-7 10-4,0 5 1,0 6 1,0 0-2,0-4 2,0 4 1,0 0-1,-4 0-1,-2 0-1,0 6 0,-1 25 0,1 20-2,6 9 2,0 6 0,0-2-1,0-7 1,10-10-1,18-16-1,8-11 1,-2-7-4,5-13 3,-3 0-1,-1-17 3,0-34 2,-3-17-2,-6-25 0,-4-15 0,-6-12-3,-5-4 0,-8-6 1,-3 6-1,0 4 1,-11 12 1,-5 23 1,7 40 0,6 25 1,-3 17 0,-1 3-1,1 0 2,3 29-1,0 10 0,3 12-1,0 0 6,0 7-4,0 0-2,19 0 3,4 5-3,-1-2 2,6 3 0,2 0 0,4-5 0,8 5-2,2-3 0,3-4 0,-3-5 1,1-15-1,-9-14-1,-8-11-1,-3-9-2,-5-3 1,-4 0 3,0 0 0,-4-15 1,-1-8 1,-2 1-2,-5 3 0,-1 11 2,0 6 0,-3-2-1,0 4 0,3 0 1,-3 0-2,6 0 1,13 0-1,17 0 1,15 0 0,14 0 3,5-3 0,-6-11-3,-3-6 0,-9-1-1,-21 4 0,-11 6 0,-17 6-2,-3-1 1,-26 6-1,-38 0-5,-16 0 1,-14 25 5,2 4 1,12 1 0,22-9-1,29-2 1,16-11 1,13-8 0,0 0-1,0 0-3,0 0 3,13-14 1,19-11 2,0-5 4,1 0-3,-11 11-2,-7 7 0,-4 6-2,-5 4 0,7-4 0,-1 0 1,7-2-1,4-5 0,0 2 0,0 0 0,-1-1 0,0 1 1,-2 5-2,-4 2 1,-1 4-1,1 0-1,1 0 1,-1 13 1,-1 13 0,-2 3 0,-4-1 2,2 1-2,-2-8 0,-2-7 0,-1-2 0,-3-6 0,0 0 0,1-3 0,-1-2 0,0-1 1,-3 0-1,0 0 0,0 0 1,0 0-1,3-1 1,3-24 2,5-4-1,1-8-2,1 5 1,3-2-1,4 4 1,-1 9-1,3 5-1,-2 11 0,2 5 0,0 0 0,4 0 1,-1 9 0,2 12 0,-2 4 1,0 5-1,4 3 0,0 7 0,0 6 0,-7 7 0,0-8 0,-8-1 0,-1-13 1,-1-7-1,-4-12 0,0-12-1,6 0-3,2-39-6,13-24 2,2-19-4,2-3-14,-5 7-80</inkml:trace>
          <inkml:trace contextRef="#ctx0" brushRef="#br0" timeOffset="10267.3018">10014 76 1969,'0'0'36,"0"0"-30,0 0 3,0 0-4,0 0-4,0 0 0,-6-9-1,-8 18 1,-1 29-1,-12 12 0,-1 13 1,6 3-1,6-2 0,7-4 0,9-11 1,0-8-1,0-13 0,0-11 0,6-7 0,4-4-1,-1-6 0,0 0-1,4 0 2,-2-17 1,1 1-1,-2 8 0,-1 6 0,4 2 0,2 0-2,5 9 1,6 25 1,0 12 1,2 15-1,-1 14 1,-9 14 0,1 6-1,-9 10 2,-7-9-1,0 1 0,-3-5-1,0-10 0,0-10 0,-12-21 2,-4-16-2,0-6 0,-4-12 1,-2-5-1,-6-10 1,-8-2-1,3 0-1,-1-6 1,4-25-2,8-6 2,13-6-1,9-13 1,0-4 0,3-13 0,19-13 0,9-11 0,2-14 0,9-8-1,0-13 0,2-9-1,8-12 2,-4 0-1,7 13 0,-13 30 1,-11 38 0,-15 35 0,-13 23-1,-3 14-4,0 0 3,-6 26 2,-19 20 0,-5 17 0,5 7 0,6 2 0,10-3 2,4-11-2,5-15 3,0-14-3,0-11 0,11-6 2,14-5-2,5-1 1,1 1-1,5 1 1,-1 0-1,-6 7 0,-7 10 0,-19 11 0,-3 16 0,-9 4 0,-36 6 1,-10 0-1,0-11 0,-3-11 0,-1-14-4,-7-20-11,2-6-97</inkml:trace>
        </inkml:traceGroup>
      </inkml:traceGroup>
    </inkml:traceGroup>
    <inkml:traceGroup>
      <inkml:annotationXML>
        <emma:emma xmlns:emma="http://www.w3.org/2003/04/emma" version="1.0">
          <emma:interpretation id="{3B8B23D0-82AC-4AAC-9758-13F0C9EE716E}" emma:medium="tactile" emma:mode="ink">
            <msink:context xmlns:msink="http://schemas.microsoft.com/ink/2010/main" type="paragraph" rotatedBoundingBox="4316,14890 21507,14976 21498,16813 4307,1672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1809797-52E2-44CF-A97E-A3DF40B0200C}" emma:medium="tactile" emma:mode="ink">
              <msink:context xmlns:msink="http://schemas.microsoft.com/ink/2010/main" type="line" rotatedBoundingBox="4316,14890 21507,14976 21498,16813 4307,16727"/>
            </emma:interpretation>
          </emma:emma>
        </inkml:annotationXML>
        <inkml:traceGroup>
          <inkml:annotationXML>
            <emma:emma xmlns:emma="http://www.w3.org/2003/04/emma" version="1.0">
              <emma:interpretation id="{78DE0108-CF1B-4702-8008-48BF6C6AB539}" emma:medium="tactile" emma:mode="ink">
                <msink:context xmlns:msink="http://schemas.microsoft.com/ink/2010/main" type="inkWord" rotatedBoundingBox="4315,15206 5238,15210 5234,16017 4310,16012"/>
              </emma:interpretation>
              <emma:one-of disjunction-type="recognition" id="oneOf3">
                <emma:interpretation id="interp15" emma:lang="en-US" emma:confidence="0.5">
                  <emma:literal>to</emma:literal>
                </emma:interpretation>
                <emma:interpretation id="interp16" emma:lang="en-US" emma:confidence="0">
                  <emma:literal>too</emma:literal>
                </emma:interpretation>
                <emma:interpretation id="interp17" emma:lang="en-US" emma:confidence="0">
                  <emma:literal>no</emma:literal>
                </emma:interpretation>
                <emma:interpretation id="interp18" emma:lang="en-US" emma:confidence="0">
                  <emma:literal>No</emma:literal>
                </emma:interpretation>
                <emma:interpretation id="interp19" emma:lang="en-US" emma:confidence="0">
                  <emma:literal>To</emma:literal>
                </emma:interpretation>
              </emma:one-of>
            </emma:emma>
          </inkml:annotationXML>
          <inkml:trace contextRef="#ctx0" brushRef="#br0" timeOffset="11171.0615">963 1738 1884,'0'0'27,"0"0"3,141 181-10,-96-117-6,-12 0-3,-11 2-3,-10-9-2,-5-1 2,-1 3-4,-6 1-2,3-7-1,-3-6-1,3-10 0,2-5-5,-2-9-11,-3-14-18,0-9-156</inkml:trace>
          <inkml:trace contextRef="#ctx0" brushRef="#br0" timeOffset="11648.1406">976 2514 1954,'0'0'22,"0"0"-13,0 0-3,0 0 1,0 0-3,70-151-2,-31 106 1,6-5-2,-1 4-1,8-3 0,-1 9 1,-5 8-1,-4 13-2,-14 6-1,-6 11 0,-5 2 1,-5 0-2,4 2-1,-3 30 5,10 12 0,-1 10 0,6 1 0,5 3 0,6-7 1,-3-7-2,-2-6 1,-1-9-4,-5-13-2,2-12-7,-5-4-1,3-15-3,-6-31-3,-2-9-10,-10-5 13,-10 5 17,0 14 28,-30 10 9,-17 19-13,-14 12-1,-6 0-6,9 17-10,10 14-5,12 5 0,14-1-2,16-3-1,6-7-4,0-10-14,6-15-50</inkml:trace>
        </inkml:traceGroup>
        <inkml:traceGroup>
          <inkml:annotationXML>
            <emma:emma xmlns:emma="http://www.w3.org/2003/04/emma" version="1.0">
              <emma:interpretation id="{14E9C9F1-05DA-42D2-A9CB-24E1C66336C1}" emma:medium="tactile" emma:mode="ink">
                <msink:context xmlns:msink="http://schemas.microsoft.com/ink/2010/main" type="inkWord" rotatedBoundingBox="6009,14933 9020,14948 9014,16099 6003,16084"/>
              </emma:interpretation>
              <emma:one-of disjunction-type="recognition" id="oneOf4">
                <emma:interpretation id="interp20" emma:lang="en-US" emma:confidence="0.5">
                  <emma:literal>which</emma:literal>
                </emma:interpretation>
                <emma:interpretation id="interp21" emma:lang="en-US" emma:confidence="0">
                  <emma:literal>Which</emma:literal>
                </emma:interpretation>
                <emma:interpretation id="interp22" emma:lang="en-US" emma:confidence="0">
                  <emma:literal>whish</emma:literal>
                </emma:interpretation>
                <emma:interpretation id="interp23" emma:lang="en-US" emma:confidence="0">
                  <emma:literal>whicker</emma:literal>
                </emma:interpretation>
                <emma:interpretation id="interp24" emma:lang="en-US" emma:confidence="0">
                  <emma:literal>whither</emma:literal>
                </emma:interpretation>
              </emma:one-of>
            </emma:emma>
          </inkml:annotationXML>
          <inkml:trace contextRef="#ctx0" brushRef="#br0" timeOffset="12959.2918">2657 2031 1958,'0'0'29,"0"0"-23,0 0-3,0 0 1,0 0-4,-3 151 1,35-93 1,-3 0-2,1-3 1,-5-10 0,-3-8-1,0-13 0,-8-12 0,-2-12-6,1 0 4,-1-12 2,1-33 1,4-16-1,-5-7 0,1 5 0,-7 14 1,2 21-1,-5 16 0,-3 9-1,2 3-5,1 0 0,8 15 6,1 19 0,7 9 1,3-8-1,5-1 2,2-7-1,3-7-1,-3-13 0,2-6 0,-1-1 3,-8 0-3,0 0 3,-8-8-1,-11 8-1,-3-6-2,0 6 1,0 0-3,-14 0 1,2 0-1,5 0 3,4-2 0,3-4-2,0-6-1,19-9 3,17-10 4,6-7 3,5-14-4,5-11 1,-1-15 4,-6-9-3,-13 1-4,-15 10-1,-14 10-1,-3 3 1,0 2-2,-17 9 1,1 15 0,7 14 1,6 15-1,-1 8 1,4 0-6,0 0 2,0 10 4,0 19 1,0 4 1,13 6 1,0 2 1,2 12-1,9 19-1,1 12 1,4 24-1,3 16 0,-6 1-2,-4-1 0,-6-19 0,-13-23 0,3-19 1,-6-24-1,0-18 0,0-21 0,0 0 1,0 0 0,0-45-1,0-7 0,-6-5 0,3 11 0,3 8 0,0 17-1,0 11-1,0 2 1,3 1-1,17-1 1,-1 2 0,3 0 1,4 2-1,6 4 1,0 0 0,3 0-2,4 16 1,-3 11 1,-2 6 0,2-1 0,-8-6 0,2-3 0,-8-12-1,0-7-1,-5-4-2,-5 0 0,-2-27 4,-1-10 2,1-9 0,-1 8 1,2 4 0,-2 13 0,-2 19-3,2 2 0,8 0-5,8 0 5,11 25 0,2 7 1,-4-7 1,-4-10-2,-10-9 0,-14-6-3,-3 0-18,-3-31-50</inkml:trace>
          <inkml:trace contextRef="#ctx0" brushRef="#br0" timeOffset="13133.3048">4249 1858 1968,'0'0'31,"0"0"-22,0 0-8,0 0 2,0 0-2,0 0-1,-27 16-6,27-34-19,3-2-60</inkml:trace>
          <inkml:trace contextRef="#ctx0" brushRef="#br0" timeOffset="13988.547">4842 2098 1950,'0'0'26,"0"0"-21,0 0 4,0 0 7,0 0-11,0 0-3,-131 142 0,114-99 0,5 4-1,2-6 0,10 10 0,0-14 0,0 1 0,6-12 0,21-6-2,1-5 1,8-11 0,5-4 2,7 0-1,4-11-1,-1-29-1,-4-18 0,-1-17 0,-4-12-2,-11-8-1,-4-11 4,-9-13 0,-11-5 0,-1 5 1,-6 21-1,0 26 0,0 37 0,0 19 1,0 16 1,-9 0 1,-10 0-2,-8 20-1,2 11 1,0 1-1,5 2 0,11-2 0,5 6 0,4 17 1,0 11 0,0 14-1,22 8 0,5-2 0,-5-5 1,-2-5-1,-1-17 1,-7-12-1,1-16 0,-7-23 0,-3-1 0,2-7 0,-2 0-1,-3 0 1,0-15 1,0-10 0,3-7-1,6 7 0,4 7-1,3 9 0,4 9-1,2 0 0,3 0 2,4 0 0,0 0 0,0 9 0,3 2 0,0 0 1,3 2-1,1 3 0,-2 0 0,-7 0 1,-4-5-1,-12 2 0,0-13 0,-8 0 1,-3 0 0,0 0 1,0 0 1,0 0-1,0-32-1,0-40-1,0-29-3,3-15-7,22 6-33</inkml:trace>
        </inkml:traceGroup>
        <inkml:traceGroup>
          <inkml:annotationXML>
            <emma:emma xmlns:emma="http://www.w3.org/2003/04/emma" version="1.0">
              <emma:interpretation id="{4FAD53EA-6DCD-41AA-96EA-1B56F5803BBD}" emma:medium="tactile" emma:mode="ink">
                <msink:context xmlns:msink="http://schemas.microsoft.com/ink/2010/main" type="inkWord" rotatedBoundingBox="10093,14919 14313,14940 14304,16777 10084,16756"/>
              </emma:interpretation>
              <emma:one-of disjunction-type="recognition" id="oneOf5">
                <emma:interpretation id="interp25" emma:lang="en-US" emma:confidence="0.5">
                  <emma:literal>category</emma:literal>
                </emma:interpretation>
                <emma:interpretation id="interp26" emma:lang="en-US" emma:confidence="0">
                  <emma:literal>Category</emma:literal>
                </emma:interpretation>
                <emma:interpretation id="interp27" emma:lang="en-US" emma:confidence="0">
                  <emma:literal>category's</emma:literal>
                </emma:interpretation>
                <emma:interpretation id="interp28" emma:lang="en-US" emma:confidence="0">
                  <emma:literal>categorize</emma:literal>
                </emma:interpretation>
                <emma:interpretation id="interp29" emma:lang="en-US" emma:confidence="0">
                  <emma:literal>cattery</emma:literal>
                </emma:interpretation>
              </emma:one-of>
            </emma:emma>
          </inkml:annotationXML>
          <inkml:trace contextRef="#ctx0" brushRef="#br0" timeOffset="14535.5913">6870 1891 1934,'0'0'37,"0"0"-27,0 0-3,0 0 9,0 0-13,0 0 0,-108 80-3,94-33 3,8 8-1,2-4 0,4-2 2,0-5-2,0-4-2,0-6 2,16-7-2,9-7 0,5-12 0,6-8 0,9 0 0,5-20-1,5-23-4,0-10-16,-4 2-31,-7 11-128</inkml:trace>
          <inkml:trace contextRef="#ctx0" brushRef="#br0" timeOffset="15166.4133">7387 1831 1909,'0'0'60,"0"0"-44,0 0 2,0 0-7,0 0-6,0 0-3,0-8 0,-20 8-1,-2 24-1,0 6 0,-1 6 1,4 8-1,0 9 0,5 4 1,5 0 0,9 4 1,0-4-1,0-14-1,0-10 0,3-13 0,11-13 0,-5-6-2,7-1 2,0 0-1,2-8 0,2-24 1,2-11 0,-3 2 0,-2 1 0,-1 5 1,-7 12-1,1 3 0,-4 10 0,2 6-1,-2 4 1,3 0-3,17 0 3,6 0-2,3 17 2,10 6 1,-6-6 0,-8-2-1,-4-7 0,-12-8 0,1 0 0,0 0 0,7-43 0,2-17 3,-3-18-2,2-16-1,-9-3 1,-8-4-1,-7 5 0,0 24 0,0 25 0,0 28 0,0 13 0,0 6-2,0 0 0,0 23 2,0 35 0,0 18 0,0 16 0,9 2 1,14 5 0,-4-1 1,3-20-2,-8-14 0,-5-21 1,1-16-1,-10-14-1,3-9-4,-3-4-14,0 0-11,0-17-46</inkml:trace>
          <inkml:trace contextRef="#ctx0" brushRef="#br0" timeOffset="15347.4254">7916 1985 1891,'0'0'68,"0"0"-45,0 0 4,0 0-16,0 0-9,0 0-2,-10-31 0,32 15 1,17-14 1,0-14 1,11-15 0,5-5-2,-2 2-1,-6 19-1,-11 22-7,-14 21-22,-13 0-74</inkml:trace>
          <inkml:trace contextRef="#ctx0" brushRef="#br0" timeOffset="16388.4818">8445 1949 1852,'0'0'39,"0"0"-12,0 0 10,0 0-20,0 0-4,0 0-2,119 14 5,-109-39-6,-4-8-6,-6 2-4,0 1 1,0 5 0,0 6-1,-10 11 0,-2 8 0,-1 0-1,-1 0 1,-4 31 0,2 16-1,0 11 1,-1 5-1,11 1 2,6-6-1,0-16 0,0-6 0,17-10 0,17-6 0,12-9 0,8-11 0,10 0 1,4-22 0,2-25 0,-3-8 0,-9-6-1,-10-5 0,-13-3 0,-15 11-1,-14 18 1,-6 8 0,0 14 1,0 12-1,0 6 0,-6 0 1,-14 0-1,1 6 0,0 20 0,-4 6-2,4 4 1,3-2 1,4-4 0,1-14-2,11-5 2,0-5 0,0-3-1,0 3 1,17-1 1,5 7 1,0 2-1,8 12 1,1 19-1,5 12 0,3 17-1,-1 27 0,-3 14 1,-6 14-1,-6 0 1,-14-8-1,-9-13 0,0-10 0,0-22 1,-12-11-1,-18-25 0,5-14 0,-7-13 0,3-13 0,-3-4 0,3-39 0,0-27-2,16-17 1,10-13 1,3-9 0,13-7 0,26-6 0,9 7 0,2 4 0,8 8 0,-3 11 0,-4 20 0,-12 25 0,-20 22 0,-13 18-1,-6 7-3,0 0 4,0 20 0,0 22 0,0-2 1,0 5-1,0-1 0,0 0 0,0-1 1,0 0-1,4-5 0,11-6 1,8-7-1,3-7 0,0-7 0,-1-8 1,0-3 0,-1-3-1,-6-28 1,-2-13 0,-5-5 0,-11 2 0,0 2-1,-14 1 0,-30 10 0,-4 2 0,-1 15 0,4 5 0,10 12 1,6 0-1,7 0 0,6 0-1,10 0-3,6 0-4,0-15-37</inkml:trace>
          <inkml:trace contextRef="#ctx0" brushRef="#br0" timeOffset="16800.5154">9880 2093 1940,'0'0'43,"0"0"-33,0 0 3,0 0 0,0 0-9,0 0-2,-3-93-1,28 93-1,8 0 1,1 22 0,-4 19-1,-8 3 1,-10 3 0,-5-5 1,-7-12-1,0-10 0,0-12 0,0-8 0,0 0 0,-3 0-1,-10-41 0,3-10 0,4-17 1,6 3-1,0-1 0,3 8-1,23 9 0,6-1-4,3 24-8,-12 12-31,-7 14-184</inkml:trace>
          <inkml:trace contextRef="#ctx0" brushRef="#br0" timeOffset="17385.5618">10265 1766 1963,'0'0'17,"0"0"-12,0 0 0,0 0 9,0 0-10,22 184 1,-13-128 1,-3-5-2,-1-10 1,1-12-3,0-15-1,1-10-1,2-4 0,0 0 0,7-6 0,10-20 2,6-12 0,1 0-2,-5 7 0,-2 5 0,-13 9 0,-4 0-1,-2 2 1,-7 0 0,0 4 0,0-1 0,0 6 0,0 4 0,0 2 0,0 0 0,0 0 0,0 10-1,0 41 1,9 17 0,14 19 0,9 11 1,7 7-1,3 1 0,-8-2 0,-7-3 0,-12-3 1,1 2-1,-3-10 0,-4 0 1,-6-12 0,-3-14-1,0-12 1,-6-9 0,-16-11-1,-3-12 0,-5-5 0,-1-6 0,1-7 0,2-2 0,2-7 0,1-44-1,6-33 0,5-43 1,14-42-2,3-37 2,55-16-2,23 14-3,5 31 0,-3 45-2,-16 43-17,-25 39-73</inkml:trace>
        </inkml:traceGroup>
        <inkml:traceGroup>
          <inkml:annotationXML>
            <emma:emma xmlns:emma="http://www.w3.org/2003/04/emma" version="1.0">
              <emma:interpretation id="{CC3A8D9F-79C8-4F08-A7EE-ED2B5306BF11}" emma:medium="tactile" emma:mode="ink">
                <msink:context xmlns:msink="http://schemas.microsoft.com/ink/2010/main" type="inkWord" rotatedBoundingBox="18591,15171 21506,15186 21500,16410 18585,16396"/>
              </emma:interpretation>
              <emma:one-of disjunction-type="recognition" id="oneOf6">
                <emma:interpretation id="interp30" emma:lang="en-US" emma:confidence="0.5">
                  <emma:literal>using</emma:literal>
                </emma:interpretation>
                <emma:interpretation id="interp31" emma:lang="en-US" emma:confidence="0">
                  <emma:literal>Using</emma:literal>
                </emma:interpretation>
                <emma:interpretation id="interp32" emma:lang="en-US" emma:confidence="0">
                  <emma:literal>wising</emma:literal>
                </emma:interpretation>
                <emma:interpretation id="interp33" emma:lang="en-US" emma:confidence="0">
                  <emma:literal>rising</emma:literal>
                </emma:interpretation>
                <emma:interpretation id="interp34" emma:lang="en-US" emma:confidence="0">
                  <emma:literal>wing</emma:literal>
                </emma:interpretation>
              </emma:one-of>
            </emma:emma>
          </inkml:annotationXML>
          <inkml:trace contextRef="#ctx0" brushRef="#br1" timeOffset="144310.5112">15251 1983 1928,'0'0'42,"0"0"-24,0 0-3,0 0-6,0 0-5,0 0-3,-13-6-1,13 12 0,0 22 1,0 16 0,5 8 1,6 6-2,-2 3 2,1-2-2,2-6 1,8-7-1,2-8 0,0-15-1,8-9 1,1-8-2,5-6-2,6-6-1,-4-31 3,-5-28 1,-8-3-1,-13-4 2,-7 9-2,-5 7 2,0 15 1,0 13-1,-8 10 0,-4 13 2,2 5-1,7 0 5,0 0-5,3 0-1,0 0 0,0 12 0,0 11 0,0 3 0,0 1 0,12 0 0,7 2 0,4 3 0,9 3 0,7 2 1,6-2-1,2 2 0,-1 0 0,-1-13-1,-3-7 1,-4-7-2,-6-10 2,-13 0-5,-6 0 1,-7-27 3,-6-15 1,0-12 2,0 3-2,0 7 1,0 3 1,0 19-2,0 10-1,0 10 0,6 2-1,11 0-2,5 20 3,0 6 1,-5 8 0,-4-3 1,-10-1-1,-3-1 1,0 0 0,0-1 2,-10 7-2,-16-2 0,1-8-1,3-2-1,5-6 1,4-14 0,7 1-1,6-4 0,0 0 1,0 0-9,0 0 4,0-7 4,6-13 1,13 9 3,1 2-2,-1 5-2,8 4 1,1 0 0,8 0-1,-2 0 1,5 0 0,2 0 0,-2 0 0,-3-13-1,-5-19-1,-1-3 2,-8-8 1,-10-3-1,-4 2 1,-6-5 0,-2 6 4,0 3 1,0 7-2,0 13-2,0 5 2,0 11-3,0 4-1,0 0 0,17 11-5,11 33 5,11 22 2,0 8-1,-4 4 1,-3 1-1,-3-16 0,-3-7-1,-4-16 0,-6-19 0,-1-20-2,2-1-12,-7-28-11,-7-33-6,-3-14-139</inkml:trace>
          <inkml:trace contextRef="#ctx0" brushRef="#br1" timeOffset="144469.5143">16598 1795 1940,'0'0'22,"0"0"-19,0 0 4,0 0-5,0 0-2,0 0-7,-19-3-25,21-11-627</inkml:trace>
          <inkml:trace contextRef="#ctx0" brushRef="#br1" timeOffset="145516.6031">16998 2145 1868,'0'0'72,"0"0"-56,0 0-5,0 0 7,0 0-8,0 0-3,0 0-3,0 0 1,0 0 0,0 0-5,0 0-2,0 5-1,5 15 3,10 1 3,1 10 0,-3-5-1,-1 0 1,-4-2-2,-2-10-1,-3-6 1,0-8-1,0 0 0,-3 0-3,10 0-2,-1-14 4,7-19 1,4-6 1,2-4-1,0 7-2,-2 8 2,-7 5-2,-7 5 0,0 7 1,1 5 1,-4 6-1,0 0-1,11 0 1,2 0 0,15 0 1,8 0 1,9 6 1,7 13-1,3 6-1,0-3 1,-8-8 0,-2-4-1,-9-10-1,-1 0-2,-2-26 3,0-19 1,-2-12 0,-9-6-1,2-3 2,-15 5-2,-4 14 0,-8 11 0,0 13 2,-8 8-2,-11 6-1,-4 9 1,1 0 2,3 0-2,4 21 0,-1 21-1,5 9 0,5 17 1,6 4 0,0 0 1,0 0-1,17-5 0,8-7 0,8-8 2,1 0-1,7 4-1,9 4 1,0 3-1,-5 1 0,-6 2 1,-17-2-1,-12-1 1,-10-7 1,0-9-1,-7-16 2,-15-11-1,-4-14-1,-5-6 2,-8 0-3,1-18 1,-1-26-1,14-11 1,5-8-1,13-18 0,7-5 0,4-20 0,41-5-2,8 14-2,3 15-2,-4 24-14,-18 21-40,-9 11-364</inkml:trace>
        </inkml:traceGroup>
      </inkml:traceGroup>
    </inkml:traceGroup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46:06.025"/>
    </inkml:context>
    <inkml:brush xml:id="br0">
      <inkml:brushProperty name="width" value="0.08333" units="cm"/>
      <inkml:brushProperty name="height" value="0.08333" units="cm"/>
      <inkml:brushProperty name="fitToCurve" value="1"/>
    </inkml:brush>
  </inkml:definitions>
  <inkml:traceGroup>
    <inkml:annotationXML>
      <emma:emma xmlns:emma="http://www.w3.org/2003/04/emma" version="1.0">
        <emma:interpretation id="{65BA6A86-501E-45E2-AA18-F89CF20173C1}" emma:medium="tactile" emma:mode="ink">
          <msink:context xmlns:msink="http://schemas.microsoft.com/ink/2010/main" type="writingRegion" rotatedBoundingBox="10344,7392 11210,7392 11210,8944 10344,8944"/>
        </emma:interpretation>
      </emma:emma>
    </inkml:annotationXML>
    <inkml:traceGroup>
      <inkml:annotationXML>
        <emma:emma xmlns:emma="http://www.w3.org/2003/04/emma" version="1.0">
          <emma:interpretation id="{DA565A3C-2757-4C36-9ED1-95755E049406}" emma:medium="tactile" emma:mode="ink">
            <msink:context xmlns:msink="http://schemas.microsoft.com/ink/2010/main" type="paragraph" rotatedBoundingBox="10344,7392 11210,7392 11210,8944 10344,89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A455B4F-6F9A-446C-A7EB-5C4B16026394}" emma:medium="tactile" emma:mode="ink">
              <msink:context xmlns:msink="http://schemas.microsoft.com/ink/2010/main" type="line" rotatedBoundingBox="10344,7392 11210,7392 11210,8944 10344,8944"/>
            </emma:interpretation>
          </emma:emma>
        </inkml:annotationXML>
        <inkml:traceGroup>
          <inkml:annotationXML>
            <emma:emma xmlns:emma="http://www.w3.org/2003/04/emma" version="1.0">
              <emma:interpretation id="{5E8486ED-4F80-412A-97AA-D1BDBDC8AD80}" emma:medium="tactile" emma:mode="ink">
                <msink:context xmlns:msink="http://schemas.microsoft.com/ink/2010/main" type="inkWord" rotatedBoundingBox="10359,7383 11211,8943 11131,8986 10279,7427"/>
              </emma:interpretation>
              <emma:one-of disjunction-type="recognition" id="oneOf0">
                <emma:interpretation id="interp0" emma:lang="en-US" emma:confidence="0.5">
                  <emma:literal>\</emma:literal>
                </emma:interpretation>
                <emma:interpretation id="interp1" emma:lang="en-US" emma:confidence="0">
                  <emma:literal>.</emma:literal>
                </emma:interpretation>
                <emma:interpretation id="interp2" emma:lang="en-US" emma:confidence="0">
                  <emma:literal>`</emma:literal>
                </emma:interpretation>
                <emma:interpretation id="interp3" emma:lang="en-US" emma:confidence="0">
                  <emma:literal>'</emma:literal>
                </emma:interpretation>
                <emma:interpretation id="interp4" emma:lang="en-US" emma:confidence="0">
                  <emma:literal>,</emma:literal>
                </emma:interpretation>
              </emma:one-of>
            </emma:emma>
          </inkml:annotationXML>
          <inkml:trace contextRef="#ctx0" brushRef="#br0">6 10 1233,'0'0'406,"0"0"-292,0 0-49,0 0-26,0 0-20,0 0-3,0 0-2,0 0-5,-6-4 3,6 4-7,0 0 1,0 0 6,0 0-6,0-4 0,0 4 1,0 0-1,0 0 0,0 0 1,0-2-5,0 2 5,0 0-4,0 0-1,0 0 0,0 0 0,0 0-1,0 0 1,0 0 0,0 0 0,0 0-2,0 0 0,0 0 0,0 0 0,0 0-1,0 0 1,0 0 0,0 0 0,0 2 0,0 6 0,0 5 0,0-5 0,0 4 0,0 0 0,3 3 0,6-3 0,-1 1 0,-2-1 0,-1-1 0,3-2 0,-2 2 0,0 4 0,1-7 1,-1 4-1,3-1 0,-1 2 0,-5-5 0,5 5 0,0-1 0,1 0 1,0 2-1,-2-1 0,2-1 0,-1 4 0,1-5 0,1 4 0,-1-4 0,0 0 0,1 4 0,-4 3 0,5-4 0,-5 3 0,2-2 1,0 2-1,-2-2 0,4-1 0,-4 1 0,0-4 0,2 4 0,1-4 0,-6 5 0,2-8 0,3 3 0,-2 7 0,0-2 0,4 5 0,-1-1 0,2-3 0,-5 3-1,4-3 2,-1 4-1,-6-4 0,3-2 0,1-5-1,-4 3 1,3-1 0,2-1 1,-5-2-1,3-1 0,-3 3-1,0-3 1,1 5 0,2 1 1,0 4-1,0 1 0,1 2-1,-4-1 1,0-1 1,3-7-1,-1-2 0,-2 1 0,3 1 0,0-2 1,-3-2-1,1 1 0,-1-8 0,0 6-1,3-1 1,1 5 0,2 4 0,5 0 1,-5 2-1,1-1 0,-1-1 0,-3 0 0,4-5 0,-1 6 0,-1-8 0,1 4 0,-3-4 0,1 1 0,-1 0 0,3-3 0,-2-2 0,-1 9 0,5-2 0,-2 6 0,-3 4 0,4-6 0,-1 1 0,1-1 0,-1-6 0,-6-2 0,5-3 0,-5 0 0,0-2 0,3 0 0,-3-2 0,-3 4 0,4 0 0,-1 3 0,3 2 0,-3 0 1,7-1-1,-4-2 0,-3 0 0,3-4 0,-6 3 0,5-4 0,-2-1 0,0 7 0,3-3 0,-3 3 0,1 1 0,2-4 0,-3 1 0,0 1 0,4-1 0,-1 7 0,3 1 0,2-1 0,-2 4 0,1-5 0,-1 1 0,-6-4 0,0-4 0,1-2 1,-4 0-1,0-2 1,3 0 0,-3 0 0,0 0 3,0 0-3,0 0 0,0 0 0,0 0 0,0 0 0,0 0-1,0 0 0,0 0 1,0 0-1,0 0 0,0 0 1,0 0-1,0 0 0,0 0-1,0-4-3,-19-23 0,-23-9-35,-10-16-1207</inkml:trace>
        </inkml:traceGroup>
      </inkml:traceGroup>
    </inkml:traceGroup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46:12.284"/>
    </inkml:context>
    <inkml:brush xml:id="br0">
      <inkml:brushProperty name="width" value="0.08333" units="cm"/>
      <inkml:brushProperty name="height" value="0.08333" units="cm"/>
      <inkml:brushProperty name="fitToCurve" value="1"/>
    </inkml:brush>
  </inkml:definitions>
  <inkml:traceGroup>
    <inkml:annotationXML>
      <emma:emma xmlns:emma="http://www.w3.org/2003/04/emma" version="1.0">
        <emma:interpretation id="{449DA917-BF98-4E7E-8D23-AB85FCB2F8C1}" emma:medium="tactile" emma:mode="ink">
          <msink:context xmlns:msink="http://schemas.microsoft.com/ink/2010/main" type="inkDrawing" rotatedBoundingBox="11635,8979 13910,7942 13992,8121 11717,9157" semanticType="underline" shapeName="Other">
            <msink:sourceLink direction="with" ref="{7651B4F0-5C4B-4605-AC14-8DB139260538}"/>
          </msink:context>
        </emma:interpretation>
      </emma:emma>
    </inkml:annotationXML>
    <inkml:trace contextRef="#ctx0" brushRef="#br0">5900 5575 1780,'0'0'85,"0"0"-43,0 0-33,0 0 9,0 0-4,0 0-10,-13 7 2,13-7 1,0 0-3,0 0 6,0 0-8,0 0 2,-3 0-2,0 0 0,0 0 1,-3 0-3,-2 1 0,5-1 1,3 0-1,0 0 0,0 0 0,0 0 0,0 0 2,0 0-2,0 0 2,0 0 2,0 0-2,0 0 0,0 0-2,0 0 0,0 0 0,11-4-2,11-14 2,9-2 3,5-3-3,0-4 1,3 1-1,2-5 0,-2 2 3,-2 0-2,2 0 0,-6 3 0,-2 0 0,-1 1 0,-5 4 0,-3 6-1,-2 4 1,-1 0-1,-3 2 0,4 0 0,-1 2 0,-4-1 0,4 0 0,1 4 0,-4-7 1,3 3-1,-2 2 0,-5-2 0,4 5 0,0-4 0,-2 5 0,1-5 0,1 3-1,0-2 1,4-3 0,-4 0 1,6 1-1,1-4 0,-1-3 0,0 5 0,1-5 0,-4 6 0,-3 0 0,1 3 1,-5 4-1,1-4-1,3 3 1,-1-7 0,2-1 0,5-3 0,0-6 0,5 2 0,-2 3 0,-2-1 1,-1 5-1,-3 2 0,4-2 0,-7 1 0,4-1 0,-9 2-1,6 1 2,-4-4-1,4 1 0,0-2 1,3 2-1,2-3 0,2 6 0,-9-4 0,1 4 0,1 2 0,-4-3-1,2 1 1,1 0 0,1-2 0,-1 4 0,-1-5 0,9 2 0,-7 0 0,3 1 0,2 1 1,2 3-1,-5-3 0,4 1-2,2 4 2,3 2-1,2 0 1,-2 0 0,1-3 1,-6 0-2,3-3 2,-10 3-1,3-2 2,-7 1-2,-1 2 0,-2-1 0,-6 3 1,7 0-1,-7-3 0,3 3 0,0 0 0,7 0 1,4-4-1,-1 4 0,-1-2 1,1 2 0,7-7 0,-1 6-1,0-2 2,5-1-2,-8 2 0,-4 0-1,2 2 2,-7-4-1,-1 1 0,1 3 0,-7-3 1,3 0 0,-3 0-1,0 1 1,2 2-1,-5 0 2,0 0-2,0 0 0,0 0 0,3 0 1,-3 0-1,0 0 1,0 0-1,0-3 2,3 3-1,0-3 0,0 0 0,-3 3 0,0-3-1,3 3 1,-3 0-1,0 0 0,0 0 0,0 0 0,0 0 0,0 0 0,0 0 0,0 0 0,0 0 0,0 0 0,0 0 0,0 0-1,-12 0-1,-27 9-7,-16 23-40</inkml:trace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45:17.177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  <inkml:brush xml:id="br1">
      <inkml:brushProperty name="width" value="0.05833" units="cm"/>
      <inkml:brushProperty name="height" value="0.05833" units="cm"/>
      <inkml:brushProperty name="color" value="#ED1C24"/>
      <inkml:brushProperty name="fitToCurve" value="1"/>
    </inkml:brush>
    <inkml:brush xml:id="br2">
      <inkml:brushProperty name="width" value="0.08333" units="cm"/>
      <inkml:brushProperty name="height" value="0.08333" units="cm"/>
      <inkml:brushProperty name="fitToCurve" value="1"/>
    </inkml:brush>
    <inkml:brush xml:id="br3">
      <inkml:brushProperty name="width" value="0.08333" units="cm"/>
      <inkml:brushProperty name="height" value="0.08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B2AE757A-83A0-48A6-B3A8-0A850FECF681}" emma:medium="tactile" emma:mode="ink">
          <msink:context xmlns:msink="http://schemas.microsoft.com/ink/2010/main" type="writingRegion" rotatedBoundingBox="7608,4301 15370,1757 16850,6272 9088,8816"/>
        </emma:interpretation>
      </emma:emma>
    </inkml:annotationXML>
    <inkml:traceGroup>
      <inkml:annotationXML>
        <emma:emma xmlns:emma="http://www.w3.org/2003/04/emma" version="1.0">
          <emma:interpretation id="{F7CD5C20-4FEE-4268-BB02-4928050161C2}" emma:medium="tactile" emma:mode="ink">
            <msink:context xmlns:msink="http://schemas.microsoft.com/ink/2010/main" type="paragraph" rotatedBoundingBox="8098,3998 9398,3998 9398,4865 8098,486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314D192-C239-4E50-8EBB-C090E8992544}" emma:medium="tactile" emma:mode="ink">
              <msink:context xmlns:msink="http://schemas.microsoft.com/ink/2010/main" type="line" rotatedBoundingBox="8098,3998 9398,3998 9398,4865 8098,4865"/>
            </emma:interpretation>
          </emma:emma>
        </inkml:annotationXML>
        <inkml:traceGroup>
          <inkml:annotationXML>
            <emma:emma xmlns:emma="http://www.w3.org/2003/04/emma" version="1.0">
              <emma:interpretation id="{7E40126D-3F1F-4C9D-B842-13B0B0581D6C}" emma:medium="tactile" emma:mode="ink">
                <msink:context xmlns:msink="http://schemas.microsoft.com/ink/2010/main" type="inkWord" rotatedBoundingBox="8576,3995 8787,4827 8215,4972 8005,4139"/>
              </emma:interpretation>
              <emma:one-of disjunction-type="recognition" id="oneOf0">
                <emma:interpretation id="interp0" emma:lang="en-US" emma:confidence="0.5">
                  <emma:literal>G</emma:literal>
                </emma:interpretation>
                <emma:interpretation id="interp1" emma:lang="en-US" emma:confidence="0">
                  <emma:literal>a</emma:literal>
                </emma:interpretation>
                <emma:interpretation id="interp2" emma:lang="en-US" emma:confidence="0">
                  <emma:literal>f</emma:literal>
                </emma:interpretation>
                <emma:interpretation id="interp3" emma:lang="en-US" emma:confidence="0">
                  <emma:literal>&amp;</emma:literal>
                </emma:interpretation>
                <emma:interpretation id="interp4" emma:lang="en-US" emma:confidence="0">
                  <emma:literal>6</emma:literal>
                </emma:interpretation>
              </emma:one-of>
            </emma:emma>
          </inkml:annotationXML>
          <inkml:trace contextRef="#ctx0" brushRef="#br0">-10078-2399 1957,'0'0'21,"0"0"-19,0 0 6,0 0 2,0 0-4,0 0-5,0 0 3,0 0-3,-49-23 1,43 23 2,-3-2-3,-10 2-1,-14 0 0,-8 0 0,-7 17 1,-4 14-1,4 10 0,1 7 2,5 3-2,3-3 0,10-3 0,6-2 0,14-4 1,9 5-1,0-4 0,3 0 0,23 5 0,3-9 0,3 1-1,3-2 2,1-8-3,-2-4 3,5-9-2,-6-6 0,-2-4 1,-1-4 0,-5 0-2,0-26 2,-2-9-1,-10-8 0,-7 2-7,-6 3 2,0 4-10,0 7-10,-16 4-29,-7 13-182</inkml:trace>
          <inkml:trace contextRef="#ctx0" brushRef="#br0" timeOffset="368.031">-10293-1995 1085,'0'0'628,"0"0"-545,0 0-52,0 0-6,0 0 7,0 0-4,-6 0-8,6 0-7,0 0-7,0 0 0,0 0 2,0 0-2,22-8 3,6-6 3,5-1 0,-5 0-6,-1 7-5,-12 2 0,-5 6-1,-1 0 0,-1 0-1,-2 0 0,0 0-1,1 0 2,-4 12-1,3 9 2,-3 0-1,0 9 2,1 2-2,-1 8 1,3 9-1,-3 6 1,0-1-1,5 0 1,-5-15 0,3-6-1,4-16 0,-7-6-1,3-8 1,-6-3-4,0-6-3,0-49-8,0-20-21</inkml:trace>
        </inkml:traceGroup>
        <inkml:traceGroup>
          <inkml:annotationXML>
            <emma:emma xmlns:emma="http://www.w3.org/2003/04/emma" version="1.0">
              <emma:interpretation id="{BA205AC0-A379-417D-AD2D-E319BA40D876}" emma:medium="tactile" emma:mode="ink">
                <msink:context xmlns:msink="http://schemas.microsoft.com/ink/2010/main" type="inkWord" rotatedBoundingBox="9218,3949 9446,4653 9072,4774 8843,4071"/>
              </emma:interpretation>
              <emma:one-of disjunction-type="recognition" id="oneOf1">
                <emma:interpretation id="interp5" emma:lang="en-US" emma:confidence="0.5">
                  <emma:literal>1</emma:literal>
                </emma:interpretation>
                <emma:interpretation id="interp6" emma:lang="en-US" emma:confidence="0">
                  <emma:literal>.</emma:literal>
                </emma:interpretation>
                <emma:interpretation id="interp7" emma:lang="en-US" emma:confidence="0">
                  <emma:literal>l</emma:literal>
                </emma:interpretation>
                <emma:interpretation id="interp8" emma:lang="en-US" emma:confidence="0">
                  <emma:literal>Z</emma:literal>
                </emma:interpretation>
                <emma:interpretation id="interp9" emma:lang="en-US" emma:confidence="0">
                  <emma:literal>2</emma:literal>
                </emma:interpretation>
              </emma:one-of>
            </emma:emma>
          </inkml:annotationXML>
          <inkml:trace contextRef="#ctx0" brushRef="#br0" timeOffset="989.4192">-9738-2200 1811,'0'0'101,"0"0"-70,0 0-16,0 0-1,0 0-3,0 0-6,-31-8-2,31-5 3,-3 1-2,3-7-2,0-1-1,3-12-1,22-2 1,11-5 2,-2 3-3,4 8 0,-2 12 0,-8 16 0,-1 0-2,-4 6-2,-1 35 4,-6 9 1,-7 6-1,-6 6 0,-3-2 0,0-5 0,0-3 1,0-3-1,-12-3 0,2 1 0,-4-5 0,0-1 0,-3 1 1,1 2-1,7-8 0,1-14 0,8-9 0,0-12-1,0-1-2,0 0-2,0 0 4,0 0 1,0 0 0,23-4 3,4-12 1,1 2-1,5 0-2,-5-1 0,0-2 0,-1-1-1,-2-2 1,-2 1 0,-1-8-1,-3 3 0,-5-1-2,-11 2-19,-3-1-142</inkml:trace>
        </inkml:traceGroup>
      </inkml:traceGroup>
    </inkml:traceGroup>
    <inkml:traceGroup>
      <inkml:annotationXML>
        <emma:emma xmlns:emma="http://www.w3.org/2003/04/emma" version="1.0">
          <emma:interpretation id="{E2F22DD1-3800-4425-9A0D-8E1F88294C68}" emma:medium="tactile" emma:mode="ink">
            <msink:context xmlns:msink="http://schemas.microsoft.com/ink/2010/main" type="paragraph" rotatedBoundingBox="8179,5166 10200,5166 10200,5907 8179,590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97BE3E3-F3CC-401D-B71F-3F6DA3CFA4DB}" emma:medium="tactile" emma:mode="ink">
              <msink:context xmlns:msink="http://schemas.microsoft.com/ink/2010/main" type="line" rotatedBoundingBox="8179,5166 10200,5166 10200,5907 8179,5907"/>
            </emma:interpretation>
          </emma:emma>
        </inkml:annotationXML>
        <inkml:traceGroup>
          <inkml:annotationXML>
            <emma:emma xmlns:emma="http://www.w3.org/2003/04/emma" version="1.0">
              <emma:interpretation id="{43828E0D-B3F4-41EA-84E6-16452567B55C}" emma:medium="tactile" emma:mode="ink">
                <msink:context xmlns:msink="http://schemas.microsoft.com/ink/2010/main" type="inkWord" rotatedBoundingBox="8287,5388 8624,5685 8340,6007 8003,5710"/>
              </emma:interpretation>
              <emma:one-of disjunction-type="recognition" id="oneOf2">
                <emma:interpretation id="interp10" emma:lang="en-US" emma:confidence="0.5">
                  <emma:literal>x</emma:literal>
                </emma:interpretation>
                <emma:interpretation id="interp11" emma:lang="en-US" emma:confidence="0">
                  <emma:literal>X</emma:literal>
                </emma:interpretation>
                <emma:interpretation id="interp12" emma:lang="en-US" emma:confidence="0">
                  <emma:literal>+</emma:literal>
                </emma:interpretation>
                <emma:interpretation id="interp13" emma:lang="en-US" emma:confidence="0">
                  <emma:literal>*</emma:literal>
                </emma:interpretation>
                <emma:interpretation id="interp14" emma:lang="en-US" emma:confidence="0">
                  <emma:literal>&gt;</emma:literal>
                </emma:interpretation>
              </emma:one-of>
            </emma:emma>
          </inkml:annotationXML>
          <inkml:trace contextRef="#ctx0" brushRef="#br1" timeOffset="-35037.8524">-10158-869 1868,'0'0'42,"0"0"-30,0 0 7,0 0-5,0 0-5,0 0-9,0 0 2,-55 26 3,33-4-4,-1-3 5,1 10-1,-8-1-5,-1 7 1,3 0-1,1 2 0,8-4 1,4-8-1,7-7 0,2-10-1,6-2-1,0-6-3,0 0-5,0 0-16,0-10-43,0-23-305</inkml:trace>
          <inkml:trace contextRef="#ctx0" brushRef="#br1" timeOffset="-34647.7852">-10488-923 1938,'0'0'19,"0"0"-10,0 0 2,0 0-1,0 0 0,0 0-1,-3-21-6,3 21 1,0 0-4,0 0 1,0 0-1,0 0 0,0 0-2,0 0 2,6 15 0,13 9 0,3-1 0,4 5 0,6-2 1,3 2-1,-3-1 0,4-3 0,-8-5 0,-2-4 0,-4-4 0,-3-2 0,-2-3-2,-7 2 0,2-2-9,-9 5-11,1-7-18,-4-4-200</inkml:trace>
        </inkml:traceGroup>
        <inkml:traceGroup>
          <inkml:annotationXML>
            <emma:emma xmlns:emma="http://www.w3.org/2003/04/emma" version="1.0">
              <emma:interpretation id="{F7A8656F-4A7C-4E40-A2D1-58A007816B5A}" emma:medium="tactile" emma:mode="ink">
                <msink:context xmlns:msink="http://schemas.microsoft.com/ink/2010/main" type="inkWord" rotatedBoundingBox="8736,5680 9096,5178 9536,5494 9176,5996"/>
              </emma:interpretation>
              <emma:one-of disjunction-type="recognition" id="oneOf3">
                <emma:interpretation id="interp15" emma:lang="en-US" emma:confidence="0.5">
                  <emma:literal>x</emma:literal>
                </emma:interpretation>
                <emma:interpretation id="interp16" emma:lang="en-US" emma:confidence="0">
                  <emma:literal>X</emma:literal>
                </emma:interpretation>
                <emma:interpretation id="interp17" emma:lang="en-US" emma:confidence="0">
                  <emma:literal>4</emma:literal>
                </emma:interpretation>
                <emma:interpretation id="interp18" emma:lang="en-US" emma:confidence="0">
                  <emma:literal>+</emma:literal>
                </emma:interpretation>
                <emma:interpretation id="interp19" emma:lang="en-US" emma:confidence="0">
                  <emma:literal>A</emma:literal>
                </emma:interpretation>
              </emma:one-of>
            </emma:emma>
          </inkml:annotationXML>
          <inkml:trace contextRef="#ctx0" brushRef="#br1" timeOffset="-34151.981">-9414-1153 1418,'0'0'445,"0"0"-387,0 0-34,0 0-4,0 0-7,0 0-7,0-9-1,0 9 6,0 0-6,0 10 5,-19 31-10,-17 17 2,-3 11-1,-8 6-1,2 1 0,1-4 0,8-17 1,11-15-2,8-17 1,11-14 0,3-7-4,-1-2-6,4 0-6,0-43-23,0-14-86</inkml:trace>
          <inkml:trace contextRef="#ctx0" brushRef="#br1" timeOffset="-33851.9306">-9705-1062 1825,'0'0'81,"0"0"-53,0 0-2,0 0-6,0 0-10,0 0 0,-11-15-7,11 15 0,0 0 2,0 0-5,0 0 0,0 0 0,13 6-1,10 21 2,16 8-1,-4 2 0,7-5 4,3-1-4,-1-2 0,4-8-1,1-5-3,-1-4-7,-1-6-14,2-2-81</inkml:trace>
        </inkml:traceGroup>
        <inkml:traceGroup>
          <inkml:annotationXML>
            <emma:emma xmlns:emma="http://www.w3.org/2003/04/emma" version="1.0">
              <emma:interpretation id="{D342EA61-C51B-430D-95F0-95BF8D4D8939}" emma:medium="tactile" emma:mode="ink">
                <msink:context xmlns:msink="http://schemas.microsoft.com/ink/2010/main" type="inkWord" rotatedBoundingBox="9875,5159 10209,5172 10195,5561 9861,5548"/>
              </emma:interpretation>
              <emma:one-of disjunction-type="recognition" id="oneOf4">
                <emma:interpretation id="interp20" emma:lang="en-US" emma:confidence="0.5">
                  <emma:literal>t</emma:literal>
                </emma:interpretation>
                <emma:interpretation id="interp21" emma:lang="en-US" emma:confidence="0">
                  <emma:literal>+</emma:literal>
                </emma:interpretation>
                <emma:interpretation id="interp22" emma:lang="en-US" emma:confidence="0">
                  <emma:literal>x</emma:literal>
                </emma:interpretation>
                <emma:interpretation id="interp23" emma:lang="en-US" emma:confidence="0">
                  <emma:literal>X</emma:literal>
                </emma:interpretation>
                <emma:interpretation id="interp24" emma:lang="en-US" emma:confidence="0">
                  <emma:literal>L</emma:literal>
                </emma:interpretation>
              </emma:one-of>
            </emma:emma>
          </inkml:annotationXML>
          <inkml:trace contextRef="#ctx0" brushRef="#br1" timeOffset="-33460.9585">-8622-1289 1919,'0'0'39,"0"0"-26,0 0-5,0 0-2,0 0-5,0 0 1,-57 133 5,47-99-2,1-6 0,-1-5-2,4-2-1,0-7-2,1 2 1,-1-1-1,0 6-3,-4 6-18,-5-1-13,-4 0-149</inkml:trace>
          <inkml:trace contextRef="#ctx0" brushRef="#br1" timeOffset="-33206.932">-8801-1120 1900,'0'0'44,"0"0"-21,0 0-12,0 0-2,0 0-9,0 0 0,6-8 0,11 16 0,-1 7 2,-1 0-2,1-2 2,4-1 1,-1 0 3,6-3-4,5-4-1,1-2 1,2 0-2,1-3-1,-1 3-3,-11 3-15,-8 0-55</inkml:trace>
        </inkml:traceGroup>
      </inkml:traceGroup>
    </inkml:traceGroup>
    <inkml:traceGroup>
      <inkml:annotationXML>
        <emma:emma xmlns:emma="http://www.w3.org/2003/04/emma" version="1.0">
          <emma:interpretation id="{9939C67D-9E12-4518-86EB-A107A6E9FB04}" emma:medium="tactile" emma:mode="ink">
            <msink:context xmlns:msink="http://schemas.microsoft.com/ink/2010/main" type="paragraph" rotatedBoundingBox="8376,6698 10522,5865 10656,6211 8510,704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6E58E32-406B-43E0-BD9D-D5069CCBAE7C}" emma:medium="tactile" emma:mode="ink">
              <msink:context xmlns:msink="http://schemas.microsoft.com/ink/2010/main" type="line" rotatedBoundingBox="8376,6698 10522,5865 10656,6211 8510,7043"/>
            </emma:interpretation>
          </emma:emma>
        </inkml:annotationXML>
        <inkml:traceGroup>
          <inkml:annotationXML>
            <emma:emma xmlns:emma="http://www.w3.org/2003/04/emma" version="1.0">
              <emma:interpretation id="{A12E660B-083F-46F6-B995-F360648DE98A}" emma:medium="tactile" emma:mode="ink">
                <msink:context xmlns:msink="http://schemas.microsoft.com/ink/2010/main" type="inkWord" rotatedBoundingBox="8376,6698 10522,5865 10656,6211 8510,7043"/>
              </emma:interpretation>
              <emma:one-of disjunction-type="recognition" id="oneOf5">
                <emma:interpretation id="interp25" emma:lang="en-US" emma:confidence="0.5">
                  <emma:literal>XXC</emma:literal>
                </emma:interpretation>
                <emma:interpretation id="interp26" emma:lang="en-US" emma:confidence="0.5">
                  <emma:literal>^ ^ &amp;</emma:literal>
                </emma:interpretation>
                <emma:interpretation id="interp27" emma:lang="en-US" emma:confidence="0">
                  <emma:literal>^ ^ 4</emma:literal>
                </emma:interpretation>
                <emma:interpretation id="interp28" emma:lang="en-US" emma:confidence="0">
                  <emma:literal>^ ^ *</emma:literal>
                </emma:interpretation>
                <emma:interpretation id="interp29" emma:lang="en-US" emma:confidence="0">
                  <emma:literal>axe</emma:literal>
                </emma:interpretation>
              </emma:one-of>
            </emma:emma>
          </inkml:annotationXML>
          <inkml:trace contextRef="#ctx0" brushRef="#br1" timeOffset="-32681.1431">-9697 27 1918,'0'0'49,"0"0"-32,0 0-3,0 0-4,0 0-5,0 0-2,-131 66-3,90-10 0,-8 6 3,1 7-3,-3 1 1,-4-6-1,14-9 1,2-18-1,20-17 0,10-11 0,9-9-5,0-5-25,22-46-44,17-12-140</inkml:trace>
          <inkml:trace contextRef="#ctx0" brushRef="#br1" timeOffset="-32398.125">-10122 177 1915,'0'0'32,"0"0"-25,0 0 4,0 0-4,0 0-6,0 0 11,79 0-4,-44-6 2,4 4-8,3-2 1,5 4 1,0 0-4,3 0 0,2 0 2,-1 6-2,4 6 0,-10 0 0,-1-1 0,-5-2 0,0-3-7,-5-4-12,-1-2-18,-11 0-402</inkml:trace>
          <inkml:trace contextRef="#ctx0" brushRef="#br1" timeOffset="-32118.5499">-8936-133 1921,'0'0'48,"0"0"-32,0 0-5,0 0 3,0 0-10,0 0-2,-51 25-1,32 1 0,-3 14 1,-8 5-2,2 8 1,-2-7-1,8-9-1,10-17-2,4-10-5,8-10-15,0 0-19,0-18-103</inkml:trace>
          <inkml:trace contextRef="#ctx0" brushRef="#br1" timeOffset="-31872.5283">-9135-72 900,'0'0'1045,"0"0"-1007,0 0-34,0 0 1,0 0 4,0 0-9,19 0 1,0 0-1,11 0 6,1 0-2,2 0-3,-2 0 0,-1 0 1,-2 10-2,2 4-1,-2 6-6,-2 3-1,3-3-12,3-5-36,-3-7-286</inkml:trace>
          <inkml:trace contextRef="#ctx0" brushRef="#br1" timeOffset="-31369.4878">-8265-461 1884,'-180'98'72,"177"-98"-40,0 0-10,3 0-15,-3 0-4,3 0-3,0 0-1,0 0 0,9 14 0,24-1 1,-2-2 0,8-10 1,0-1-1,-1 0 0,1 0 0,-2 0 0,-4-18-2,0-3-4,-8 1-9,-9 6-31,-10 7-1218</inkml:trace>
          <inkml:trace contextRef="#ctx0" brushRef="#br1" timeOffset="-31582.4968">-8265-461 1935,'0'0'34,"0"0"-18,0 0-3,0 0-6,0 0-5,0 0 0,-19 20-2,16 9 4,-2 2-1,2-5-1,0-3-1,-2-5-1,-6-3 0,2-1-1,-7-2-6,-1-3-11,-2-5-7,4-4-32,-1 0-178</inkml:trace>
        </inkml:traceGroup>
      </inkml:traceGroup>
    </inkml:traceGroup>
    <inkml:traceGroup>
      <inkml:annotationXML>
        <emma:emma xmlns:emma="http://www.w3.org/2003/04/emma" version="1.0">
          <emma:interpretation id="{626B4A4B-E509-4A6A-BACD-309343FE7247}" emma:medium="tactile" emma:mode="ink">
            <msink:context xmlns:msink="http://schemas.microsoft.com/ink/2010/main" type="paragraph" rotatedBoundingBox="8733,7239 16349,4743 16850,6272 9234,876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143C8A7-671B-4A80-A594-982ED68785FE}" emma:medium="tactile" emma:mode="ink">
              <msink:context xmlns:msink="http://schemas.microsoft.com/ink/2010/main" type="line" rotatedBoundingBox="8733,7239 16349,4743 16850,6272 9234,8769"/>
            </emma:interpretation>
          </emma:emma>
        </inkml:annotationXML>
        <inkml:traceGroup>
          <inkml:annotationXML>
            <emma:emma xmlns:emma="http://www.w3.org/2003/04/emma" version="1.0">
              <emma:interpretation id="{7651B4F0-5C4B-4605-AC14-8DB139260538}" emma:medium="tactile" emma:mode="ink">
                <msink:context xmlns:msink="http://schemas.microsoft.com/ink/2010/main" type="inkWord" rotatedBoundingBox="8783,7393 11329,6559 11779,7934 9234,8769">
                  <msink:destinationLink direction="with" ref="{449DA917-BF98-4E7E-8D23-AB85FCB2F8C1}"/>
                </msink:context>
              </emma:interpretation>
              <emma:one-of disjunction-type="recognition" id="oneOf6">
                <emma:interpretation id="interp30" emma:lang="en-US" emma:confidence="0.5">
                  <emma:literal>tined,</emma:literal>
                </emma:interpretation>
                <emma:interpretation id="interp31" emma:lang="en-US" emma:confidence="0">
                  <emma:literal>tinted,</emma:literal>
                </emma:interpretation>
                <emma:interpretation id="interp32" emma:lang="en-US" emma:confidence="0">
                  <emma:literal>Fine</emma:literal>
                </emma:interpretation>
                <emma:interpretation id="interp33" emma:lang="en-US" emma:confidence="0">
                  <emma:literal>tinted.</emma:literal>
                </emma:interpretation>
                <emma:interpretation id="interp34" emma:lang="en-US" emma:confidence="0">
                  <emma:literal>tined.</emma:literal>
                </emma:interpretation>
              </emma:one-of>
            </emma:emma>
          </inkml:annotationXML>
          <inkml:trace contextRef="#ctx0" brushRef="#br2" timeOffset="50637.1102">-8242 905 1641,'0'0'178,"0"0"-122,0 0-28,0 0-5,0 0-1,0 0-5,0-6-7,0 6 1,0 0-3,0 0-2,0 6-3,-8 17-2,-4 9-1,2 6 0,-2-2 0,-4 5 2,7 5-2,-5 4 0,4 2 0,1-1 1,-2 1 0,8-11-1,-3-11 0,6-16 0,0-7 0,0-3-1,0-4 1,0 0-1,0 0 1,0 0 2,0 0 3,0 0 1,0 0-5,0 0 1,0 0 0,-2 0-1,-1-8-1,0-1 0,-2-6 0,2 3 0,3-5-1,0-5 1,0 0 0,0 6 0,0 1 0,0 0 0,0 4 0,0 0 0,0 1 0,0 5 0,0 0 0,0-8 0,8 5 0,-8-1 0,3-5 0,-3 0 1,0-2-1,0 3 0,0 1 0,0 0 0,0 7 0,0-4 0,0 3 0,0-1 1,0-1-1,0 0 0,3-1 0,-1 3 0,1 4 0,3-4 0,5 0-1,5 4 1,4-2-1,2 4 0,0 0 1,6 0-1,5 0 1,3 6 0,-5 14 0,5 4 0,-5-1 1,2 2-1,-2-1 1,-4-7-1,-12-3 0,-2-1 0,-7-11 1,-6 0 0,0-2-1,0 0 1,0 0 0,0 0 0,0 0 1,-12 0-2,-17-22-10,-3-7-10,10 4-94</inkml:trace>
          <inkml:trace contextRef="#ctx0" brushRef="#br2" timeOffset="51477.1609">-7382 1182 1938,'0'0'27,"0"0"-11,0 0-1,0 0-5,0 0-5,0 0-1,-85-15-3,73 15 0,-1 0 0,-7 0 0,-2 0-1,-6 6 0,-11 27 1,0 6-1,1 11 0,2 1 0,14 0 0,7-9 0,10-6-1,5-9 1,0 3 0,0-4-1,5-4 0,14-2 1,6-7 0,4-5-1,3-2 0,3-6 1,0 0-1,-2 0 1,-5-13 0,-2-17 1,-4-16 2,-6-9-3,-2-13 1,-11-1-1,-3-6 0,0 3 2,0 9-2,-23 6 0,-5 4 1,-8 9 0,-5 1-1,2 3 1,6 12 0,14 4 2,7 7-3,2 1 1,4 9 0,3 2-1,3 2 1,0-1-1,0 4 1,0 0 0,0 0-1,0 0-3,0 7 2,3 21 1,22 13 0,5 10 2,1 7-2,8 8 1,-1 9-1,7-3 0,-3 0 1,-4-4-1,-5-14 0,-8-8 0,-5-14 0,-8-10 0,-2-9 0,-7-11 0,0-2 0,-3 0 0,0 0 0,0-2-3,0-36-1,-16-10-7,-13-8-46</inkml:trace>
          <inkml:trace contextRef="#ctx0" brushRef="#br2" timeOffset="51839.2002">-6982 1199 1899,'0'0'53,"0"0"-31,0 0 7,0 0-17,0 0-3,0 0-6,-106 0 1,101 0-1,5 0-2,0 0 0,0 3-1,0 18-1,0 13 1,0 6 0,8 6 0,6-8 0,-2-1 0,1-7 0,-4-13 0,-1-3 0,-3-7-1,4-3-2,-1 6-5,1-4-13,-6 2-49</inkml:trace>
          <inkml:trace contextRef="#ctx0" brushRef="#br1" timeOffset="-30844.4453">-9272 818 1947,'0'0'18,"0"0"1,0 0 1,0 0-7,0 0-10,0 0-2,-125 98-1,89-14 0,-3 11 0,-2 8 0,-4-6 0,-3-5-3,10-23-1,5-19 1,16-30 2,17-20-11,0 0-18,5-57-103</inkml:trace>
          <inkml:trace contextRef="#ctx0" brushRef="#br1" timeOffset="-30581.4167">-9549 833 1938,'0'0'28,"0"0"-25,0 0 1,0 0-1,0 0-1,0 0-2,65 0 7,-20 0-2,0 0 3,-1 0-5,1 0-1,-3 0 0,2 0-1,-2 2 1,4-2-2,-7 6 0,2-6 0,1 0-3,-5 0-17,2 0-49</inkml:trace>
          <inkml:trace contextRef="#ctx0" brushRef="#br1" timeOffset="-30057.5552">-8717 742 1952,'0'0'23,"0"0"-11,0 0 0,0 0-5,0 0-4,0 0-1,-23 0-2,23 0 0,15 0 0,5 0 3,2 0-3,5 0 1,-5 0-1,3 0 0,4 6-1,3-3-2,4-3-10,6 0-7,5 0-42</inkml:trace>
          <inkml:trace contextRef="#ctx0" brushRef="#br1" timeOffset="-30295.5732">-8458 613 1963,'0'0'12,"0"0"-6,0 0 3,0 0 8,0 0-10,0 0-5,-73 104-2,56-75 3,4 0-2,-2-2 0,2-9-1,-4 3 0,1-3 0,4-10-5,2-8-5,-2 0-4,-5 0-37</inkml:trace>
          <inkml:trace contextRef="#ctx0" brushRef="#br1" timeOffset="-29749.5241">-7870 278 1951,'0'0'21,"0"0"-16,0 0 5,0 0-4,0 0 0,0 0-4,0 0-1,0 0 7,0 2-3,0 22-4,-11 11 3,-4 2-1,-7 7-3,-2-4 0,5-2 0,-3-6 0,7-11-3,1-2-6,1-11-6,1-2-10,2-6-59</inkml:trace>
          <inkml:trace contextRef="#ctx0" brushRef="#br1" timeOffset="-29508.9989">-8037 414 1979,'0'0'20,"0"0"-13,0 0 2,0 0-3,0 0-6,0 0 0,3 0-1,6 0 0,10 0 1,1 0 1,2 0-1,5 0 1,-2 0-1,0 6 1,4 0-1,0-4-4,3 2-9,-6-4-17,3 0-110</inkml:trace>
        </inkml:traceGroup>
        <inkml:traceGroup>
          <inkml:annotationXML>
            <emma:emma xmlns:emma="http://www.w3.org/2003/04/emma" version="1.0">
              <emma:interpretation id="{7B612681-B175-433E-B32C-5EC7FC16BD03}" emma:medium="tactile" emma:mode="ink">
                <msink:context xmlns:msink="http://schemas.microsoft.com/ink/2010/main" type="inkWord" rotatedBoundingBox="13543,5662 16349,4743 16835,6225 14029,7145"/>
              </emma:interpretation>
              <emma:one-of disjunction-type="recognition" id="oneOf7">
                <emma:interpretation id="interp35" emma:lang="en-US" emma:confidence="0.5">
                  <emma:literal>teal</emma:literal>
                </emma:interpretation>
                <emma:interpretation id="interp36" emma:lang="en-US" emma:confidence="0">
                  <emma:literal>tea,</emma:literal>
                </emma:interpretation>
                <emma:interpretation id="interp37" emma:lang="en-US" emma:confidence="0">
                  <emma:literal>*91</emma:literal>
                </emma:interpretation>
                <emma:interpretation id="interp38" emma:lang="en-US" emma:confidence="0">
                  <emma:literal>"*91</emma:literal>
                </emma:interpretation>
                <emma:interpretation id="interp39" emma:lang="en-US" emma:confidence="0">
                  <emma:literal>Fifo?</emma:literal>
                </emma:interpretation>
              </emma:one-of>
            </emma:emma>
          </inkml:annotationXML>
          <inkml:trace contextRef="#ctx0" brushRef="#br3" timeOffset="-18050.8419">-3956 71 1617,'0'0'126,"0"0"-121,0 0 8,0 0 36,0 0-15,0 0-11,-77 0 7,77 0-5,0 0-2,0-4-16,0 1 1,0 1-1,0 2-5,0 0 4,0 0-5,0 0 1,0 0-1,0 0-1,0 0-2,0 0 0,19 13 1,9 11 1,8 5 0,0-3 0,-1 3 3,3-4-3,3 2 0,-2-10 1,-3 1-1,-4-8 0,-9 0 1,-4-7-1,-10 2 1,-6-5-1,-3 0-1,0 0-3,0 0-12,-6 0-102</inkml:trace>
          <inkml:trace contextRef="#ctx0" brushRef="#br3" timeOffset="-16783.211">-2788-260 1912,'0'0'37,"0"0"-23,0 0-6,0 0 1,0 0-9,0 0-1,15 0 1,15 18 0,4 7 2,-1-4 1,-11 5-3,4 3 0,-16 4-9,-10 3-12,0 11-39,-8 2-808</inkml:trace>
          <inkml:trace contextRef="#ctx0" brushRef="#br3" timeOffset="-17607.2963">-3240-88 1579,'0'0'195,"0"0"-153,0 0-40,0 0 34,0 0-1,0 0-9,22-12-9,-22 12-11,0 0 1,0 0-4,0 0 6,0 23 0,-7 14 1,-16 13 1,-5-2-7,6-4-2,8-7 1,8-11-3,3-8-1,3-6 0,0-7-4,0-3-3,0 4-21,-10 2-75,-9 5-1144</inkml:trace>
          <inkml:trace contextRef="#ctx0" brushRef="#br3" timeOffset="-17322.2647">-3459 82 1847,'0'0'53,"0"0"-33,0 0-11,0 0 1,0 0-1,0 0-4,25-7-2,-11 4 10,-2 3-2,4 0-6,0 0-1,4 0-3,8 0 1,5 0-2,5 15 0,4-3 3,-3 2-3,0-1-5,-2-5-5,-2-6-13,-5-2-43,-4 0-490</inkml:trace>
          <inkml:trace contextRef="#ctx0" brushRef="#br3" timeOffset="-17002.234">-2554-427 1871,'0'0'32,"0"0"-16,0 0-3,0 0 0,0 0-5,0 0-8,-94 102 4,88-76 0,6 11-2,-3 8 1,0 6-1,-4 7 0,1-11-1,-3-2-1,-1-11 1,7-14-2,0-11-3,3-2-10,-3-7-13,0-7-255</inkml:trace>
          <inkml:trace contextRef="#ctx0" brushRef="#br3" timeOffset="-13274.3464">-4842-82 1874,'0'0'48,"0"0"-35,0 0-4,0 0-1,0 0-3,0 0 0,-47 10-1,47-7 0,12 9-4,20 3 4,16 2 3,13 0-1,9-6 1,7-3-4,1-8-2,-1 0-1,-1 0 0,1 0-9,-5-1-6,-8-2-11,-16-1-80</inkml:trace>
          <inkml:trace contextRef="#ctx0" brushRef="#br3" timeOffset="-13552.3664">-4586-172 1918,'0'0'32,"0"0"-15,0 0-15,0 0 5,0 0-1,0 0-4,8-18 3,-2 16-2,-3 2 8,0 0-7,-3 0 0,0 0-1,0 22-2,-17 28 1,-11 9 0,-3 13-2,4-11 2,8-7-2,10-17-1,6-9 0,0-13-3,3-6-9,0-9-13,-5 0-27,-7 0-637</inkml:trace>
          <inkml:trace contextRef="#ctx0" brushRef="#br3" timeOffset="-13002.9211">-3831-545 1914,'0'0'49,"0"0"-40,0 0-2,0 0-2,0 0 0,0 0 3,-25 180-2,-2-123-3,5-11 0,2-14-2,8-15-1,-1-9-4,-3-8-15,-4 0-11,1-11-259</inkml:trace>
          <inkml:trace contextRef="#ctx0" brushRef="#br3" timeOffset="-12801.9084">-4047-375 1900,'0'0'48,"0"0"-27,0 0-15,0 0 4,0 0-7,0 0-3,19 0 1,20 4 0,0 2 5,3-4-1,-1-2-5,-8 0 0,-2 0-1,2 0-13,-5 0-10,-1 0-79</inkml:trace>
          <inkml:trace contextRef="#ctx0" brushRef="#br3" timeOffset="-7917.9096">-2648-1596 1749,'0'0'78,"0"0"-37,0 0-9,0 0-3,0 0-13,0 0-3,0 0-6,0 0 1,0 0-1,0 0 0,0 0-4,0 0 0,0 0-1,0 0 2,0 0 0,-3 0-2,-6 0 1,-4 0 2,-6 6-5,-10 5 0,-1 4 0,-7 4 0,-6 14 0,-2 3 0,1 5-1,5 3 2,8-1-2,4 1 1,5 2 0,2 4 0,6-8 0,6-2-1,5-4 0,3-8-1,0 1 1,6-4-1,18-1 1,1-3 1,3-2-2,5-6 2,3-3 0,-2 0-1,2-10 0,3 0-3,-1 0 3,1-12 0,-2-19-2,-4-4 0,-8-2 2,-11-6-9,-11 14-10,-3 1-25,-9 17-95</inkml:trace>
          <inkml:trace contextRef="#ctx0" brushRef="#br3" timeOffset="-7424.8709">-2884-1105 1898,'0'0'40,"0"0"-32,0 0-7,0 0 5,0 0-3,0 0-3,0-3 0,5 3-2,-2 0 2,8 0 1,-5 0 1,0 0 5,-2 0-2,-1 0 0,0 0 0,6 0-1,2 0-2,11 0 4,9-12-2,5-17 4,3-5-5,-7 11-1,-12 4 0,-11 9-2,-6 10 0,-3 0 0,0 0-1,0 0-1,0 0 2,0 27 1,-9 1 2,-5-1-3,5-2 0,2-11 2,7-2-2,0 9 0,0 4-1,0 13 1,19 5 0,4 3 0,-7 3 0,-3-2 1,-10 1-1,-3-8 0,0-13 0,0-10 1,0-11-1,0-6-4,6-6-15,8-40-25,-2-20-310</inkml:trace>
          <inkml:trace contextRef="#ctx0" brushRef="#br3" timeOffset="-6933.8172">-2304-1662 1897,'0'0'51,"0"0"-31,0 0-3,0 0-6,0 0-6,0 0-5,-16-6 1,16 6 1,0 2 1,0 10 1,0 6 1,7 9-3,2 24 3,7 12-5,-4 16 1,5 10 1,-7 3-2,-4-6 0,-3-10-3,3-21-6,4-21-9,7-19-26,2-13-168</inkml:trace>
        </inkml:traceGroup>
      </inkml:traceGroup>
    </inkml:traceGroup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45:30.440"/>
    </inkml:context>
    <inkml:brush xml:id="br0">
      <inkml:brushProperty name="width" value="0.08333" units="cm"/>
      <inkml:brushProperty name="height" value="0.08333" units="cm"/>
      <inkml:brushProperty name="color" value="#177D36"/>
      <inkml:brushProperty name="fitToCurve" value="1"/>
    </inkml:brush>
    <inkml:brush xml:id="br1">
      <inkml:brushProperty name="width" value="0.08333" units="cm"/>
      <inkml:brushProperty name="height" value="0.08333" units="cm"/>
      <inkml:brushProperty name="color" value="#3165BB"/>
      <inkml:brushProperty name="fitToCurve" value="1"/>
    </inkml:brush>
    <inkml:brush xml:id="br2">
      <inkml:brushProperty name="width" value="0.08333" units="cm"/>
      <inkml:brushProperty name="height" value="0.08333" units="cm"/>
      <inkml:brushProperty name="fitToCurve" value="1"/>
    </inkml:brush>
  </inkml:definitions>
  <inkml:traceGroup>
    <inkml:annotationXML>
      <emma:emma xmlns:emma="http://www.w3.org/2003/04/emma" version="1.0">
        <emma:interpretation id="{6110BA10-1473-48C4-A3A3-8BA362596951}" emma:medium="tactile" emma:mode="ink">
          <msink:context xmlns:msink="http://schemas.microsoft.com/ink/2010/main" type="writingRegion" rotatedBoundingBox="10658,7351 23487,4427 24654,9545 11825,12470"/>
        </emma:interpretation>
      </emma:emma>
    </inkml:annotationXML>
    <inkml:traceGroup>
      <inkml:annotationXML>
        <emma:emma xmlns:emma="http://www.w3.org/2003/04/emma" version="1.0">
          <emma:interpretation id="{1F6E2CB7-0C5F-49C9-B293-98702C7930B4}" emma:medium="tactile" emma:mode="ink">
            <msink:context xmlns:msink="http://schemas.microsoft.com/ink/2010/main" type="paragraph" rotatedBoundingBox="10658,7351 22091,4745 22604,6994 11171,960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2F87EAE-D3D6-42A5-B0E4-E1376DF16703}" emma:medium="tactile" emma:mode="ink">
              <msink:context xmlns:msink="http://schemas.microsoft.com/ink/2010/main" type="inkBullet" rotatedBoundingBox="11026,8965 11711,8808 11856,9444 11171,9600"/>
            </emma:interpretation>
            <emma:one-of disjunction-type="recognition" id="oneOf0">
              <emma:interpretation id="interp0" emma:lang="en-US" emma:confidence="0">
                <emma:literal>•</emma:literal>
              </emma:interpretation>
            </emma:one-of>
          </emma:emma>
        </inkml:annotationXML>
        <inkml:trace contextRef="#ctx0" brushRef="#br0">-7626 2570 1880,'0'0'35,"0"0"-31,0 0 8,0 0-2,0 0-9,0 0 5,-3 0-5,3 0 8,0 4-1,6 8-6,10 4 10,-1 4-4,7 4-4,8-1 1,9 2 0,5 5-3,11-4-1,6-1 0,3-1-1,0 3 1,-10-5-1,-2-1 1,-10 0-1,-6-9 0,-8 3 0,-6-3 1,-3-4-1,-2 1 0,-5-6 0,4 3 0,3-4 0,1 4 0,-4 3 0,-2-3 1,-2 0-1,-2-3 0,-4 0 0,-6-3-1,0 0 1,3 0-1,-3 0-2,0 0 0,0-6-5,-14-25-18,-17-12-143</inkml:trace>
        <inkml:trace contextRef="#ctx0" brushRef="#br0" timeOffset="-546.603">-7187 2406 1512,'0'0'239,"0"0"-195,0 0-21,0 0 13,0 0-14,0 0-9,0 0 11,-51 89-12,32-54 7,-1 11-10,1 7-5,-8 4 1,2 4-4,-6-1 0,-5 2 0,11-14 0,-2-10-1,9-15 2,2-6 1,5-11 2,5-3-4,6-3 0,0 0 5,0 0-6,0 0-1,0-3-7,17-24-14,11-12-21,-9-6-171</inkml:trace>
      </inkml:traceGroup>
      <inkml:traceGroup>
        <inkml:annotationXML>
          <emma:emma xmlns:emma="http://www.w3.org/2003/04/emma" version="1.0">
            <emma:interpretation id="{3D4B15F2-B348-48AE-A0A4-453C040ADDE3}" emma:medium="tactile" emma:mode="ink">
              <msink:context xmlns:msink="http://schemas.microsoft.com/ink/2010/main" type="line" rotatedBoundingBox="13735,6650 22091,4745 22554,6775 14198,8680"/>
            </emma:interpretation>
          </emma:emma>
        </inkml:annotationXML>
        <inkml:traceGroup>
          <inkml:annotationXML>
            <emma:emma xmlns:emma="http://www.w3.org/2003/04/emma" version="1.0">
              <emma:interpretation id="{F2DC0FF5-0AB7-469E-8ADC-BEA75B4A33D5}" emma:medium="tactile" emma:mode="ink">
                <msink:context xmlns:msink="http://schemas.microsoft.com/ink/2010/main" type="inkWord" rotatedBoundingBox="13735,6650 15243,6306 15606,7899 14098,8242"/>
              </emma:interpretation>
              <emma:one-of disjunction-type="recognition" id="oneOf1">
                <emma:interpretation id="interp1" emma:lang="en-US" emma:confidence="0.5">
                  <emma:literal>Is</emma:literal>
                </emma:interpretation>
                <emma:interpretation id="interp2" emma:lang="en-US" emma:confidence="0">
                  <emma:literal>I,</emma:literal>
                </emma:interpretation>
                <emma:interpretation id="interp3" emma:lang="en-US" emma:confidence="0">
                  <emma:literal>IJ</emma:literal>
                </emma:interpretation>
                <emma:interpretation id="interp4" emma:lang="en-US" emma:confidence="0">
                  <emma:literal>IIJ</emma:literal>
                </emma:interpretation>
                <emma:interpretation id="interp5" emma:lang="en-US" emma:confidence="0">
                  <emma:literal>#Is</emma:literal>
                </emma:interpretation>
              </emma:one-of>
            </emma:emma>
          </inkml:annotationXML>
          <inkml:trace contextRef="#ctx0" brushRef="#br1" timeOffset="-27895.823">-4380 1569 1840,'-231'37'57,"228"-43"-24,3 4-4,0 2-13,0 0-9,0 0-4,0 0-3,0 0-1,9 0 1,18 0 0,17 0 4,7 0-2,18 0-1,3 2 1,15 11 0,4-3-2,1-2-6,-9-1-8,-8-7-41</inkml:trace>
          <inkml:trace contextRef="#ctx0" brushRef="#br1" timeOffset="-28719.1154">-3548 757 1740,'0'0'188,"0"0"-162,0 0-24,0 0 1,0 0 5,0 0 0,79 38-1,-36-23-1,-2-5 0,1 0-5,-5-2 0,-1 1-1,-6 5-8,-5 0-9,-6 7-15,-7-1-148</inkml:trace>
          <inkml:trace contextRef="#ctx0" brushRef="#br1" timeOffset="-29484.6832">-3969 820 1730,'0'0'194,"0"0"-164,0 0-25,0 0 0,0 0 1,0 0 2,10 96-2,-26-44-3,-10-1 0,-3 0-3,3-11 0,4 1 0,3-16-2,5-3 1,8-18-4,0-4 1,-7 0-4,-9-14-44</inkml:trace>
          <inkml:trace contextRef="#ctx0" brushRef="#br1" timeOffset="-29190.1241">-4373 977 1897,'0'0'17,"0"0"-15,0 0-2,0 0 6,0 0 2,0 0 6,84-15 0,-50 13-3,7 2 1,6 0-8,3 0-2,-2 0 1,4 0-3,-4 12 0,-4-4 0,-5 0-1,-3 4-7,2-3-25,-2 0-48,-8-4-1786</inkml:trace>
          <inkml:trace contextRef="#ctx0" brushRef="#br1" timeOffset="-28919.1091">-3353 691 1903,'0'0'23,"0"0"-18,0 0-3,0 0 19,0 0-8,0 0-8,10 168 2,-10-135 1,-4 0-4,-19-2-2,-2 1-2,-3-11-4,-5-11-7,5-10-18,-2 0-60</inkml:trace>
          <inkml:trace contextRef="#ctx0" brushRef="#br1" timeOffset="-31860.2512">-3639-100 1808,'0'0'61,"0"0"-43,0 0-10,0 0 10,0 0-12,0 0 6,0 0-1,0 0-3,-106 136 0,81-110-5,-11 14-2,-5 9 0,-14 11-1,1 9-4,-1-1 2,10-5 2,9-11-1,17-11-1,10-13-13,6-17 3,3-7-18,0-4-26,17-8-42,11-33-63</inkml:trace>
        </inkml:traceGroup>
        <inkml:traceGroup>
          <inkml:annotationXML>
            <emma:emma xmlns:emma="http://www.w3.org/2003/04/emma" version="1.0">
              <emma:interpretation id="{4B96B600-C8E9-4560-AA2E-9568C2726B3D}" emma:medium="tactile" emma:mode="ink">
                <msink:context xmlns:msink="http://schemas.microsoft.com/ink/2010/main" type="inkWord" rotatedBoundingBox="18556,6517 22399,5901 22554,6870 18712,7486"/>
              </emma:interpretation>
              <emma:one-of disjunction-type="recognition" id="oneOf2">
                <emma:interpretation id="interp6" emma:lang="en-US" emma:confidence="0.5">
                  <emma:literal>did</emma:literal>
                </emma:interpretation>
                <emma:interpretation id="interp7" emma:lang="en-US" emma:confidence="0">
                  <emma:literal>died</emma:literal>
                </emma:interpretation>
                <emma:interpretation id="interp8" emma:lang="en-US" emma:confidence="0">
                  <emma:literal>did"</emma:literal>
                </emma:interpretation>
                <emma:interpretation id="interp9" emma:lang="en-US" emma:confidence="0">
                  <emma:literal>diadem</emma:literal>
                </emma:interpretation>
                <emma:interpretation id="interp10" emma:lang="en-US" emma:confidence="0">
                  <emma:literal>dreads</emma:literal>
                </emma:interpretation>
              </emma:one-of>
            </emma:emma>
          </inkml:annotationXML>
          <inkml:trace contextRef="#ctx0" brushRef="#br2" timeOffset="54916.4116">522 442 1841,'0'0'49,"0"0"-31,0 0 7,0 0-12,0 0-3,0 0-2,0 0-3,-64 0-1,42 0 7,0 0-5,-7 0 1,3 0-5,-6 0-1,-6 4 4,2 4-5,-3 7 0,1-1-1,3-3 3,6 7-2,0-4 0,7 3 0,6 1 0,-1 2 0,5 6 0,2 3 0,7 5-1,3 5 1,0-2 0,0-6 0,3-1-1,10-7 0,4-3 0,0-9 1,7 2-5,-1-12 5,5-1-3,-3 0 3,8 0 0,-2-16 0,5-19 0,0-8 2,-1-3-1,-6 0-1,-1-4 1,-1 1-1,-8 2 2,-1 2-2,-5 7 0,-7 0-2,-6 4 2,0-2-1,0 0 1,0-2 0,-15-3-2,2 2 2,0 0-2,1 3 1,-2 0 2,5 7-1,2 4 0,7 3-2,0 10 2,0 3 1,0 3 0,0 6 1,0 0 0,0 0 2,0 0-4,0 0 0,0 0 0,-3 0-2,3 0 2,0 0-1,0 19 1,7 16 1,19 12-1,2 11 1,5 10 1,-8 11-1,0 10 1,-2 3 1,-10-5-3,0-9 2,-4-17-2,-3-12 1,2-18 2,-5-15-3,0-14 0,0-2 0,0 0 0,4 0-1,5-20-5,10-32 5,5-20-6,-2-12-36</inkml:trace>
          <inkml:trace contextRef="#ctx0" brushRef="#br2" timeOffset="55350.5687">958 41 1804,'0'0'62,"0"0"-16,0 0-16,0 0-8,0 0-7,0 0 0,0 0-6,0 0 0,0 0-4,0 0-1,0 13-2,0 18-2,0 18 1,5 8 0,4 11-1,4 0 2,-1-4-2,-2-3 0,-1-13 1,2-13-1,-5-12 0,0-11 0,-3-6 1,1-6-1,-4 0 0,0 0 0,0 0-1,0-3 0,0-27-4,-7-7-8,-16 0-16,4 2-6,3 8-77</inkml:trace>
          <inkml:trace contextRef="#ctx0" brushRef="#br2" timeOffset="56625.3076">1633 36 834,'0'0'701,"0"0"-600,0 0-24,0 0 20,0 0-20,0 0-37,6-6-19,-2 6-6,-4 0-8,0 0 4,0 0-8,0 0 1,0 0 1,0 0-1,0 0 2,0 0-2,0 0-2,0 0 3,0 0-2,0 0-2,0 0 3,0 0-4,0 0 1,0 0 0,0 0-1,0 0 1,0 0-1,0 0 0,0 0 1,0 0 0,0 0 0,0 0 0,0 0-1,0 0 1,0 0-1,0 0 1,0 0 0,0 0 0,0 0-1,0 0 0,0 0 0,0 0 2,0 3-2,-19 20 0,-14 8 0,-6 10 1,8-6-1,4 0 0,8-10 0,10-5 0,0-4 0,2-5 0,4-9 0,3 0 0,0-2 0,0 0 0,0 0 0,0 0 0,0 0 0,0 0 0,0 0 0,0 0 0,0 0 0,0 0-1,0 0 1,0 0 0,0 0 0,3 0 0,0 4 1,1-2-1,-1 5 0,3-1-1,0 2 1,4 1 0,2 0 0,5 3 0,5-4 0,8 1 0,8-5 0,4 0 0,9-4 0,1 0 0,-2 3 0,-8 3 0,-6 3 0,-11-1 0,-3 5-1,-8-9 0,-8 3 0,-3-2 1,-3-2 0,0-3 0,0 2 1,0-2-1,0 0 0,0 0 2,0 4-2,0-4 0,0 0 0,0 0 0,0 0 1,0 0-1,0 0-2,0 0-1,0-13-10,0-12-57</inkml:trace>
          <inkml:trace contextRef="#ctx0" brushRef="#br2" timeOffset="57376.448">2752 105 1898,'0'0'57,"0"0"-42,0 0 2,0 0-1,0 0-9,0 0-3,-12 0-1,-4-3-3,-10 0 1,-4 0 1,2 3-1,-5 0 0,8 0-1,3 3 1,5 9 1,-2 5-2,7 4 0,2 1 0,1 9 0,6 10 0,-5 6 0,2 13 1,3 4-1,1 0 0,-1-3 0,3-16 0,0-10 0,0-18 0,0-11 0,0-6-1,5 0-1,15-15 2,8-28 4,5-23-1,9-18-2,-7-11 0,-1-3 0,-4-4-1,-7 10 0,-12 5 0,-3 15-1,-8 9 1,0 8 0,-10 12-2,-16 11 2,7 12 0,-3 9 0,5 2 1,1 5-1,10 3 2,0 1-2,3-5 1,3 5-1,0 0 0,0 0 0,0 0 0,0 23-2,12 31 2,13 11 0,5 11 0,-2 0 0,2 3 0,1-4 0,-1-5 1,-5-7-1,4-9 0,-10-7 0,0-15 0,-5-12 0,-8-11-1,-3-9 0,0 0-8,-3-6-8,0-34-26,4-15-788</inkml:trace>
          <inkml:trace contextRef="#ctx0" brushRef="#br2" timeOffset="57968.4904">3451-216 1898,'0'0'53,"0"0"-41,0 0 5,0 0 2,0 0-9,0 0-3,-70-75-6,67 58 2,0 0-2,3 0 0,0 2-1,0 3 0,0 4 0,6-1 1,17-2-1,2 2 0,2 3 0,-5 6 0,0 0-1,-5 0-1,-5 37 0,-9 21 2,-3 14 0,0 12 0,-6 4 1,-20-8 0,-3-2-1,-3-9 0,3-2 0,-3-10 3,0-8-3,3-11 1,7-12 0,12-11-1,4-14 1,6-1-1,0 0-1,13 0-1,21-1 1,15-20 1,2-8 3,4-3-2,3 1-1,-4 1 1,1 2 0,-5 4-1,-3 4 0,-13 6 0,-7 6 0,-13 2-1,-3 0 1,-8 3-1,-3 0-2,0-4-4,0-1-11,0-9-15,0-3-141</inkml:trace>
        </inkml:traceGroup>
      </inkml:traceGroup>
    </inkml:traceGroup>
    <inkml:traceGroup>
      <inkml:annotationXML>
        <emma:emma xmlns:emma="http://www.w3.org/2003/04/emma" version="1.0">
          <emma:interpretation id="{C53649C9-7CD9-4E3B-BDFF-F8ED54F4DC82}" emma:medium="tactile" emma:mode="ink">
            <msink:context xmlns:msink="http://schemas.microsoft.com/ink/2010/main" type="paragraph" rotatedBoundingBox="12910,7898 24530,7678 24566,9594 12946,9814" alignmentLevel="2"/>
          </emma:interpretation>
        </emma:emma>
      </inkml:annotationXML>
      <inkml:traceGroup>
        <inkml:annotationXML>
          <emma:emma xmlns:emma="http://www.w3.org/2003/04/emma" version="1.0">
            <emma:interpretation id="{0FFCACA5-8821-4AB0-B0A1-6C33319E66EB}" emma:medium="tactile" emma:mode="ink">
              <msink:context xmlns:msink="http://schemas.microsoft.com/ink/2010/main" type="inkBullet" rotatedBoundingBox="12927,8815 13491,8805 13502,9424 12939,9435"/>
            </emma:interpretation>
            <emma:one-of disjunction-type="recognition" id="oneOf3">
              <emma:interpretation id="interp11" emma:lang="en-US" emma:confidence="0">
                <emma:literal>•</emma:literal>
              </emma:interpretation>
            </emma:one-of>
          </emma:emma>
        </inkml:annotationXML>
        <inkml:trace contextRef="#ctx0" brushRef="#br2" timeOffset="42864.0855">-5403 2675 1916,'0'0'41,"0"0"-29,0 0 10,0 0-7,0 0-10,0 0 1,-7-3-2,-13 3-4,-5 0 2,-11 0-2,-8 21 0,-4 1 0,4-2 1,5 3 0,9-6-2,11-1 2,10-5-1,3-2 0,3-2-1,3-6 1,0 6-2,0 5 1,0 7 1,12 3 0,4-1 2,-2 2-2,-3 0 0,9-6 0,-7-8-1,-1-3 0,1-6-2,1 0 0,1 0 2,7-23 1,2-15 1,-2-2 2,-7 1-2,-1 6-1,-9 1 1,0 0-1,-5 1 1,0-4-1,0-1 0,0-1-1,0 1 1,-10-2 0,-4-1 0,-1 3 0,2 5 0,-1 6 0,3 5 1,0 9-1,5 5 3,3 4-2,0 2-1,3 0 2,-3 0-2,3 0 1,-4 0 0,4 0 0,0 0-1,-3 0 1,3 0-1,0 0 1,0 0-2,0 8 0,10 29 1,18 10 1,5 11 0,9 0-1,3-3 1,-1 2-1,8-5 0,-1-3 0,-9-9 0,-4-8 0,-15-12 0,-10-12 0,-7-4 0,-6-4 0,0 0 0,0 0-2,0-12-3,-13-25-4,-13-10-32,-2 1-184</inkml:trace>
      </inkml:traceGroup>
      <inkml:traceGroup>
        <inkml:annotationXML>
          <emma:emma xmlns:emma="http://www.w3.org/2003/04/emma" version="1.0">
            <emma:interpretation id="{DF60C3B7-C5CB-40F2-8935-9CDFD3707462}" emma:medium="tactile" emma:mode="ink">
              <msink:context xmlns:msink="http://schemas.microsoft.com/ink/2010/main" type="line" rotatedBoundingBox="13464,7888 24530,7678 24566,9594 13501,9803"/>
            </emma:interpretation>
          </emma:emma>
        </inkml:annotationXML>
        <inkml:traceGroup>
          <inkml:annotationXML>
            <emma:emma xmlns:emma="http://www.w3.org/2003/04/emma" version="1.0">
              <emma:interpretation id="{6D42219F-E572-428E-84D4-1C9B4AF151D1}" emma:medium="tactile" emma:mode="ink">
                <msink:context xmlns:msink="http://schemas.microsoft.com/ink/2010/main" type="inkWord" rotatedBoundingBox="13340,8777 14909,7532 15336,8071 13768,9315"/>
              </emma:interpretation>
              <emma:one-of disjunction-type="recognition" id="oneOf4">
                <emma:interpretation id="interp12" emma:lang="en-US" emma:confidence="0.5">
                  <emma:literal>z'.</emma:literal>
                </emma:interpretation>
                <emma:interpretation id="interp13" emma:lang="en-US" emma:confidence="0.5">
                  <emma:literal>: x</emma:literal>
                </emma:interpretation>
                <emma:interpretation id="interp14" emma:lang="en-US" emma:confidence="0">
                  <emma:literal>.</emma:literal>
                </emma:interpretation>
                <emma:interpretation id="interp15" emma:lang="en-US" emma:confidence="0">
                  <emma:literal>in.</emma:literal>
                </emma:interpretation>
                <emma:interpretation id="interp16" emma:lang="en-US" emma:confidence="0">
                  <emma:literal>i.</emma:literal>
                </emma:interpretation>
              </emma:one-of>
            </emma:emma>
          </inkml:annotationXML>
          <inkml:trace contextRef="#ctx0" brushRef="#br2" timeOffset="43578.1792">-5163 2504 1521,'0'0'355,"0"0"-314,0 0-15,0 0 0,0 0-16,0 0-6,-22 0 2,22 0 3,0 0 1,0 0-4,0 0 0,0 0-1,0 0-2,0 0 0,0-6-1,0-7-1,0-2-1,0-8 0,0-1 0,0 4 0,10 3 0,9 1 0,1 6 0,5 1 0,3 8-1,5 1 1,9 0-1,2 0 1,-2 12-1,-3 15 1,-8 1 0,-4 8 1,-15 6-2,-2 8 1,-10-1 0,0 3-1,0-4 2,-3-4-1,-16-7 0,5-10 1,5-11-2,5-15 2,4-1-1,0 0 0,0 0 0,0 0 0,0-17-1,22-6 1,5-2 0,1-2 0,-2 7 0,-4 6 0,2-1-1,-9 6-1,-2 3 0,-4-3 0,4 4 1,4-6-5,-1-6-13,3-4-6,-4 3-70</inkml:trace>
          <inkml:trace contextRef="#ctx0" brushRef="#br1" timeOffset="-28127.0738">-4380 1569 1966,'0'0'18,"0"0"-18,0 0 0,0 0 0,0 0 0,0 0 1,-131 169 0,117-150-1,8-5 0,0-8-1,2-4-5,4-2-11,0 0-13,0 0-35,-3 0-28,-3 0-160</inkml:trace>
          <inkml:trace contextRef="#ctx0" brushRef="#br1" timeOffset="-27465.7925">-3504 1401 1940,'0'0'26,"0"0"-23,0 0-2,0 0 12,0 0-7,0 0-3,-29 154-1,9-117-2,2-6 2,-1-4-2,0-16-3,-1-11-1,1 0-2,3-5-9,2-28 5,5-6-2,9-3 5,0 2-3,0 3 9,0 11-3,0 5 8,0 14 11,3 7-1,-3 0-2,0 0-8,3 0 0,8 7-3,8 20 3,3 5-2,4-3 0,2-3-2,-1-3 0,1-6 1,0-9-1,2-8-7,-5 0-21,-11-2-314</inkml:trace>
        </inkml:traceGroup>
        <inkml:traceGroup>
          <inkml:annotationXML>
            <emma:emma xmlns:emma="http://www.w3.org/2003/04/emma" version="1.0">
              <emma:interpretation id="{327931DE-B625-440C-BDFF-133D292AB955}" emma:medium="tactile" emma:mode="ink">
                <msink:context xmlns:msink="http://schemas.microsoft.com/ink/2010/main" type="inkWord" rotatedBoundingBox="19678,8011 21389,7979 21409,9052 19698,9084"/>
              </emma:interpretation>
              <emma:one-of disjunction-type="recognition" id="oneOf5">
                <emma:interpretation id="interp17" emma:lang="en-US" emma:confidence="0.5">
                  <emma:literal>Twillbacking</emma:literal>
                </emma:interpretation>
                <emma:interpretation id="interp18" emma:lang="en-US" emma:confidence="0.5">
                  <emma:literal>x will belong</emma:literal>
                </emma:interpretation>
                <emma:interpretation id="interp19" emma:lang="en-US" emma:confidence="0">
                  <emma:literal>X will belong</emma:literal>
                </emma:interpretation>
                <emma:interpretation id="interp20" emma:lang="en-US" emma:confidence="0">
                  <emma:literal>twillbacking</emma:literal>
                </emma:interpretation>
                <emma:interpretation id="interp21" emma:lang="en-US" emma:confidence="0.5">
                  <emma:literal>XW illbelong</emma:literal>
                </emma:interpretation>
              </emma:one-of>
            </emma:emma>
          </inkml:annotationXML>
          <inkml:trace contextRef="#ctx0" brushRef="#br0" timeOffset="75249.8951">1052 2175 1855,'0'0'50,"0"0"-27,0 0-1,0 0 3,0 0-12,0 0-9,-25-5-2,25 5-2,0 20 1,0 25-1,0 18 1,0 8 2,0-2-2,0-5 2,0-9-3,6-15 0,7-16 2,-4-16-2,2-8-3,0 0 1,6-8 2,5-31 4,6-13-1,-4-1-1,-9-1 0,-4 17-2,-6 11 1,-2 11-1,-3 13 0,0 2 0,0 0-2,0 0-2,0 0 1,0 0-2,0 0 5,11 19 0,11 8 0,4 7 3,6-2-3,0-2 0,3-7 0,-4-6 0,2-8 0,3-9 1,-5 0 0,2-4-1,-2-31 2,-4-10 0,-8-13 0,-7-9 0,-12 1-2,0 2 1,0 7 2,-9 12-3,-13 14 0,3 17 0,-4 12-1,-3 2-1,0 0 0,7 0 1,3 14-4,7 4-8,9-3-8,0 4-37,0-2-333</inkml:trace>
          <inkml:trace contextRef="#ctx0" brushRef="#br0" timeOffset="75623.9194">1777 2366 1758,'0'0'85,"0"0"-47,0 0 7,0 0-18,0 0-11,0 0-7,74-127-3,-68 86-2,-3 2 2,-3 3 0,0 11-1,0 1 0,0 10-1,0 5 0,0 6 0,0 3-1,0 0-3,0 0 0,0 39-1,0 18-1,11 24 2,4 5 0,1-2 0,3-9 0,4-17-2,-4-25 2,-3-14 0,1-17-2,2-2-3,6-40 0,11-32-11,-2-17-49</inkml:trace>
          <inkml:trace contextRef="#ctx0" brushRef="#br0" timeOffset="75831.4774">1976 1748 1902,'0'0'48,"0"0"-29,0 0-3,0 0-7,0 0-5,0 0-4,-7-2 0,7-2-1,0 1-13,0-3-43</inkml:trace>
          <inkml:trace contextRef="#ctx0" brushRef="#br0" timeOffset="76291.7024">2319 1630 1858,'0'0'65,"0"0"-36,0 0-7,0 0-10,0 0-6,0 0-2,-6-3-2,6 11-1,0 24-1,0 20 6,13 12-2,-4 2-1,2 3 0,-6-2-3,1-4 3,-3-8-3,-3-5 1,5-8 1,-5-4-2,0 7 0,0 0-2,0 1-8,0-6-2,0-5-16,6-9-39,3-9-284</inkml:trace>
          <inkml:trace contextRef="#ctx0" brushRef="#br0" timeOffset="76615.7312">2627 1526 1844,'0'0'58,"0"0"-35,0 0 2,0 0-9,0 0-16,0 0 4,0 2-3,0 28 6,0 7 2,0 3-2,0 3 0,13 17-4,4 5 2,-1 15-2,-4 7 1,1-6-2,-4-6 0,2-11 0,-5-12-2,-1-12 0,0-11 0,-5-11-9,0-13-33,0-5-426</inkml:trace>
          <inkml:trace contextRef="#ctx0" brushRef="#br0" timeOffset="73759.6931">70 1982 1902,'0'0'26,"0"0"-18,0 0 8,0 0 0,0 0-10,0 0 1,0 0-1,-19 3-1,7 21-1,-15 13-1,-15 20-1,-3 10-1,1 5-1,-4 0 1,10-5-1,5-10 0,7-8 0,7-8 0,10-10 0,6-8-1,-1-5 1,4-10-1,0-2-4,0 1-4,0-6-4,0 4 3,0-5-13,0 0-19,-6 0-121</inkml:trace>
          <inkml:trace contextRef="#ctx0" brushRef="#br0" timeOffset="74229.7349">-411 2175 1932,'0'0'27,"0"0"-15,0 0-3,0 0 1,0 0-9,0 0 1,19-40-2,7 23 2,-1 8 6,-12 3-6,-7 6-2,2 0-1,-2 0 1,10 0 1,9 26 0,11 12 0,6 5 2,6 6-2,-1-3 0,2 0 0,-1-5 0,-3-7 0,-4-2-1,-5-9 0,0-2 0,-2-1 0,-1-3 0,-2 3 0,-4 1 0,-5-1 0,-6 1 0,-4-4 0,-6-6 0,-6-6 0,0-5-2,0 0-12,0 0-17,-9 0-25</inkml:trace>
          <inkml:trace contextRef="#ctx0" brushRef="#br0" timeOffset="79870.0422">3407 1707 1836,'0'0'58,"0"0"-41,0 0 5,0 0-6,0 0-7,0 0 0,0 0 0,3-43 1,-3 43-4,0 0-3,0 0 1,0 0-2,0 0 0,0 0 2,0 0-1,0 0-1,0-3 0,0-2-2,0-4 1,0 3-1,0-4 0,-3 9 0,0-2 1,3 3-1,0-4 0,0 4 1,0 0-2,0 0 1,0 0-3,0 24 2,0 36 0,0 30 1,0 23 1,0 7 0,0 9 0,0-9-1,0-16 0,0-17 0,0-27 0,0-23-1,0-18 0,0-17 0,0-2 0,0 0-5,3-27 6,10-21 2,-1-12 1,-2-1-2,-7 3 0,-3 10 0,3 4 1,5 3-2,4 10 0,4 1-1,3 8 0,-2 3-2,2 7 3,0 3 0,-1 9-1,6 0-2,4 3-1,1 34 4,-2 15 0,-8 9 1,-16 6 0,-3-3 3,0-3-1,-17-6-2,-11-8 0,-5-13 1,-2-5 1,6-11-3,-3-6 0,3-12-1,0 0 0,0 0-10,7-30-5,6-13 0,10-4-32,6 4-573</inkml:trace>
          <inkml:trace contextRef="#ctx0" brushRef="#br0" timeOffset="81737.1088">3820 2381 1607,'0'0'183,"0"0"-164,0 0 35,0 0-14,0 0-15,0 0-6,148-44-6,-129 12 0,-5 5-5,-6-4-3,-3 6 1,-5 4-4,0 10 2,0 5 1,0 3-5,0 3 2,0 0-1,0 0 0,-5 0-1,-1 0-3,4 23 2,-4 18-2,6 8 0,0 2-2,0 1 1,0-5 2,0-6 2,0-10 0,14-11-2,6-6 2,-1-9 1,3-5 0,2 0-1,2-39 6,5-19 0,-4-14-6,-2-11 0,-9-13-4,-7-5-3,-6 0-7,-3 0-7,-3 8 12,-25 7 7,1 17 1,5 23 1,10 16 9,4 19-2,6 11 2,2 0 1,0 0-9,0 0 0,0 0 0,0 0-2,0 26 1,2 17 0,18 12 2,-1 9-1,1 8-1,2 3 0,-3 9 0,4 10 0,-4 5 3,0-1 2,4-7 0,-1-8-5,-3-20-1,1-18-1,-7-20 2,-4-14-6,-2-11 1,-1 0 0,0-11 5,8-33 2,-1-4 1,-1-5-1,-2 4-1,-4 17-1,-6 9 1,3 9 0,-3 10-1,0 4-1,0 0-2,3 0 0,0 0-1,8 0 4,5 12 2,-1 7 2,7-7-3,5 7 1,-2-5-2,1-3 3,-4-4-3,0-3 1,-2-4 3,-7 0 0,-7 0-3,-6-8 2,0-20 0,0-10 0,0-2-3,-22-4 1,-14 1-1,-12 2 0,4 6 0,-1 13 0,9 7 1,14 15 0,6 0-1,7 0 0,6 0-2,3 17 1,0 3 0,3 1-1,22-7 2,11-8-3,2-6 3,4 0 0,3-10 5,-1-17-5,1-5 1,-3-2 1,-1 4-2,-2 8 0,-6 11-1,-8 11-3,-3 0-4,-8 25 0,-5 17 4,-9 8 2,0 8 2,0-6 2,0-4-1,0-9 0,-6-14 3,6-13-3,0-9 0,0-3-1,0 0 2,0 0 6,0-3-4,0-18-3,9-7 3,7-1-4,0-3 0,-4 2 0,2 2 0,-1 1-2,-4 9 1,2 5-1,-9 5 2,1 5 0,0 3-2,6 0 0,2 0-2,5 0 3,6 3-2,4 9 3,2-2 1,5 6 0,3-2-1,2-3 0,4 1 0,-8-3 0,2-7 0,-11-2 0,-3 0 1,5-2 0,-1-33 4,2-14-2,5-11-2,-8-10 1,0 1-1,-2 5 0,-10 13-1,-7 12 1,-2 18 0,-4 13-1,0 8 0,0 0 1,-13 0 0,-17 24 0,-1 16-1,-5 7 0,11-4 0,3-2-2,8-7 4,14-3-3,0 1 1,0-8 0,0-3 0,14-9 0,2-2-1,-1-5 1,4 1 0,1 3 0,6 0 0,-3 3 0,-1 8 1,9 3-1,2 6 0,3 11-1,-2 7 1,5 4 0,-7 4 0,-3 7 0,-7 3 0,-6 1 0,-7 6 0,-4 4 1,-2-6-1,-3 2 0,0-8 0,0-9 1,-20-13-1,-5-11 1,1-7 1,-1-7-1,-3-8 0,2-7 2,0-2-3,0-2 0,4-37 2,3-18-1,-4-24-1,14-11-1,9-10 1,0 2-1,9 5-2,27 10 1,-2 18-3,2 14-18,-14 18-26,-11 12-1891</inkml:trace>
        </inkml:traceGroup>
      </inkml:traceGroup>
    </inkml:traceGroup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47:27.174"/>
    </inkml:context>
    <inkml:brush xml:id="br0">
      <inkml:brushProperty name="width" value="0.08333" units="cm"/>
      <inkml:brushProperty name="height" value="0.08333" units="cm"/>
      <inkml:brushProperty name="fitToCurve" value="1"/>
    </inkml:brush>
  </inkml:definitions>
  <inkml:traceGroup>
    <inkml:annotationXML>
      <emma:emma xmlns:emma="http://www.w3.org/2003/04/emma" version="1.0">
        <emma:interpretation id="{D4552CE8-9653-4DE1-90C6-6F1590B3E604}" emma:medium="tactile" emma:mode="ink">
          <msink:context xmlns:msink="http://schemas.microsoft.com/ink/2010/main" type="writingRegion" rotatedBoundingBox="9332,389 12811,205 12869,1302 9390,1486"/>
        </emma:interpretation>
      </emma:emma>
    </inkml:annotationXML>
    <inkml:traceGroup>
      <inkml:annotationXML>
        <emma:emma xmlns:emma="http://www.w3.org/2003/04/emma" version="1.0">
          <emma:interpretation id="{AB688EF1-B2B8-4E04-8065-F7B0D8D5C549}" emma:medium="tactile" emma:mode="ink">
            <msink:context xmlns:msink="http://schemas.microsoft.com/ink/2010/main" type="paragraph" rotatedBoundingBox="9332,389 12811,205 12869,1302 9390,148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1A483D3-5DFA-464D-9187-28DD8529A4D3}" emma:medium="tactile" emma:mode="ink">
              <msink:context xmlns:msink="http://schemas.microsoft.com/ink/2010/main" type="line" rotatedBoundingBox="9332,389 12811,205 12869,1302 9390,1486"/>
            </emma:interpretation>
          </emma:emma>
        </inkml:annotationXML>
        <inkml:traceGroup>
          <inkml:annotationXML>
            <emma:emma xmlns:emma="http://www.w3.org/2003/04/emma" version="1.0">
              <emma:interpretation id="{57F137C2-EE9B-44F8-BA29-9EA344017406}" emma:medium="tactile" emma:mode="ink">
                <msink:context xmlns:msink="http://schemas.microsoft.com/ink/2010/main" type="inkWord" rotatedBoundingBox="9332,389 12811,205 12869,1302 9390,1486"/>
              </emma:interpretation>
              <emma:one-of disjunction-type="recognition" id="oneOf0">
                <emma:interpretation id="interp0" emma:lang="en-US" emma:confidence="0.5">
                  <emma:literal>KNN</emma:literal>
                </emma:interpretation>
                <emma:interpretation id="interp1" emma:lang="en-US" emma:confidence="0">
                  <emma:literal>KNNN</emma:literal>
                </emma:interpretation>
                <emma:interpretation id="interp2" emma:lang="en-US" emma:confidence="0">
                  <emma:literal>KKNN</emma:literal>
                </emma:interpretation>
                <emma:interpretation id="interp3" emma:lang="en-US" emma:confidence="0">
                  <emma:literal>KN</emma:literal>
                </emma:interpretation>
                <emma:interpretation id="interp4" emma:lang="en-US" emma:confidence="0">
                  <emma:literal>KKNNN</emma:literal>
                </emma:interpretation>
              </emma:one-of>
            </emma:emma>
          </inkml:annotationXML>
          <inkml:trace contextRef="#ctx0" brushRef="#br0">39 44 1840,'0'0'63,"0"0"-39,0 0-7,0 0-8,0 0 4,0 0-6,0 0 3,0 0-1,0-32-2,0 32-4,0-4 0,0 4 0,0 0 0,0 0-3,0 0-2,0 15 0,0 42 1,0 27 1,-6 27 0,-8 12 2,8-1 0,3-7-2,3-14 1,0-20-1,0-17-1,3-18 0,11-20 1,-8-12 0,0-14-1,-2 0 1,-4 0 1,3 0 4,0-20-5,-3-17 2,0-17-2,0-9 0,0-5 0,3-2 1,7-8-1,8-3 0,12-2-2,6-4 2,5 4-1,1 0 2,0 9-2,-11 23 1,-12 22 0,-8 23-1,-11 6-2,0 0-8,0 23-2,0 18 13,-5 2 0,-7-6-2,5-13 2,4-13 0,3-5-5,0-3-14,0 5-32,0 9-44</inkml:trace>
          <inkml:trace contextRef="#ctx0" brushRef="#br0" timeOffset="313.0192">222 537 1623,'0'0'198,"0"0"-120,0 0-45,0 0-8,0 0-2,0 0-11,0 0-8,7 0-2,27 0-1,18 0 2,9 21-2,9 10-1,2 12 1,-2 1 0,0 5-1,-5 0 1,-8-6-1,-2-9 0,-14-8 0,-5-8 0,-13-6 0,-7-7 0,-10-5-2,-6 0-1,0 0-5,0 0-9,0-20-118</inkml:trace>
          <inkml:trace contextRef="#ctx0" brushRef="#br0" timeOffset="1093.0979">1204 23 1882,'0'0'34,"0"0"-8,0 0-1,0 0-9,0 0-13,0 0-3,-22 5 0,22 53 1,-3 18 4,3 11-1,-3-4-2,3-2 2,-5-3-3,2-9-1,0-14 2,3-12-2,0-14 0,0-12-1,0-6-1,0-7 1,0-4 0,0 0 0,3 0 1,8-25 0,3-20 6,-3-12-5,-8-9 0,-3-8-2,0 0 2,0 4-2,-17 13 2,-2 11-1,10 13 3,-4 8-3,7 5 1,0 4 3,6 8-2,0 4 0,0-5 1,0 3-2,0 6-1,0-6 0,0 6-3,31 0 3,14 14 0,16 32-3,7 15 3,5 15 0,11 8 0,-1-4 0,8-3 0,-2-10 1,5-7 0,-8-7-1,-16-13 0,-15-10 0,-19-20-1,-18-7 1,-8-3-2,-10 0 2,0-13 3,0-26 1,-3-15-4,-16-13 2,-4-11-1,1-8-1,6 5 0,2 9-1,8 17 1,3 23 0,-4 9 1,4 15-1,0 1 0,0 5 0,0 2-1,0 0 1,0-2-2,-1-8 0,4 1-7,0-5-12,7-4-30,32 12-143</inkml:trace>
          <inkml:trace contextRef="#ctx0" brushRef="#br0" timeOffset="1874.22">2523 64 1753,'0'0'81,"0"0"-50,0 0 1,0 0 5,0 0-14,-26 176-9,19-127-2,7 3 0,-3-6-8,3 0 0,0 0-1,0 1-3,0 2 4,0 2-4,0 13 0,0 3 0,0-4 1,0-11-1,0-14 0,0-18 0,0-15 0,0-5 0,0 0 2,0-19 1,0-28-2,-3-19 1,-16-16 0,10-9-2,-5-5 2,1 1-2,10 5 0,3 10 0,0 2 0,0 14 1,0 12-1,0 16 0,0 11 0,3 11 0,1 0 0,-1 8 0,6 2 0,2 1 0,3 3-1,10-1 0,-1 1 1,5 0 0,8 0 0,2 0-1,10 1 0,7 23 1,9 16-1,6 15 1,1 9-1,2 8 2,-1-2-2,-8 2 2,0 2-1,-6 2 2,-5-4-2,-4-13 0,-7-8 0,-14-14 0,-5-14 0,-10-11 0,-7-12 0,-6 0 0,0 0 4,0-15 0,0-25 0,0-21-3,0-14 0,0-17 0,0-15 0,-13-12 0,-7 4-1,-2 10 0,0 23 1,-1 23-1,1 19 0,6 8 0,1 15 0,1 5 1,11 4-1,0 5-1,3 3 1,0 0 0,0 0-3,0 0 0,0 0-4,0 0-16,0 0-116</inkml:trace>
        </inkml:traceGroup>
      </inkml:traceGroup>
    </inkml:traceGroup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46:56.386"/>
    </inkml:context>
    <inkml:brush xml:id="br0">
      <inkml:brushProperty name="width" value="0.08333" units="cm"/>
      <inkml:brushProperty name="height" value="0.08333" units="cm"/>
      <inkml:brushProperty name="color" value="#177D36"/>
      <inkml:brushProperty name="fitToCurve" value="1"/>
    </inkml:brush>
    <inkml:brush xml:id="br1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A0CBCD70-04CB-4D9C-A0D0-E4E9B595A5B1}" emma:medium="tactile" emma:mode="ink">
          <msink:context xmlns:msink="http://schemas.microsoft.com/ink/2010/main" type="writingRegion" rotatedBoundingBox="18767,9591 22784,9411 23013,14511 18996,14692"/>
        </emma:interpretation>
      </emma:emma>
    </inkml:annotationXML>
    <inkml:traceGroup>
      <inkml:annotationXML>
        <emma:emma xmlns:emma="http://www.w3.org/2003/04/emma" version="1.0">
          <emma:interpretation id="{82D5819D-EC96-41FD-893A-00146BA96A3C}" emma:medium="tactile" emma:mode="ink">
            <msink:context xmlns:msink="http://schemas.microsoft.com/ink/2010/main" type="paragraph" rotatedBoundingBox="18762,9614 22051,9431 22108,10449 18819,1063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267CAA8-4CA4-4B9E-A90F-A932C5C4CC0E}" emma:medium="tactile" emma:mode="ink">
              <msink:context xmlns:msink="http://schemas.microsoft.com/ink/2010/main" type="inkBullet" rotatedBoundingBox="18770,9750 19283,9721 19325,10488 18813,10517"/>
            </emma:interpretation>
            <emma:one-of disjunction-type="recognition" id="oneOf0">
              <emma:interpretation id="interp0" emma:lang="en-US" emma:confidence="1">
                <emma:literal>t</emma:literal>
              </emma:interpretation>
              <emma:interpretation id="interp1" emma:lang="en-US" emma:confidence="0">
                <emma:literal>+</emma:literal>
              </emma:interpretation>
              <emma:interpretation id="interp2" emma:lang="en-US" emma:confidence="0">
                <emma:literal>£</emma:literal>
              </emma:interpretation>
              <emma:interpretation id="interp3" emma:lang="en-US" emma:confidence="0">
                <emma:literal>*</emma:literal>
              </emma:interpretation>
              <emma:interpretation id="interp4" emma:lang="en-US" emma:confidence="0">
                <emma:literal>1</emma:literal>
              </emma:interpretation>
            </emma:one-of>
          </emma:emma>
        </inkml:annotationXML>
        <inkml:trace contextRef="#ctx0" brushRef="#br0">134 3897 1963,'0'0'22,"0"0"-9,0 0-6,0 0-6,0 0-1,0 0-1,49-42 1,5 21 2,1-6-2,-5-3 0,-1-4-7,2-7-17,-2-1-25,-4-2-93</inkml:trace>
        <inkml:trace contextRef="#ctx0" brushRef="#br0" timeOffset="-233.0712">530 3351 1777,'0'0'59,"0"0"-43,0 0 24,0 0-1,0 0-23,0 0 0,0 0 1,-20-78-4,20 78-1,-4 0-9,1 0-2,-3 17 1,-3 40-1,-4 26 1,-1 17-2,2 0 1,8-4-1,4-15 0,0-12 0,0-14 1,4-8-1,19-19-1,-1-8 1,0-11-4,4-7 2,-1-2-4,2 0-6,-2-28 3,-6-12-17,-7-2-50</inkml:trace>
      </inkml:traceGroup>
      <inkml:traceGroup>
        <inkml:annotationXML>
          <emma:emma xmlns:emma="http://www.w3.org/2003/04/emma" version="1.0">
            <emma:interpretation id="{8FB2CC14-90DD-480E-BDAA-BAE7D9959254}" emma:medium="tactile" emma:mode="ink">
              <msink:context xmlns:msink="http://schemas.microsoft.com/ink/2010/main" type="line" rotatedBoundingBox="19671,9564 22051,9431 22108,10449 19728,10581"/>
            </emma:interpretation>
          </emma:emma>
        </inkml:annotationXML>
        <inkml:traceGroup>
          <inkml:annotationXML>
            <emma:emma xmlns:emma="http://www.w3.org/2003/04/emma" version="1.0">
              <emma:interpretation id="{E0E8912A-C67B-46D3-A179-AC18B5ECF1D1}" emma:medium="tactile" emma:mode="ink">
                <msink:context xmlns:msink="http://schemas.microsoft.com/ink/2010/main" type="inkWord" rotatedBoundingBox="19691,9924 19928,9911 19956,10411 19719,10424"/>
              </emma:interpretation>
              <emma:one-of disjunction-type="recognition" id="oneOf1">
                <emma:interpretation id="interp5" emma:lang="en-US" emma:confidence="0.5">
                  <emma:literal>o</emma:literal>
                </emma:interpretation>
                <emma:interpretation id="interp6" emma:lang="en-US" emma:confidence="0">
                  <emma:literal>O</emma:literal>
                </emma:interpretation>
                <emma:interpretation id="interp7" emma:lang="en-US" emma:confidence="0">
                  <emma:literal>0</emma:literal>
                </emma:interpretation>
                <emma:interpretation id="interp8" emma:lang="en-US" emma:confidence="0">
                  <emma:literal>°</emma:literal>
                </emma:interpretation>
                <emma:interpretation id="interp9" emma:lang="en-US" emma:confidence="0">
                  <emma:literal>.</emma:literal>
                </emma:interpretation>
              </emma:one-of>
            </emma:emma>
          </inkml:annotationXML>
          <inkml:trace contextRef="#ctx0" brushRef="#br0" timeOffset="488.8481">1133 3469 1816,'0'0'84,"0"0"-58,0 0-1,0 0-2,0 0-11,0 0-1,5-6 0,-5 20-6,-16 23-4,-6 14-1,-1 0 0,7 4 2,7-3-2,3-1 0,6 3 0,0-9 0,0-8 0,15-8 0,4-11 0,1-10-2,-4-8 0,3 0 2,7-2 0,-1-36 2,8-11 1,-8-9-2,-8 0-1,-12 3 4,-5 10-4,0 4 0,0 8 0,-22 8 0,-3 2-1,-3 6 1,-2 2-2,4 6 1,1 1-5,9 8 3,5 0-9,11 0-14,0 6-92</inkml:trace>
        </inkml:traceGroup>
        <inkml:traceGroup>
          <inkml:annotationXML>
            <emma:emma xmlns:emma="http://www.w3.org/2003/04/emma" version="1.0">
              <emma:interpretation id="{66B87269-3B0D-4656-A94D-C6F3E210EC23}" emma:medium="tactile" emma:mode="ink">
                <msink:context xmlns:msink="http://schemas.microsoft.com/ink/2010/main" type="inkWord" rotatedBoundingBox="20577,9513 22051,9431 22108,10449 20634,10531"/>
              </emma:interpretation>
              <emma:one-of disjunction-type="recognition" id="oneOf2">
                <emma:interpretation id="interp10" emma:lang="en-US" emma:confidence="0.5">
                  <emma:literal>92</emma:literal>
                </emma:interpretation>
                <emma:interpretation id="interp11" emma:lang="en-US" emma:confidence="0">
                  <emma:literal>an</emma:literal>
                </emma:interpretation>
                <emma:interpretation id="interp12" emma:lang="en-US" emma:confidence="0">
                  <emma:literal>a</emma:literal>
                </emma:interpretation>
                <emma:interpretation id="interp13" emma:lang="en-US" emma:confidence="0">
                  <emma:literal>are</emma:literal>
                </emma:interpretation>
                <emma:interpretation id="interp14" emma:lang="en-US" emma:confidence="0">
                  <emma:literal>and</emma:literal>
                </emma:interpretation>
              </emma:one-of>
            </emma:emma>
          </inkml:annotationXML>
          <inkml:trace contextRef="#ctx0" brushRef="#br0" timeOffset="966.4393">2287 3044 1861,'0'0'58,"0"0"-32,0 0 0,0 0-7,0 0-10,0 0-3,-47-2-2,17 2-1,-1 26-1,-11 22-2,-4 15 0,4 19 2,1 8-2,12 5 0,7-3 1,12-14-1,10-14 0,0-15 0,0-12-1,26-11 1,3-11-2,9-12 1,4-3 0,6-18-1,7-28-1,-11-14-3,1-10-10,-15 1-7,-8-1-15,-13 18-76</inkml:trace>
          <inkml:trace contextRef="#ctx0" brushRef="#br0" timeOffset="1251.4585">2240 3425 1485,'0'0'249,"0"0"-167,0 0-23,0 0-48,0 0 0,0 0 25,34-11-17,-21 6-7,-7 5-3,-3 0-1,0 0-8,5 0 0,1 25 2,4 10 2,1 10 1,-6 10 2,1 1-5,5 1-1,-1 1 0,-4-3 0,2-5 0,-8-8 1,-3-12-2,0-14 1,0-4-1,0-8-2,0-4-1,0 0-3,0-41-32,0-18-35</inkml:trace>
          <inkml:trace contextRef="#ctx0" brushRef="#br0" timeOffset="1822.5127">2817 3388 1825,'0'0'38,"0"0"-32,0 0 6,0 0 29,0 0-24,0 0-1,-107-26-4,101-3 3,3 1-5,3-4-3,0 2-5,0 3 0,20 0-2,2 7 0,11 3 0,-5 5 2,0 6-4,-1 6 2,-8 0-4,-4 0 0,2 8 4,-1 21 0,-7 18 0,-2 10 0,-4 21 2,-3 19 1,0 6-2,0-2 3,-13-6-2,-3-14 0,1-14-1,-2-13 0,7-16 3,7-18-3,3-8-2,0-10 1,0-2-4,13 0 4,23 0 0,6-11 0,8-12 3,-2-3-3,4 0 1,-4 2 0,-7-2-1,1 6 0,-6-2-1,-1 1-1,-3 4 2,-6 2-7,-3 6-3,-4 3-14,-7 3-57</inkml:trace>
        </inkml:traceGroup>
      </inkml:traceGroup>
    </inkml:traceGroup>
    <inkml:traceGroup>
      <inkml:annotationXML>
        <emma:emma xmlns:emma="http://www.w3.org/2003/04/emma" version="1.0">
          <emma:interpretation id="{962D97DE-721D-4E53-8C72-04697E80500C}" emma:medium="tactile" emma:mode="ink">
            <msink:context xmlns:msink="http://schemas.microsoft.com/ink/2010/main" type="paragraph" rotatedBoundingBox="19175,12054 22046,12072 22038,13264 19167,1324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285D8D4-D0A1-4C51-B3DA-C5831B95D764}" emma:medium="tactile" emma:mode="ink">
              <msink:context xmlns:msink="http://schemas.microsoft.com/ink/2010/main" type="line" rotatedBoundingBox="19175,12054 22046,12072 22038,13264 19167,13246"/>
            </emma:interpretation>
          </emma:emma>
        </inkml:annotationXML>
        <inkml:traceGroup>
          <inkml:annotationXML>
            <emma:emma xmlns:emma="http://www.w3.org/2003/04/emma" version="1.0">
              <emma:interpretation id="{C9188BE6-F379-4AA2-AA5E-2B498E9992D5}" emma:medium="tactile" emma:mode="ink">
                <msink:context xmlns:msink="http://schemas.microsoft.com/ink/2010/main" type="inkWord" rotatedBoundingBox="19174,12124 20517,12133 20510,13254 19167,13246"/>
              </emma:interpretation>
              <emma:one-of disjunction-type="recognition" id="oneOf3">
                <emma:interpretation id="interp15" emma:lang="en-US" emma:confidence="0.5">
                  <emma:literal>di,</emma:literal>
                </emma:interpretation>
                <emma:interpretation id="interp16" emma:lang="en-US" emma:confidence="0">
                  <emma:literal>dis</emma:literal>
                </emma:interpretation>
                <emma:interpretation id="interp17" emma:lang="en-US" emma:confidence="0">
                  <emma:literal>du,</emma:literal>
                </emma:interpretation>
                <emma:interpretation id="interp18" emma:lang="en-US" emma:confidence="0">
                  <emma:literal>d,</emma:literal>
                </emma:interpretation>
                <emma:interpretation id="interp19" emma:lang="en-US" emma:confidence="0">
                  <emma:literal>de,</emma:literal>
                </emma:interpretation>
              </emma:one-of>
            </emma:emma>
          </inkml:annotationXML>
          <inkml:trace contextRef="#ctx0" brushRef="#br1" timeOffset="54629.3507">972 6119 1702,'0'0'54,"0"0"-38,0 0-6,0 0 13,0 0 4,0 0-10,0 0 15,9 0-8,-9 0-8,0 0-1,0 0-6,0 0-5,0 0 5,0 0-6,0 0 7,0 0-7,-12 0-1,-11 0-2,1 0 1,-5 0 1,-1 0-2,-5 0 2,2 0-2,-2 0 0,2 0-1,6 0 0,-5 15 1,2 2 1,-2 12-1,-1 3 0,5 3-1,0 0 1,6-9 0,8 6-1,2-10 1,7 4 0,3-2 2,0-4-2,0 0 0,0 1-5,3-5 5,13-1-3,-2-10-1,5-2 4,0 0-6,-1-3 0,9 0 4,-2-6 2,1-19 3,3-7-1,-3-7 1,-1 0-3,-3-12 0,4-4-2,-10-9-1,-3-6 1,-4-2-1,-6 0 2,-3 0 1,0 2 2,0 6-2,0 16 3,0 13-2,-3 15-1,0 11 4,0 9 2,0 0-4,0 0 1,0 0 1,-4 0 4,1 2-4,0 13-4,-4 6 0,4 5 0,0 12 2,1 14 0,5 10-2,0 14 0,0 5 1,17-1-1,8-5 0,2-7 1,-2-17 1,-3-4-1,-5-18-1,-1-7-1,-7-11-1,-6-7 1,0-4-2,-3 0 0,0 0-8,0-15-8,0-28-6,0-12-166</inkml:trace>
          <inkml:trace contextRef="#ctx0" brushRef="#br1" timeOffset="55115.3834">1299 6252 1896,'0'0'39,"0"0"-28,0 0 8,0 0-6,0 0-6,0 0-3,-33 0-1,33 0 1,0 0-1,0 0 0,0 0 1,0 7 0,0 24-4,0 12 4,-3 4-3,3-1 0,0-4-1,0-3 0,0-14 1,0-1-1,0-13-1,0-2-3,0 0-4,0 2-8,0 1-19,0-1-144</inkml:trace>
          <inkml:trace contextRef="#ctx0" brushRef="#br1" timeOffset="55658.196">1844 6287 1891,'0'0'44,"0"0"-31,0 0-10,0 0 13,0 0-7,0 0-1,-15 0-4,15 3 0,0 11 1,0 15-5,0 12 0,0 13 1,0 7-1,-7 9 1,-5-6-1,-5-4 0,-5-6-2,3-13-16,2-20-22,11-21-135</inkml:trace>
        </inkml:traceGroup>
        <inkml:traceGroup>
          <inkml:annotationXML>
            <emma:emma xmlns:emma="http://www.w3.org/2003/04/emma" version="1.0">
              <emma:interpretation id="{FF908CB2-F264-44FB-AA18-3C5BC839D035}" emma:medium="tactile" emma:mode="ink">
                <msink:context xmlns:msink="http://schemas.microsoft.com/ink/2010/main" type="inkWord" rotatedBoundingBox="20872,12065 22046,12072 22040,12948 20866,12941"/>
              </emma:interpretation>
              <emma:one-of disjunction-type="recognition" id="oneOf4">
                <emma:interpretation id="interp20" emma:lang="en-US" emma:confidence="0.5">
                  <emma:literal>An</emma:literal>
                </emma:interpretation>
                <emma:interpretation id="interp21" emma:lang="en-US" emma:confidence="0">
                  <emma:literal>As</emma:literal>
                </emma:interpretation>
                <emma:interpretation id="interp22" emma:lang="en-US" emma:confidence="0">
                  <emma:literal>Are</emma:literal>
                </emma:interpretation>
                <emma:interpretation id="interp23" emma:lang="en-US" emma:confidence="0">
                  <emma:literal>drv</emma:literal>
                </emma:interpretation>
                <emma:interpretation id="interp24" emma:lang="en-US" emma:confidence="0">
                  <emma:literal>dry</emma:literal>
                </emma:interpretation>
              </emma:one-of>
            </emma:emma>
          </inkml:annotationXML>
          <inkml:trace contextRef="#ctx0" brushRef="#br1" timeOffset="56360.7643">2390 5978 1891,'0'0'52,"0"0"-41,0 0 0,0 0-1,0 0-1,0 0-9,-6-11 3,-1 5 2,-5 6 0,-2 0-2,-2 0-1,-3 3-2,-7 25 2,1 13-2,0 9 0,1 1 0,12 4 1,6 3 0,6-9-1,0 3 0,0-12-1,15-5 1,1-9 0,-2-11 0,-5-11-2,1-4 0,-1 0-1,4-1 3,2-40 5,5-19-2,-1-16 1,-3-8-4,-5-3 0,-8-2-2,-3-4-3,0 8 4,0 9-1,0 17 2,-8 10-1,-1 22 1,1 9 1,0 10 0,5 4 0,3 4-1,0 0 2,0 0-2,0 0 2,0 0 0,0 0-2,0 0 0,0 20-6,28 33 4,11 25 2,3 16 2,-7 14 0,1-1-1,-8-12-1,-2-9 2,-2-15-2,-10-20 0,0-8 1,-1-17-1,-7-5-5,3-8-10,5-1-7,2-12-21,3 0-173</inkml:trace>
          <inkml:trace contextRef="#ctx0" brushRef="#br1" timeOffset="56802.1079">2971 6204 1526,'0'0'376,"0"0"-353,0 0-19,0 0 10,0 0-5,0 0-5,-75-76 2,72 59 1,3-3 1,0 1-1,0 7-4,0-1-2,8 11 1,4 2-2,7 0-1,-3 0-1,-2 15 2,-2 16 0,-5 3 1,-7 7 1,0-3 0,0-4-2,0 0 3,0-4-3,-4-1 0,-2 0 3,0-1-1,3 1-3,3-3 1,0-5 0,0-12-1,25-9-5,14 0 3,5-6 3,1-21 2,-3-8 1,-1 4-2,-5-2 2,-5 8 0,2 5-3,-8 0-7,-2 5-12,3 1-33</inkml:trace>
        </inkml:traceGroup>
      </inkml:traceGroup>
    </inkml:traceGroup>
    <inkml:traceGroup>
      <inkml:annotationXML>
        <emma:emma xmlns:emma="http://www.w3.org/2003/04/emma" version="1.0">
          <emma:interpretation id="{2B06B9E4-4211-4EBB-AEC9-F9924299CC89}" emma:medium="tactile" emma:mode="ink">
            <msink:context xmlns:msink="http://schemas.microsoft.com/ink/2010/main" type="paragraph" rotatedBoundingBox="18941,13468 22958,13287 23013,14511 18996,1469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C253B21-51C9-4B60-B4E3-03340D9A70A0}" emma:medium="tactile" emma:mode="ink">
              <msink:context xmlns:msink="http://schemas.microsoft.com/ink/2010/main" type="line" rotatedBoundingBox="18941,13468 22958,13287 23013,14511 18996,14692"/>
            </emma:interpretation>
          </emma:emma>
        </inkml:annotationXML>
        <inkml:traceGroup>
          <inkml:annotationXML>
            <emma:emma xmlns:emma="http://www.w3.org/2003/04/emma" version="1.0">
              <emma:interpretation id="{D4F14035-7291-41F6-AF70-8403B00FAB79}" emma:medium="tactile" emma:mode="ink">
                <msink:context xmlns:msink="http://schemas.microsoft.com/ink/2010/main" type="inkWord" rotatedBoundingBox="18941,13468 22958,13287 23013,14511 18996,14692"/>
              </emma:interpretation>
              <emma:one-of disjunction-type="recognition" id="oneOf5">
                <emma:interpretation id="interp25" emma:lang="en-US" emma:confidence="0.5">
                  <emma:literal>calculated</emma:literal>
                </emma:interpretation>
                <emma:interpretation id="interp26" emma:lang="en-US" emma:confidence="0.5">
                  <emma:literal>calculate ed</emma:literal>
                </emma:interpretation>
                <emma:interpretation id="interp27" emma:lang="en-US" emma:confidence="0">
                  <emma:literal>calculate id</emma:literal>
                </emma:interpretation>
                <emma:interpretation id="interp28" emma:lang="en-US" emma:confidence="0">
                  <emma:literal>calculate d</emma:literal>
                </emma:interpretation>
                <emma:interpretation id="interp29" emma:lang="en-US" emma:confidence="0">
                  <emma:literal>calculate ad</emma:literal>
                </emma:interpretation>
              </emma:one-of>
            </emma:emma>
          </inkml:annotationXML>
          <inkml:trace contextRef="#ctx0" brushRef="#br1" timeOffset="58386.118">609 7544 1877,'0'0'39,"0"0"-11,0 0-11,0 0-2,0 0-4,0 0-6,0 0-1,0-44 2,0 37-4,0 6 0,-3-4 2,-3 5-2,-5 0-1,-4 0 2,-4 0-1,0 0-1,-11 0-1,2 19-1,-5 13 1,5 14 0,-1 9 0,0 3-1,6-1 2,11 0-2,2-4 1,10-4 0,0 0 0,25-9-1,14-8 0,6-9 1,4-17-2,-5-6-3,7-6-1,-2-35 1,2-7 0,-7-7-16,-2 6-26,-3 11-86,-7 7-1658</inkml:trace>
          <inkml:trace contextRef="#ctx0" brushRef="#br1" timeOffset="59136.1906">1097 7575 1790,'0'0'99,"0"0"-70,0 0-4,0 0-7,0 0-6,0 0-7,-58 26 1,32-4 0,1 5-3,3 5 0,-1 3-2,4 4 2,3 5-3,-1 5 0,8-2 1,-1-4-1,10-6 0,0-11 2,0-3-4,0-8 1,3-9 1,7-4-3,2-2-5,2 0 4,5-25 4,3-16 2,-2-5 0,-4 2-1,-7 10 2,-6 8-3,-3 10 0,0 3 0,0 10 0,0 3 0,0 0-1,0 0-1,0 0 1,5 0-1,0 0-3,9 3 5,8 18 0,1-4 1,5 6 0,-6-6-1,8-6 0,-5 4 0,0-6 0,1-3 0,1-4 0,-5-2-2,0 0 2,1-14 3,-7-25 0,-1-21-2,-2-7 0,-7-21-2,2-11 1,-8-8-3,0-8 2,0 11 1,-11 15 0,-1 32 0,-1 24 0,7 25 1,-2 8-1,8 0-2,-2 0 0,-1 24 4,0 13-1,0 10 0,3 9 2,0 12 2,0-3-1,0 5-1,11-2-2,16 1 0,2 2 0,6-2-1,7-3 0,-3-9 1,-5-4-1,-1-15 0,-8-10 0,-6-14-3,-10-11-4,2-3-12,-8-14-25,0-23-26</inkml:trace>
          <inkml:trace contextRef="#ctx0" brushRef="#br1" timeOffset="60132.2245">1902 7592 1869,'0'0'43,"0"0"-38,0 0 20,0 0-6,0 0-12,0 0 6,-89-8-4,66 16-1,4 19-2,0 7-4,5 5-1,8 8 1,6 3-2,0-1 1,0 1-1,3-5 0,17-2 0,-1-3 0,6-8-2,5-10 2,-5-8-1,7-11-7,-3-3-4,3-9 12,0-32 0,-6-6 1,-4 0-1,-3 0 5,-8 6-5,-5 6 0,-3 10 0,-3 4 1,0 10 0,0 11-1,0 0 0,0 0 2,0 0 1,0 0-3,0 0 1,0 0-1,10 17 0,5 14 1,7 4-1,8 2 1,-5-4 0,5-5-1,-5-8 0,-2-4 0,-4-8 0,-7-8 0,1 0-3,1 0 2,-8-3 1,3-27 0,-5-7 2,-4 2 0,0 1 0,0 9-2,0 8 0,0 7 2,0 10 1,0 0-3,0 0-2,0 0-1,0 0 2,3 14 0,14 13 1,8 6 2,0-2-2,3-3 0,2-3 0,-2-4 0,2-9 0,1-10-2,-5-2 1,1 0 1,-5-20 0,-3-22 0,1-11 1,-11-6-1,-4-13 1,-5-7-1,0-2 0,-3-6 0,-22 14 0,-3 13 0,1 20 2,12 17-1,2 14 4,7 5-2,1 4-2,5 0 1,0 0 0,0 0-2,0 0 0,0 0-1,0 10 1,0 27-1,17 18 1,13 17 2,1 14-2,5 13 0,-1 0 0,-3-1 1,0-9 0,-9-16 0,-1-13-1,-6-23 0,-7-16 0,5-21-4,-8 0-12,10-33-21,0-21-49</inkml:trace>
          <inkml:trace contextRef="#ctx0" brushRef="#br1" timeOffset="61002.178">3054 7731 1917,'0'0'22,"0"0"-20,0 0 5,0 0 4,0 0-1,0 0-3,0-18 9,0 18-4,-19 0-8,-4 0-1,-2 18-3,-5 7 1,8 8-1,3 2 1,7 8-1,12 3 1,0 1-1,0-5 0,0-4-1,19-15 0,3-6 0,1-10-4,-4-7-1,0 0 5,4-33 0,-4-13 1,-3 0 0,-4 0 1,-6 18 0,2 7-1,-5 12 0,0 6 1,-3 0-1,0 3 0,0 0-1,0 0-2,3 0 3,13 6-3,6 11 3,4 10 3,0-7-1,0 1 0,-7-11-2,-3-8 0,-4-2 0,2 0 1,-5-11-1,10-31 7,-3-25-5,1-12 1,-8-12-2,-6-10-1,-3-1 1,0 4-1,0 20 2,-3 27-2,0 24 2,0 18 1,0 9-3,0 0 0,3 0 0,0 9 2,0 32-1,0 19-1,3 24 0,22 15 0,3 4 0,2 1 1,-5-6-1,-5-14 0,-7-21 0,-4-19 0,-6-20-1,0-13-4,-3-11-8,0-4-4,0-33-3,-19-6-39,-7-6-52,1 5 111,3 14 10,5 3 40,11 12-10,6 10 0,0 5-13,0 0-12,0 0-4,0 0-2,0-6-4,0-9 1,29-5-1,6-11 0,7-10-2,3-3-2,-1-3 0,1 5-1,-6-5 0,-1 5 0,-2 4-8,-5 4-22,-7 11-22,-12 11-89</inkml:trace>
          <inkml:trace contextRef="#ctx0" brushRef="#br1" timeOffset="61858.2462">3837 7855 1938,'0'0'36,"0"0"-36,0 0 11,0 0 3,0 0-10,0 0 0,13-60-4,-13 28 1,0 2 0,0 5 0,0 5 1,-13 5 0,4 7-1,-5 4 1,12 4-1,-4 0 2,6 0-1,0 0-2,0 30 0,0 7-1,0 12 0,0-6 1,0-8 0,6-9 0,16-9 0,3-8-1,11-9-1,6 0 2,2-24 2,1-7 0,-6-5-2,-7 0 1,-3 2-1,-4-7 0,-6 8 1,-5-3-1,-8 8 0,-6 7 1,0-2-1,0 6 0,0-1-1,-12 6 1,-5 7-1,1 5-2,2 0 2,9 11 1,2 30-2,3 7 2,0 5 1,0-1-1,3-9 1,7-8-1,-1-10 0,0-10 2,1-9-2,-7-6 0,8 0-1,-2-6 1,4-34 2,-1-18-1,1-20-1,-7-9 0,-3-9 0,-3-10 0,0-1-1,-15-4 1,-11 8-1,6 17 1,8 25 0,5 23 3,4 18-3,3 15 1,0 5-1,0 0-1,0 0-1,0 41-1,19 20 3,11 22 4,-5 18-2,1 11-1,-1 9-1,-6 4 0,-5-16 0,-5-13 0,-2-28 0,-1-13 0,-3-14-9,-3-10-26,0-4-148</inkml:trace>
        </inkml:traceGroup>
      </inkml:traceGroup>
    </inkml:traceGroup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44:28.689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20CC32C5-20AA-4D7D-95E5-D2E99AE8883D}" emma:medium="tactile" emma:mode="ink">
          <msink:context xmlns:msink="http://schemas.microsoft.com/ink/2010/main" type="writingRegion" rotatedBoundingBox="16113,11164 17479,11164 17479,13862 16113,13862"/>
        </emma:interpretation>
      </emma:emma>
    </inkml:annotationXML>
    <inkml:traceGroup>
      <inkml:annotationXML>
        <emma:emma xmlns:emma="http://www.w3.org/2003/04/emma" version="1.0">
          <emma:interpretation id="{1B2423E9-E7EB-4E4E-B40E-D2EAACA007DC}" emma:medium="tactile" emma:mode="ink">
            <msink:context xmlns:msink="http://schemas.microsoft.com/ink/2010/main" type="paragraph" rotatedBoundingBox="16113,11164 17479,11164 17479,13862 16113,138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114287F-DCDE-4932-89A9-1637D0F9F564}" emma:medium="tactile" emma:mode="ink">
              <msink:context xmlns:msink="http://schemas.microsoft.com/ink/2010/main" type="line" rotatedBoundingBox="16113,11164 17479,11164 17479,13862 16113,13862"/>
            </emma:interpretation>
          </emma:emma>
        </inkml:annotationXML>
        <inkml:traceGroup>
          <inkml:annotationXML>
            <emma:emma xmlns:emma="http://www.w3.org/2003/04/emma" version="1.0">
              <emma:interpretation id="{8EDEB839-2400-466E-8EDD-3FB85F14D646}" emma:medium="tactile" emma:mode="ink">
                <msink:context xmlns:msink="http://schemas.microsoft.com/ink/2010/main" type="inkWord" rotatedBoundingBox="16113,11164 17479,11164 17479,13862 16113,13862"/>
              </emma:interpretation>
              <emma:one-of disjunction-type="recognition" id="oneOf0">
                <emma:interpretation id="interp0" emma:lang="en-US" emma:confidence="0.5">
                  <emma:literal>)</emma:literal>
                </emma:interpretation>
                <emma:interpretation id="interp1" emma:lang="en-US" emma:confidence="0">
                  <emma:literal>,</emma:literal>
                </emma:interpretation>
                <emma:interpretation id="interp2" emma:lang="en-US" emma:confidence="0">
                  <emma:literal>;</emma:literal>
                </emma:interpretation>
                <emma:interpretation id="interp3" emma:lang="en-US" emma:confidence="0">
                  <emma:literal>I</emma:literal>
                </emma:interpretation>
                <emma:interpretation id="interp4" emma:lang="en-US" emma:confidence="0">
                  <emma:literal>_</emma:literal>
                </emma:interpretation>
              </emma:one-of>
            </emma:emma>
          </inkml:annotationXML>
          <inkml:trace contextRef="#ctx0" brushRef="#br0">-2548 4710 1717,'0'0'96,"0"0"-36,0 0-52,0 0-1,0 0 7,0 0-5,0 0 2,-3-1 13,3 1-3,0 0-4,-3 0-7,3 0-2,-3 0-5,3 0 1,0 0 1,0 0-2,0 0-2,0 0 2,0 0-3,0 0 1,0 0-2,0 0 2,9 0-2,16 0 1,8 11 0,0-1 1,1 2-1,5 0-1,2-6 1,-2 2 0,0-2-1,-8-3 0,-1 5 2,-5 0-2,-6 2 0,4 1 0,-7 4 1,0-4 0,-1 3 0,-1 1-1,-1-3 1,-1 0 0,1-1 0,7 3 0,-1 1 1,0 2-1,7 5 0,-4-6 0,-3-1 0,-5-7 0,-5 0 0,-3-4 0,-2-2 0,-1 2 0,-3-4 0,0 0 0,0 0 0,0 0 0,3 0 0,-3 0 0,0 0 0,0 0 0,0 0 1,0 0-1,0 0 0,0 0 1,0 0 2,0 0-2,0 0 1,0 0-1,0 0 0,0 0 1,0 0-2,0 2 1,0-2-1,0 4 0,0-2 0,0 5 0,-6-2 0,-4-2 0,4 1 0,-2 5 1,-1 1-1,0 1 0,-1-2 0,-3 3 0,1-2 0,1-1 0,-1 3 0,-1-1 0,-6 4 0,-7 6 0,-2 0 0,-5 7 0,1-5 0,3 2 0,1-1 0,-2-1 0,2 0 0,6-6 0,2-2 1,7-4-1,1-2 0,5-4 0,4-2 0,-3 0 0,6 6 0,-8-3 0,-1 5 0,6 0 0,-3-2 1,2-3-2,4-4 2,-3-2-1,3 0 0,0 0 0,0 0 0,0 0 0,0 0 1,0 0-1,0 0 0,0 0 0,0 0 0,0 0-1,0 0 0,0 0-3,0 0-5,0-19-41,10-19-686</inkml:trace>
          <inkml:trace contextRef="#ctx0" brushRef="#br0" timeOffset="3764.756">-1759 5900 1873,'0'0'8,"0"0"6,0 0-12,0 0 5,0 0 0,-73 162-2,47-125 2,-3 13 11,-6 1-2,0 8-6,-7 11-3,-3 6-3,-1 4-3,-1 11 3,-1-3-3,3-6 4,7-10-4,5-6 1,-6-3 2,17-12-3,3-14 5,10-17-6,9-17-1,0-3-7,0 0 2,25-17-7,8-20 8,-14-7-36,-10-5-601</inkml:trace>
          <inkml:trace contextRef="#ctx0" brushRef="#br0" timeOffset="4281.1637">-2291 6401 1941,'0'0'31,"0"0"-23,0 0 1,0 0 4,0 0-7,0 0-3,-29-5 1,29 5-2,0 0 0,0 0-2,0 0 1,0 0 1,0 0-2,0 0 0,0 0 0,32 9 0,22 29 1,31 28-1,23 36 0,23 23 2,8 12-2,-5-3 0,-12-20 1,-20-15-1,-18-24 0,-23-18 0,-22-21 0,-17-20 0,-9-13-1,-10-3 0,-3 0 1,0 0 1,0-14 1,-13-27-2,-18-10-3,-8-7-6,0-2-18,0 4-32</inkml:trace>
        </inkml:traceGroup>
      </inkml:traceGroup>
    </inkml:traceGroup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48:02.368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D7A246A2-D6B7-4899-8963-C65C876780D3}" emma:medium="tactile" emma:mode="ink">
          <msink:context xmlns:msink="http://schemas.microsoft.com/ink/2010/main" type="writingRegion" rotatedBoundingBox="18323,16301 23532,16340 23515,18637 18307,18598"/>
        </emma:interpretation>
      </emma:emma>
    </inkml:annotationXML>
    <inkml:traceGroup>
      <inkml:annotationXML>
        <emma:emma xmlns:emma="http://www.w3.org/2003/04/emma" version="1.0">
          <emma:interpretation id="{01ECADA4-13C2-4C3E-ABCC-865E22AC5D67}" emma:medium="tactile" emma:mode="ink">
            <msink:context xmlns:msink="http://schemas.microsoft.com/ink/2010/main" type="paragraph" rotatedBoundingBox="18323,16301 22515,16332 22507,17472 18315,1744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1CAE2DC-02CB-46BF-8D73-36D4EC9E7A9B}" emma:medium="tactile" emma:mode="ink">
              <msink:context xmlns:msink="http://schemas.microsoft.com/ink/2010/main" type="line" rotatedBoundingBox="18323,16301 22515,16332 22507,17472 18315,17441"/>
            </emma:interpretation>
          </emma:emma>
        </inkml:annotationXML>
        <inkml:traceGroup>
          <inkml:annotationXML>
            <emma:emma xmlns:emma="http://www.w3.org/2003/04/emma" version="1.0">
              <emma:interpretation id="{5241B5C9-C72E-4C2E-BC0B-AF747E103293}" emma:medium="tactile" emma:mode="ink">
                <msink:context xmlns:msink="http://schemas.microsoft.com/ink/2010/main" type="inkWord" rotatedBoundingBox="18324,16301 22515,16332 22507,17472 18315,17441"/>
              </emma:interpretation>
              <emma:one-of disjunction-type="recognition" id="oneOf0">
                <emma:interpretation id="interp0" emma:lang="en-US" emma:confidence="0.5">
                  <emma:literal>Euclidean</emma:literal>
                </emma:interpretation>
                <emma:interpretation id="interp1" emma:lang="en-US" emma:confidence="0.5">
                  <emma:literal>Euclid em</emma:literal>
                </emma:interpretation>
                <emma:interpretation id="interp2" emma:lang="en-US" emma:confidence="0">
                  <emma:literal>Euclid eon</emma:literal>
                </emma:interpretation>
                <emma:interpretation id="interp3" emma:lang="en-US" emma:confidence="0">
                  <emma:literal>Euclid neon</emma:literal>
                </emma:interpretation>
                <emma:interpretation id="interp4" emma:lang="en-US" emma:confidence="0">
                  <emma:literal>Euclid wean</emma:literal>
                </emma:interpretation>
              </emma:one-of>
            </emma:emma>
          </inkml:annotationXML>
          <inkml:trace contextRef="#ctx0" brushRef="#br0">15177 2918 1937,'0'0'47,"0"0"-39,0 0 2,0 0 1,0 0-8,0 0-1,-36 0-2,13 39 0,-2 12 0,-3 12 0,-2 1-1,5 0 1,5 2 1,4-3-1,10-18 0,6-12 0,0-14 0,0-18-1,31-1-5,11 0-4,7-26 4,2-5 0,-7-1 3,-8 9-2,-16 17-1,-15 6-2,-5 0-8,0 20 12,-5 25 4,-27 11 14,-3 5-7,2-6 1,2-3 2,4-7-6,9-12 1,7-2 0,8-4-4,3-1 0,0 1-1,0-2-1,9-11 0,14 2-6,1-16-2,-2 0 5,3 0 0,0-4 4,5-40-4,4-2-3,2-12-14,3 7-73</inkml:trace>
          <inkml:trace contextRef="#ctx0" brushRef="#br0" timeOffset="511.1242">15607 3452 1884,'0'0'45,"0"0"-34,0 0 9,0 0 2,0 0-17,0 0 0,-30 0 0,30 0 1,0 0 0,0 0-6,0 36 1,0 15 1,0 15 0,0-2 1,7 0-1,5-11 0,-1-2 1,5-14-2,-4-8-1,1-19 0,7-10 0,5 0-4,11-25 2,-2-32 2,2-15 0,-11-12-5,-9 3 1,-5 15 4,-11 14 0,0 5 0,0 22 0,0 13 1,0 6 1,0 6 0,0 0 0,0 0 1,-3 0-3,3 0 0,0 26 0,0 18 0,9 9 0,13 17 0,0-7 0,4 1 1,-7-9-1,3-11-1,-2-24-4,2-20-21,2 0-42</inkml:trace>
          <inkml:trace contextRef="#ctx0" brushRef="#br0" timeOffset="838.1484">16154 3445 1918,'0'0'30,"0"0"-23,0 0 10,0 0-2,0 0-12,0 0 2,-73 52 3,63-21-3,4 11-2,6 5 1,0-1-2,0 1-1,10-4-1,5-3 0,8-11 1,0-5-1,3-13 0,2 0-1,2-11-2,1 0 1,5 0 0,-5-27-4,2-18-4,-8-10-19,-3-5-108</inkml:trace>
          <inkml:trace contextRef="#ctx0" brushRef="#br0" timeOffset="1268.1768">16467 3071 1902,'0'0'1,"0"0"-1,0 0-4,0 0 2,0 0 4,0 0 0,-36-92 20,33 92 4,0 0-4,-1 0-3,1 0-7,0 0-3,0 0-2,3 0-4,0 0 0,0 0-3,0 0-1,0 0 0,0 0 1,0 14-1,0 15 2,16 20-1,7 15 2,5 22-2,2 21 1,-2 8 0,-3 2-1,-3-14 2,-2-13-2,-1-18 0,-5-14 1,-3-21-1,0-11 0,-5-14 0,-3-12 0,-3 0-1,0 0-2,0-45-6,0-14-5,0-21-26,0 8-228</inkml:trace>
          <inkml:trace contextRef="#ctx0" brushRef="#br0" timeOffset="1494.1938">16800 3425 1939,'0'0'31,"0"0"-31,0 0 0,0 0 0,0 0 7,81 207-6,-69-129 12,-2-3 0,-4-10-3,-3-12-8,-3-18 3,3-15-3,-3-20-2,0 0 0,0 0-4,0-38-20,0-34-23</inkml:trace>
          <inkml:trace contextRef="#ctx0" brushRef="#br0" timeOffset="1668.1477">16851 3162 1972,'0'0'27,"0"0"-27,0 0 3,0 0 2,0 0-5,0 0-4,-19-13-17,26-13-67</inkml:trace>
          <inkml:trace contextRef="#ctx0" brushRef="#br0" timeOffset="2290.2333">17769 3505 1884,'0'0'55,"0"0"-43,0 0 2,0 0 2,0 0-7,0 0-6,-174 28-2,129 1 6,7 12-3,-1 7-3,8 5 1,5 2 0,10-3 1,10-1-1,6-10-1,0-6 1,0-7-2,19-10 0,4-10-1,2-8 0,3 0-1,-1-19 2,1-34 0,-2-21 0,-7-19-4,-8-15 1,-11-4-1,0-15-3,-5 3 7,-23 6-2,-8 5 2,2 24 3,4 24-1,14 32 2,7 21 1,6 12-5,0 0 7,3 0-4,0 12-3,0 27 0,0 20 1,28 8 0,5 9 0,4 12 1,-1 1 1,2 15-2,1-6 1,-8-3 1,-1-5-2,-5-20-1,-2-16 1,-7-18-1,1-24 0,-12-12-4,6 0-8,-2-4-12,0-37-5,4-2-61</inkml:trace>
          <inkml:trace contextRef="#ctx0" brushRef="#br0" timeOffset="2366.2356">17769 3505 1719</inkml:trace>
          <inkml:trace contextRef="#ctx0" brushRef="#br0" timeOffset="3316.335">17769 3505 1719,'206'125'178,"-206"-125"-139,0-6-19,11-1-1,6-13-9,-1 2 4,4-8-9,-7 1 0,-4-2-1,-6 4-1,-3 3-2,0 5 0,0 9-1,-12 2 0,-4 4 2,-1 0-1,1 0 0,7 10-1,-4 23-1,7 19 0,6 11 1,0 9 0,0-2 0,11-10 1,22-16-2,9-24-1,3-9-2,2-11-5,2 0 6,-1-31 3,-6-21 0,-10 0 0,-3-6 0,-7 3 2,-6 4-2,-7 1 4,-1 12 1,-8 15 0,3 10-3,-3 13 0,0 0-2,0 0 0,0 0 3,-14 11-3,-5 17 0,-3 7-1,2 6 1,1-7 0,7 4 0,6 5 1,6 3-1,0 7 0,0 2 0,0-10 0,6-10 0,3-15 0,-2-9 0,-4-11-1,0 0-1,-3 0 0,3-20 2,8-23 2,1-12 0,-2-6-2,-1 10 1,1 4-1,-4 14 0,3 8 0,2 8 0,-5 14-1,4-3 1,2 6-3,4 0 3,7 0-3,2 0 3,2 18 0,-5 9 0,0-9 1,-2-3 0,-8-3-1,-2-6 0,2-6 0,-2 0-3,-1-18-2,5-28 5,-1-17 2,-1-1-1,1 5-1,-7 14 1,0 19-1,-6 12 1,0 11 1,0 3-1,5 0-1,1 0-1,7 24 1,5 15 0,1 11 2,4-3-2,-7-5 0,-3-11 0,-4-10 2,-1-9-2,-5-12 0,-3 0 0,3 0-1,0-34 0,3-16 0,1-13 2,-1 1-1,-3 16 0,4 12 0,-1 17 0,0 11 0,5 6-2,4 0-2,7 15 4,5 13 2,-2 7-2,0 8 1,-2 3 0,-1 5-1,-6 2 1,1-12-1,-4-6 0,-1-16-1,2-13 0,-3-6-17,6-12-67</inkml:trace>
        </inkml:traceGroup>
      </inkml:traceGroup>
    </inkml:traceGroup>
    <inkml:traceGroup>
      <inkml:annotationXML>
        <emma:emma xmlns:emma="http://www.w3.org/2003/04/emma" version="1.0">
          <emma:interpretation id="{4834C117-623E-46B0-8F68-A226BE05E29C}" emma:medium="tactile" emma:mode="ink">
            <msink:context xmlns:msink="http://schemas.microsoft.com/ink/2010/main" type="paragraph" rotatedBoundingBox="19806,17671 23470,17232 23591,18245 19927,18684" alignmentLevel="2"/>
          </emma:interpretation>
        </emma:emma>
      </inkml:annotationXML>
      <inkml:traceGroup>
        <inkml:annotationXML>
          <emma:emma xmlns:emma="http://www.w3.org/2003/04/emma" version="1.0">
            <emma:interpretation id="{64259F47-ADD9-468C-9384-B2088C56FCE8}" emma:medium="tactile" emma:mode="ink">
              <msink:context xmlns:msink="http://schemas.microsoft.com/ink/2010/main" type="line" rotatedBoundingBox="19806,17671 23470,17232 23591,18245 19927,18684"/>
            </emma:interpretation>
          </emma:emma>
        </inkml:annotationXML>
        <inkml:traceGroup>
          <inkml:annotationXML>
            <emma:emma xmlns:emma="http://www.w3.org/2003/04/emma" version="1.0">
              <emma:interpretation id="{49252B6A-C619-44F8-9F5D-97CE2A1D6DF7}" emma:medium="tactile" emma:mode="ink">
                <msink:context xmlns:msink="http://schemas.microsoft.com/ink/2010/main" type="inkWord" rotatedBoundingBox="19806,17671 23470,17232 23591,18245 19927,18684"/>
              </emma:interpretation>
              <emma:one-of disjunction-type="recognition" id="oneOf1">
                <emma:interpretation id="interp5" emma:lang="en-US" emma:confidence="0.5">
                  <emma:literal>distance</emma:literal>
                </emma:interpretation>
                <emma:interpretation id="interp6" emma:lang="en-US" emma:confidence="0.5">
                  <emma:literal>distain w</emma:literal>
                </emma:interpretation>
                <emma:interpretation id="interp7" emma:lang="en-US" emma:confidence="0.5">
                  <emma:literal>dis Fane</emma:literal>
                </emma:interpretation>
                <emma:interpretation id="interp8" emma:lang="en-US" emma:confidence="0">
                  <emma:literal>distancer</emma:literal>
                </emma:interpretation>
                <emma:interpretation id="interp9" emma:lang="en-US" emma:confidence="0">
                  <emma:literal>dis France</emma:literal>
                </emma:interpretation>
              </emma:one-of>
            </emma:emma>
          </inkml:annotationXML>
          <inkml:trace contextRef="#ctx0" brushRef="#br0" timeOffset="4665.4286">16790 4653 1327,'0'0'635,"0"0"-613,0 0-16,0 0 7,0 0-6,0 0-6,0 0-1,-67-11 1,42 22 0,5 1-1,1 8 0,0 11-1,2 8 0,-2 0 1,-1 8 0,6 8 0,3-9 0,8 1 0,3-10 0,0-10 0,23-10-6,12-3 6,4-14-2,-2 0 2,6 0-1,-5-38 1,-3-8 0,-12-12 2,-7-5-2,-13-9 0,-3-4-1,0-2-1,0 2 2,-22-15-2,-7 7 2,0 7 0,0 13 2,7 18 1,6 20-3,5 13 1,5 13 5,6 0-6,-3 0 2,3 0-2,0 0 1,0 33-1,0 6 0,6 21 0,21 9 2,1 3-2,8 4 0,3 9 0,-2-4 1,-1-9-1,-1-8-1,-9-21 1,-7-14 1,-6-11-1,-4-14 0,-6-4 0,-3 0 0,0 0 1,0 0-1,0 0 1,0 0 1,3 16-2,8 4-2,8 12 2,6 11 0,4-5 0,-3-4 0,-9-11 0,-5-8 0,-6-10 0,-2-5 0,2 0-5,0-30-6,-3-30 3,-3-8-20,0-4-64</inkml:trace>
          <inkml:trace contextRef="#ctx0" brushRef="#br0" timeOffset="5086.0746">17226 4839 1930,'0'0'44,"0"0"-26,0 0-5,0 0-2,0 0-6,0 0-4,-9 0-1,9 2 1,0 23-1,19 14 3,1 4-3,-4 2 1,-4-12 0,-2-6-1,-4-15 0,-3 1 0,0-13-2,-3 0-12,0-14-28,0-30-170</inkml:trace>
          <inkml:trace contextRef="#ctx0" brushRef="#br0" timeOffset="5266.0876">17265 4472 1928,'0'0'37,"0"0"-24,0 0-11,0 0 0,0 0-2,0 0 0,0-27-12,7 16-14,8-9-18,1 8-340</inkml:trace>
          <inkml:trace contextRef="#ctx0" brushRef="#br0" timeOffset="5649.1227">17714 4722 1774,'0'0'67,"0"0"-33,0 0 10,0 0-10,0 0-13,0 0-6,-77 136-1,77-129-5,0-7-4,0 0-4,0 0-1,0 0 0,0 0-2,27 0 2,4 0 2,2 0-2,-5 0 0,-6 0-2,-9 5-4,-13 21 6,0 6 0,0 2 1,-10-3 3,-15-4-3,2-9 2,1-3 1,0-15-4,2 0 3,1 0-3,3-27-4,10-16-5,6-12-19,0-8-250</inkml:trace>
          <inkml:trace contextRef="#ctx0" brushRef="#br0" timeOffset="5918.1707">17888 4248 1921,'0'0'38,"0"0"-28,0 0-7,0 0 6,0 0-2,0 0-2,76 140 8,-43-62-3,3 0-3,-8-14-5,0-7-2,-6-18 1,-2-12-1,2-3 0,-2-10-5,-7-7-8,-3-7-16,-10 0-24,0 0-114</inkml:trace>
          <inkml:trace contextRef="#ctx0" brushRef="#br0" timeOffset="6750.2382">18150 4776 1676,'0'0'192,"0"0"-163,0 0-12,0 0 18,0 0-19,0 0-9,158-105 5,-119 74-6,-4-1-4,-3 1-2,-10 4-1,-9 9 0,-7 11 0,-6 6 1,0 1 2,0 0 2,0 0 3,0 0-1,0 0-2,0 0 0,0 8-4,0 30 0,0 5 0,0 12 0,0 2 0,0-6 0,0-18 0,0-9 0,0-9 0,6-9 0,-1-6 0,-5 0 0,6 0 2,-3-15-1,3-23 2,7-6-1,-7 3-2,1 2 0,-4 15 0,0 4 0,-3 15 0,3-4 0,0 9 0,-3 0-1,0 0 1,0 0-2,0 0 2,3 0-1,11 0-3,5 3 4,6 15 1,5 7 1,-2-5-2,1-1 0,-3-7 1,-3 3-1,-4-9 0,-10-6 0,-3 0-2,1 0 1,-1-15 0,8-30 1,-8-10 0,3-9 1,-2 11-2,-7 14 1,6 14 0,-3 12 1,4 13-1,2 0-4,11 13 4,8 12 1,5 15 2,2 4-2,-6-13-1,-10-4 1,-3-16-1,-10-2 1,-3-9-1,-3 0 0,0 0 0,0-9 0,0-14 2,0-3 1,0 0-3,0 6 0,0 9 0,0 3 0,0 8 0,0 0-2,3 0-1,14 0 3,5 0 0,3 0 1,8 0 0,3 0 1,3 12-1,-1 3-1,-1 3 0,-4 2 2,-5-9-2,2-5 0,-4-4-4,2-2-11,-1 0-34</inkml:trace>
          <inkml:trace contextRef="#ctx0" brushRef="#br0" timeOffset="9091.2991">17778 4356 1782,'0'0'72,"0"0"-32,0 0-15,0 0 8,0 0-10,0 0-4,0 0-5,-3 0-6,3 0-4,0 0 1,0 0-4,0 0 1,0 0-1,0 0 1,0 0 0,0 0-2,14-11 0,24-16 0,23-22 0,15-11-2,12-12-5,-9 23-24,-11 29-80</inkml:trace>
          <inkml:trace contextRef="#ctx0" brushRef="#br0" timeOffset="7297.2806">19566 4314 1972,'0'0'22,"0"0"-21,0 0-1,0 0 10,0 0-6,0 0-4,-20-27 4,20 27 3,-3 0-2,0 0-4,-4 0-1,1 12 1,3 7-1,0 8 0,3 5 1,0-7-1,0 14 1,0-8 0,9 10-1,13 2 0,5-10 0,1 6 0,8-14 0,3-4 0,-5-4-2,-1-17 1,-5 0 0,-6 0 1,1-38 0,-7-7 0,0-13 0,-2-6 0,-8 6 0,-6 11 0,0-1 0,0 8-1,-20 8 1,4 13 0,4 6 0,2 13 0,4 0 0,3 0 0,0 19-1,3 20 1,0 7 2,0 2-2,3 5 0,19-13 2,6-1-2,5-14 0,-5-7-1,5-16 1,-5-2-1,2-8 0,1-37-2,5-19 1,-5-18-8,5-2-32,-8 12-131</inkml:trace>
        </inkml:traceGroup>
      </inkml:traceGroup>
    </inkml:traceGroup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6:07:50.651"/>
    </inkml:context>
    <inkml:brush xml:id="br0">
      <inkml:brushProperty name="width" value="0.08333" units="cm"/>
      <inkml:brushProperty name="height" value="0.08333" units="cm"/>
      <inkml:brushProperty name="fitToCurve" value="1"/>
    </inkml:brush>
  </inkml:definitions>
  <inkml:traceGroup>
    <inkml:annotationXML>
      <emma:emma xmlns:emma="http://www.w3.org/2003/04/emma" version="1.0">
        <emma:interpretation id="{76A7D24E-C544-4C81-AB0E-9E3580FEB8CC}" emma:medium="tactile" emma:mode="ink">
          <msink:context xmlns:msink="http://schemas.microsoft.com/ink/2010/main" type="writingRegion" rotatedBoundingBox="13626,127 16359,235 16299,1734 13566,1626"/>
        </emma:interpretation>
      </emma:emma>
    </inkml:annotationXML>
    <inkml:traceGroup>
      <inkml:annotationXML>
        <emma:emma xmlns:emma="http://www.w3.org/2003/04/emma" version="1.0">
          <emma:interpretation id="{6CBD016E-0ADC-4E7F-9EC3-F0303308A96B}" emma:medium="tactile" emma:mode="ink">
            <msink:context xmlns:msink="http://schemas.microsoft.com/ink/2010/main" type="paragraph" rotatedBoundingBox="13626,127 16359,235 16299,1734 13566,162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AD320E5-35F3-4CD7-91EA-B2A5A2984741}" emma:medium="tactile" emma:mode="ink">
              <msink:context xmlns:msink="http://schemas.microsoft.com/ink/2010/main" type="line" rotatedBoundingBox="13626,127 16359,235 16299,1734 13566,1626"/>
            </emma:interpretation>
          </emma:emma>
        </inkml:annotationXML>
        <inkml:traceGroup>
          <inkml:annotationXML>
            <emma:emma xmlns:emma="http://www.w3.org/2003/04/emma" version="1.0">
              <emma:interpretation id="{7FCD1895-F8B4-4D63-AB35-A929D9330E63}" emma:medium="tactile" emma:mode="ink">
                <msink:context xmlns:msink="http://schemas.microsoft.com/ink/2010/main" type="inkWord" rotatedBoundingBox="13639,276 14784,361 14710,1368 13565,1284"/>
              </emma:interpretation>
              <emma:one-of disjunction-type="recognition" id="oneOf0">
                <emma:interpretation id="interp0" emma:lang="en-US" emma:confidence="0.5">
                  <emma:literal>CK</emma:literal>
                </emma:interpretation>
                <emma:interpretation id="interp1" emma:lang="en-US" emma:confidence="0">
                  <emma:literal>CA</emma:literal>
                </emma:interpretation>
                <emma:interpretation id="interp2" emma:lang="en-US" emma:confidence="0">
                  <emma:literal>(k</emma:literal>
                </emma:interpretation>
                <emma:interpretation id="interp3" emma:lang="en-US" emma:confidence="0">
                  <emma:literal>(K</emma:literal>
                </emma:interpretation>
                <emma:interpretation id="interp4" emma:lang="en-US" emma:confidence="0">
                  <emma:literal>(A</emma:literal>
                </emma:interpretation>
              </emma:one-of>
            </emma:emma>
          </inkml:annotationXML>
          <inkml:trace contextRef="#ctx0" brushRef="#br0">350 40 1682,'0'0'228,"0"0"-215,0 0-11,0 0 18,0 0-3,0 0-7,0 0 2,-25-37-4,25 37 0,0-3 0,0 3-3,0 0-2,-11 0 1,-8 0-3,-6 3 0,-10 22-1,-6 13 0,-2 12 1,5 16-1,6 3-1,3 6 1,10-2 0,3-1 0,10 0-1,6-3 0,0 1 1,0-4 0,9-3-2,23-5 1,13-10 1,3-6-2,7-14-2,9-10-2,0-10 4,-3-8-7,-3 0-1,-14 0-9,-11-26-39,-18-2-443</inkml:trace>
          <inkml:trace contextRef="#ctx0" brushRef="#br0" timeOffset="516.9222">722 227 1907,'0'0'34,"0"0"-19,0 0-15,0 0 7,0 0-5,0 0 2,-3 157 5,3-96-3,-6-6 0,-1-4-4,4-13 0,3-8 2,0-18-3,0-8 0,0-4 0,0 0-1,0 0 4,0 0 0,0 0-1,0 0-2,0 0-1,0 0-1,0-8-1,0-13 2,0-9 0,10-6 1,2-4-1,7-1 0,4-3-1,4 2 1,1-2-1,5 3 1,-5 10 2,-6 9-2,-8 18-2,-8 4-2,-6 0-5,0 2-5,0 25-11,-9 9 0,-21 9-11,-1 1-339</inkml:trace>
          <inkml:trace contextRef="#ctx0" brushRef="#br0" timeOffset="748.7014">758 485 1841,'0'0'53,"0"0"-31,0 0-9,0 0 0,0 0-13,0 0-7,16-2 7,9 21 1,8 4 5,1 7-1,2 1 2,0-2-1,-2 0 0,-1 3-4,-5-5-1,-6 0 2,-2-7 1,-4-7-4,1-12-7,2-1-23,0-5-192</inkml:trace>
        </inkml:traceGroup>
        <inkml:traceGroup>
          <inkml:annotationXML>
            <emma:emma xmlns:emma="http://www.w3.org/2003/04/emma" version="1.0">
              <emma:interpretation id="{71BD4420-4DB8-4C72-A10D-495161A9A190}" emma:medium="tactile" emma:mode="ink">
                <msink:context xmlns:msink="http://schemas.microsoft.com/ink/2010/main" type="inkWord" rotatedBoundingBox="15305,-62 16597,449 16069,1780 14778,1267"/>
              </emma:interpretation>
              <emma:one-of disjunction-type="recognition" id="oneOf1">
                <emma:interpretation id="interp5" emma:lang="en-US" emma:confidence="0.5">
                  <emma:literal>-1)</emma:literal>
                </emma:interpretation>
                <emma:interpretation id="interp6" emma:lang="en-US" emma:confidence="0">
                  <emma:literal>+1)</emma:literal>
                </emma:interpretation>
                <emma:interpretation id="interp7" emma:lang="en-US" emma:confidence="0">
                  <emma:literal>-'1)</emma:literal>
                </emma:interpretation>
                <emma:interpretation id="interp8" emma:lang="en-US" emma:confidence="0">
                  <emma:literal>=-)</emma:literal>
                </emma:interpretation>
                <emma:interpretation id="interp9" emma:lang="en-US" emma:confidence="0">
                  <emma:literal>-D)</emma:literal>
                </emma:interpretation>
              </emma:one-of>
            </emma:emma>
          </inkml:annotationXML>
          <inkml:trace contextRef="#ctx0" brushRef="#br0" timeOffset="1049.4904">1402 440 1933,'0'0'29,"0"0"-22,0 0 2,0 0 2,0 0-5,0 0 0,45-47-3,-26 38 2,1 2-4,2 3 0,5-2-1,-2-1 0,3 3-4,-2-2-5,-7 2-7,-3 4-6,-8 0-26,-8 0-98</inkml:trace>
          <inkml:trace contextRef="#ctx0" brushRef="#br0" timeOffset="1250.0069">1480 598 1758,'0'0'85,"0"0"-54,0 0 3,0 0-3,0 0-15,0 0-8,-3 2-2,3-2-6,19 0 4,6 0 5,4 0-3,3-6-2,4-12-4,9-3 0,2-9-12,8 1-39,-7 4-75</inkml:trace>
          <inkml:trace contextRef="#ctx0" brushRef="#br0" timeOffset="1550.7992">2188 224 1946,'0'0'23,"0"0"-13,0 0 7,0 0-5,0 0-9,0 0-3,-19-10-1,19 16 0,0 25 2,0 14 0,0 11 0,0-1 1,-3 5-2,0 1 1,0 0-1,0-10 0,0-7 0,3-10 0,0-4-5,0-7-19,-3-19-27</inkml:trace>
          <inkml:trace contextRef="#ctx0" brushRef="#br0" timeOffset="1920.6013">2362-64 1940,'0'0'26,"0"0"-24,0 0 7,0 0 6,0 0-10,0 0-3,73-11-1,-27 29 2,11 36-2,1 32-1,0 30 0,-10 17 2,-19 8-1,-20-2 1,-9-1 0,-22 2 1,-39-5-3,-12-11 0,-1-17-4,7-23-2,15-29-13,16-28-14,10-27-69</inkml:trace>
        </inkml:traceGroup>
      </inkml:traceGroup>
    </inkml:traceGroup>
  </inkml:traceGroup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55:06.298"/>
    </inkml:context>
    <inkml:brush xml:id="br0">
      <inkml:brushProperty name="width" value="0.08333" units="cm"/>
      <inkml:brushProperty name="height" value="0.08333" units="cm"/>
      <inkml:brushProperty name="fitToCurve" value="1"/>
    </inkml:brush>
  </inkml:definitions>
  <inkml:trace contextRef="#ctx0" brushRef="#br0">0 0 1943,'0'0'33,"0"0"-21,0 0-12,0 0 2,0 0 9,0 0-8,8 6-2,-8-6 4,0 0-3,3 0 1,-3 0-1,0 0-1,0 3 3,0-3-4,0 0 1,6 2 0,0 8-1,10 2 0,7 3 0,2 6 1,8 3 0,-1-5-1,6 2 0,0-6-1,-2-4 1,0 3 0,-8 1 0,-3-7 1,2 2-1,-5-5 0,1 0 0,-1-1 0,0-4-1,-2 0 0,-4 0 1,-4 0 0,-2 0 0,-4 0 0,-3 0 0,5 0-1,-5 2 1,3 4 0,-3 2 0,0-1 1,1-7 0,-1 0-1,0 0 1,-3 0-1,0 2 0,0 5 1,0-6 0,0 12 1,0 4 1,0 13-2,-13 12-1,-13 8 1,-2-4-1,-2-2 0,2-10 0,3-6 1,5-5-1,1-5 0,6-7 1,4-5-1,1-3 0,8-3 0,0 0 0,0 0-2,0 0 0,-3 0-7,0-6-21,-3-29-46</inkml:trace>
  <inkml:trace contextRef="#ctx0" brushRef="#br0" timeOffset="-1595.6455">344 875 1972,'0'0'13,"0"0"-11,0 0-2,0 0 9,0 0-6,0 0-3,-35 50 3,18-22-1,-1 11 5,-1 8-2,-8 11-3,2 6 1,-3-1-3,1-2 1,5-6 0,-1-7-1,7-4 0,4-11 0,-1-8 0,4-8 0,6-2 0,-5-9-2,5-6 0,0 0-5,-3-12-12,-1-31-32</inkml:trace>
  <inkml:trace contextRef="#ctx0" brushRef="#br0" timeOffset="-1281.6046">-63 1064 1886,'0'0'32,"0"0"-25,0 0 1,0 0 1,0 0-5,0 0 8,80 13-2,-41 13 7,2 3-7,7 3-5,4-4 0,6 2-3,6-1 0,-3 2 0,0 2-2,3 0 3,-10-3-3,-2-4 0,-11-6-1,-9-9-1,-9-5-9,-8-6-8,-1 0-23,-8-6-186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55:22.144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1166-159 1923,'0'0'25,"0"0"-10,0 0-2,0 0-4,0 0-4,-144 181 0,119-121 1,2-9-3,7-8-3,7 0 0,-1-11 1,7-9 0,0-10-1,3-9-1,-3-4-2,0 0-17,-5 0-9,-4-4-52</inkml:trace>
  <inkml:trace contextRef="#ctx0" brushRef="#br0" timeOffset="261.0211">785 5 1912,'0'0'30,"0"0"-14,0 0-2,0 0-11,0 0-2,0 0 0,64 13 8,-22-13-3,3 2 0,-1 4 0,-5 5-6,-3 1 0,-5 5-1,2-1 1,-5-4 3,5 4-3,-5-2-1,2-1-4,-2-3-11,2 1-18,-2-7-64</inkml:trace>
  <inkml:trace contextRef="#ctx0" brushRef="#br0" timeOffset="573.0481">1979-156 1928,'0'0'20,"0"0"-6,0 0-13,0 0 8,-103 170 1,96-141-7,-2-3-2,0-3 2,-1-5 1,-7 2 3,-2 5-7,-3-1-2,-1-1 1,-5-6-14,3-9-4,5-8-37,4 0-77</inkml:trace>
  <inkml:trace contextRef="#ctx0" brushRef="#br0" timeOffset="808.1152">1604-46 1839,'0'0'70,"0"0"-34,0 0-23,0 0-6,0 0 1,0 0-6,-4 25 1,27-15 7,3-2-5,8-5 1,5 0-3,10-1-1,4 3 1,2-1-2,0 4-1,-10 0 0,-9 8-10,-5 4-4,-6 4-19,-2 4-78</inkml:trace>
  <inkml:trace contextRef="#ctx0" brushRef="#br0" timeOffset="1155.1668">2765-399 1948,'0'0'33,"0"0"-27,0 0-3,0 0 9,0 0-10,0 0 0,-16 121 0,-13-54 0,-1 2-1,-1 1 0,-5-7-1,11-11 0,3-13-1,5-17-7,9-8-10,-6-14-20,4 0-175</inkml:trace>
  <inkml:trace contextRef="#ctx0" brushRef="#br0" timeOffset="1396.1835">2457-208 960,'0'0'976,"0"0"-958,0 0-17,0 0 1,0 0-1,0 0-1,58-3 5,-16 3-1,2 0-1,-2 0-2,0 0 1,-7 0 0,-6 0-2,-7 0-9,-6 11-11,1 3-41,-6 7-99</inkml:trace>
  <inkml:trace contextRef="#ctx0" brushRef="#br0" timeOffset="-795.1764">220-54 1471,'0'0'467,"0"0"-452,0 0 0,0 0 0,0 0-5,0 0-7,0 0-1,0 0-2,7-24 5,-7 24-1,0 3 1,0 37-2,-16 13 0,-9 6-1,-5 1-2,10-15 0,6-8 0,0-8 0,8-9-3,3-6 1,-4-7-3,7-5-2,-3-2-7,3 0-7,-6 0-14,-5 0-118</inkml:trace>
  <inkml:trace contextRef="#ctx0" brushRef="#br0" timeOffset="-383.0308">3 35 1791,'0'0'74,"0"0"-48,0 0 5,0 0-5,0 0-10,0 0-7,-3-24-1,3 18-2,0 4 6,0-1-7,0 3-3,0 0-2,0 0-3,11 0 3,19 20 0,12 6 1,6 5 1,7 7-2,-2 1 0,8 3 1,-6-8 1,-7 2-2,-2-11-1,-15-4 1,-2-7 1,-13-5 0,-3-6-1,-10-1 0,-3-2 0,0 0-5,0 0-7,0 0-11,0 0-90</inkml:trace>
  <inkml:trace contextRef="#ctx0" brushRef="#br0" timeOffset="2108.2993">961 878 1903,'0'0'35,"0"0"-18,0 0 3,0 0-1,0 0-6,0 0-8,-25 66-4,-4 3 2,-12 20-3,-1 16 1,-3-5-2,4-4 1,8-15 0,5-18-6,11-19 2,10-21-1,4-23-8,3-9-14,0-45-86,22-24-275</inkml:trace>
  <inkml:trace contextRef="#ctx0" brushRef="#br0" timeOffset="2356.786">666 1074 1910,'0'0'34,"0"0"-17,0 0-12,0 0-1,0 0-4,0 0 1,52 0 4,-7 3 2,0 11-1,-4 1 1,1 2-5,-6 1-1,2-4 3,-3 1-3,-3-7 1,10-2-2,0-6-3,5 0-5,3 0-14,-6-21-66</inkml:trace>
  <inkml:trace contextRef="#ctx0" brushRef="#br0" timeOffset="2602.32">1658 839 1929,'0'0'22,"0"0"-21,0 0 11,-42 148 4,36-109-9,-4 0-3,1-2-2,-5-2 4,2-9-6,-1-8 0,7-7-2,-4-11-9,1 0-9,-8-14-117</inkml:trace>
  <inkml:trace contextRef="#ctx0" brushRef="#br0" timeOffset="2826.3436">1463 860 1939,'0'0'25,"0"0"-18,0 0-5,0 0 4,0 0 1,0 0-5,58 50 0,-30-30 7,11-3-7,2 1 2,10-4-3,-6-6 0,4-2-2,-5-6-1,4 0-19,4 0-13,2-24-59</inkml:trace>
  <inkml:trace contextRef="#ctx0" brushRef="#br0" timeOffset="3075.3612">2490 634 1895,'0'0'63,"0"0"-53,0 0-9,0 0 7,0 0-2,0 0-2,0 121 5,-8-74-4,-11 0-1,4-2-3,-4-4-1,5-10 2,-2-10-2,4-3-3,-5-10-10,-2-8-16,3 0-65</inkml:trace>
  <inkml:trace contextRef="#ctx0" brushRef="#br0" timeOffset="3298.3774">2280 780 1887,'0'0'46,"0"0"-40,0 0-5,0 0 9,0 0 5,0 0-10,144 123 8,-102-96-13,4-10 4,-4-6 0,2-3-3,-2-5-1,-3-3 0,-8 0-9,5 0-1,-4 0-11,-6-15-47,-7-9-540</inkml:trace>
  <inkml:trace contextRef="#ctx0" brushRef="#br0" timeOffset="3756.1376">3179 592 1899,'0'0'44,"0"0"-44,0 0 1,0 0-1,0 0 2,0 0 5,9 31 6,-9-13-3,0-1 0,0 2-8,-23-1-2,-5 6-3,-5-4-15,2-4-14,1-5-5,8-11-7,3 0-30,4 0-331,1 0 405,5 0 119,5 0 181,4 0-203,0-5-50,0 5-26,0 0-5,0-2-15,0 2 0,0-2-1,24 0 1,4-4 3,14 2-1,5 1-1,5-3 5,2 4-4,4-2-2,-6 2 2,-7 2-3,-10 0-4,-9 0-4,-10 0-12,-7 2-61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55:39.588"/>
    </inkml:context>
    <inkml:brush xml:id="br0">
      <inkml:brushProperty name="width" value="0.08333" units="cm"/>
      <inkml:brushProperty name="height" value="0.08333" units="cm"/>
      <inkml:brushProperty name="color" value="#3165BB"/>
      <inkml:brushProperty name="fitToCurve" value="1"/>
    </inkml:brush>
    <inkml:brush xml:id="br1">
      <inkml:brushProperty name="width" value="0.08333" units="cm"/>
      <inkml:brushProperty name="height" value="0.08333" units="cm"/>
      <inkml:brushProperty name="fitToCurve" value="1"/>
    </inkml:brush>
  </inkml:definitions>
  <inkml:trace contextRef="#ctx0" brushRef="#br0">15 109 1939,'0'0'11,"0"0"-6,0 0 4,0 0 6,0 0-1,0 0-5,-11-41-6,11 41 1,0-3 1,0 3-3,0 0-2,0 0 0,0 8 0,3 39 0,14 25 1,-1 14 0,0 16 2,1-1-3,-8-1 1,4-7-1,-7-17 1,0-22-1,4-22 0,-7-15 0,0-12 1,0-5-1,0 0-1,-3 0 1,0-5 0,0-32 1,0-19 0,0-12-1,0-11 1,0-5-1,0 7 0,8-1 0,14 0-1,3 8 0,8 1 0,-5 11 1,1 13 0,-10 12 1,-6 16-1,-7 14 0,-3 3-4,0 0 1,5 0-2,1 0 5,-6 12 0,4 8-2,-7 9-6,0 6 1,0 5-3,0 0-8,-16-2-45,-7-7-202</inkml:trace>
  <inkml:trace contextRef="#ctx0" brushRef="#br0" timeOffset="200.0234">220 345 1351,'0'0'301,"0"0"-184,0 0-39,0 0-38,0 0-19,0 0-7,0 17-3,12-5 7,7 3-4,4 5-8,3 2 3,9 4-6,0 4-1,7-4 0,-3 0-2,0-4 2,-8-4-2,-1-3 0,-8-7-1,-3 1-13,-2-1-11,-6-2-96</inkml:trace>
  <inkml:trace contextRef="#ctx0" brushRef="#br0" timeOffset="933.1033">784 245 1516,'0'0'432,"0"0"-408,0 0-16,0 0 4,0 0 2,0 0-10,-6-30-3,6 30 2,0 3-3,0 28-2,0 16 2,0 11 3,0-1-1,0-6-1,0-12 0,0-7 0,0-12-1,0-12 0,0-4 0,0-4 0,0 0-1,0 0 0,0-10-2,-3-19 3,-10-10-1,4-2 1,-4-6-1,2 2 1,2-1-1,3 2 0,6 4 1,0 10 0,0 9 0,0 8-1,0 1 1,3 1 0,17 0 1,-1-2-1,6 9-1,3 4 0,8 0-2,3 0 1,12 25 2,1 18 1,6 12 0,-2 9-1,2-4 0,0-2 2,-6-5-2,-7-13 0,-6-6 0,-11-14 0,-9-11 1,-5-6-1,-11-3 0,3 0 1,-3-6-1,0-27 6,1-14-3,-4-11-2,0-9 1,0-8-2,-7-2 0,-16 4 0,1 9 0,6 18 0,4 18 0,4 13 1,2 7-2,0 6-1,-1 2-1,4 0 2,-3 0-2,0 0-16,6 0-25,0 0-299</inkml:trace>
  <inkml:trace contextRef="#ctx0" brushRef="#br0" timeOffset="1653.1625">1914 73 1851,'0'0'69,"0"0"-39,0 0-27,0 0 15,0 0-5,-22 165-7,8-136 1,2 0-6,-4 0-1,2-6 3,6-6-2,0-4-1,-1-9 1,6-4-1,-4 0 4,1 0-4,3 0 1,-3 0 3,3 0-2,-5-17-1,-1-6 0,2-9-1,-5-11 2,2 0-2,4 0 0,0 5 1,6 12-1,0 6 0,0 2 0,0 4 0,0 3 0,0 5-1,0-1 1,3 5-1,13 2 1,9 0-1,14 0-1,0 0 1,8 32 0,1 10 1,-3 11 0,4-1 2,-4 0-2,-4-5 0,1-2 1,3-2-1,4-2 1,-5-4-1,1 2 0,-3-2 1,-14-8-1,-6-6 1,-5-15-1,-7-5 1,-10-3 0,3 0-1,-3 0 2,0 0 3,0-24-1,0-19-1,0-14-3,-16-10 1,-7-8-1,7-5 0,0 2 0,4 10 0,9 20 1,-2 14-2,2 13 1,3 9 0,0 7 0,0 5 0,0 0 0,0 0 0,0 0-1,-3 0-2,3 0-5,0-17-22,0-2-110</inkml:trace>
  <inkml:trace contextRef="#ctx0" brushRef="#br0" timeOffset="3137.4304">4679 534 1983,'0'0'31,"0"0"-28,0 0-2,0 0 4,0 0-3,0 0-1,-16 0-1,16-4 0,10-7 0,13-4 0,5-7 1,10-9 0,7-5-1,-3-4 0,-3 2 0,-7 4-8,-3 8-21,-13 11-42</inkml:trace>
  <inkml:trace contextRef="#ctx0" brushRef="#br0" timeOffset="3452.2344">4987 790 1824,'0'0'147,"0"0"-131,0 0-16,0 0 2,0 0 12,0 0-9,-58 12-1,58-12-1,0 0-1,0 0 3,0 0-4,0 0 0,0 0 0,0 0 1,14 0-1,8 0-1,11-15 1,8-7 1,10-10-2,4-6 0,-7 4-6,-7 2-26,-15 12-112</inkml:trace>
  <inkml:trace contextRef="#ctx0" brushRef="#br0" timeOffset="4095.7902">5639 178 1891,'0'0'51,"0"0"-49,0 0 16,0 0 5,0 0-5,0 0-7,-135 49-5,135-49-2,0 0-1,0-8-3,19-16 1,14-4 0,1 2-1,5-1 1,-4 11-1,-6 7 0,-7 9-1,-6 0 1,-2 0-1,-5 11 0,1 24 0,-7 5-1,-3 10-1,0-2 3,0-2 0,0-5-2,0-1 1,-10-10 0,4-7 0,3-13 1,3-10 0,0 0-2,0 0 2,19-1 0,20-14 0,5 0 4,1 10-4,-3 5 0,-4 0-2,-5 20 2,-7 11 0,-4 1 0,-13 3 0,-9 2 1,0-2 0,0 2 2,-31 2 0,-17-2-1,-10-2 1,-11-3-3,-1-6 0,6-10 0,12-10 1,18-6-1,7 0-1,12 0-3,5-28-5,10-16-11,0-14-17,22-11-102</inkml:trace>
  <inkml:trace contextRef="#ctx0" brushRef="#br0" timeOffset="4434.8876">6242-167 1997,'0'0'19,"0"0"-19,0 0 3,0 0 0,0 0-1,0 0-2,13-4 0,7 14-1,11 29 1,11 19 0,5 11 1,2 15 0,-1 5-1,-6 6 1,-10-2-1,-17 3 1,-10-4 0,-5 6-1,0-3-2,-36 1-6,-9-18-27,-10-12-863</inkml:trace>
  <inkml:trace contextRef="#ctx0" brushRef="#br0" timeOffset="2222.2221">3518 0 1820,'0'0'95,"0"0"-72,0 0-4,0 0 3,0 0-10,0 0-4,0 0-4,-55-13 2,42 13-3,-5 29-3,-9 27 0,2 25 2,-8 16-1,8 26 0,5 6 1,12 4-1,8-3 1,0-9-2,16-16 1,12-26 1,5-18-2,1-23-1,8-21 1,4-10-1,2-7-2,5-13 0,2-41-10,-3-18-6,-10-15-79</inkml:trace>
  <inkml:trace contextRef="#ctx0" brushRef="#br0" timeOffset="2663.8753">3861 110 1936,'0'0'35,"0"0"-19,0 0-6,0 0 4,0 0-5,0 0-9,-15-15-2,15 51 2,0 23 2,0 19-1,0 6 2,0 0-3,6-6 2,-3-12-2,3-11 0,1-19 1,-4-12-1,0-15 1,0-6-1,0-3 0,-3 0 1,4 0-1,5-26 2,0-15 0,5-17-1,-1-5 0,2-5-1,4-2 0,11 7 0,-2 1 0,-2 19 0,-7 12 0,-9 16 0,-10 12-3,0 3-1,0 0-2,0 0-5,0 14-23,0 21-42,-10 8 9,-5 4-104</inkml:trace>
  <inkml:trace contextRef="#ctx0" brushRef="#br0" timeOffset="2861.8891">3996 398 1730,'0'0'118,"0"0"-58,0 0-24,0 0-11,0 0-9,0 0-11,-6 26-2,6-3 2,22 14-3,10 13 1,6 7 0,4 6-1,-3-2 1,2-9-2,-5-8-1,-5-12 0,-1-9 0,-2-12-1,-2-8-8,6-3-7,1 0-5,-5-29-58</inkml:trace>
  <inkml:trace contextRef="#ctx0" brushRef="#br0" timeOffset="-2509.6659">4393 4164 1878,'0'0'51,"0"0"-22,0 0-23,0 0 7,0 0-1,0 0-7,0-18-5,14 12 0,22 0 0,8 4 4,1 2-3,-1 0-1,1 0 1,-3 0 0,4 5-1,-4 4 0,2 0 0,-5-7 1,3 6-1,-5-1 0,-4-1 1,-8 0-1,-3-1 0,-8-5 0,-5 3 1,-2 0 2,-7-3-2,3 3 1,-3-3 2,0 0-4,0 3 1,0-3-1,0 0 1,0 0-1,0 0 0,0 0-5,0 0-4,-13 0-17,-16-15-271</inkml:trace>
  <inkml:trace contextRef="#ctx0" brushRef="#br0" timeOffset="-2983.7054">4882 3987 1388,'0'0'397,"0"0"-298,0 0-63,0 0-17,0 0-5,0 0 5,0 0-13,3 0-1,-3 0-4,-14 0 1,2 14 2,-13 9-4,-5 6 0,-9 11 0,1 1 1,4 6-1,1 1 0,5-1 0,-2-7 2,10-8-2,8-9 0,2-14 0,7-3 0,3-6-1,-3 0 0,3 0 1,0 0-2,0 0-1,0 0 0,0 0-1,0 0-11,0-15-14,0-2-76</inkml:trace>
  <inkml:trace contextRef="#ctx0" brushRef="#br1" timeOffset="30779.0023">4984 4229 1255,'0'0'293,"0"0"-205,0 0-50,0 0 11,0 0-21,0 0-9,0 0 2,0 0-9,0 0-1,0 0-11,0 0 20,0 0 2,0 0-10,0 0 4,0 0 3,0 0-7,0 0 2,0 0-10,0 0-1,0 0 5,0 0-8,0 0 0,0 0 4,0 0-4,0 0 4,0 0-3,3 0 0,-3 0 4,0 0-4,0 0 0,0 0 2,0 0 0,0 0 2,0 0-4,0 0 0,0 0 7,0 0-8,0 0 0,0 0 2,0 0-2,0 0 1,0 0-1,0 0 0,0 0 5,0 0-5,0 0 0,0 0 1,0 0 0,0 0 1,0 0-2,0 0 0,0 0 1,0 0-1,0 0 0,0 0 1,0 0 0,0 0-2,0 0 1,0 0 0,0 0-1,0 0 1,0 0-5,0 0-3,6 0-22,2 0-209</inkml:trace>
  <inkml:trace contextRef="#ctx0" brushRef="#br1" timeOffset="61448.2015">5225 2150 1748,'0'0'187,"0"0"-166,0 0-12,0 0 3,0 0-4,0 0-4,0 0-3,-160 87 5,111-41-4,4 7 0,3 8 2,8 1-3,4 5 3,14-1-4,10-2 1,6 2-1,0-5 0,0 0-1,16-6 0,7-14 2,5-16-2,5-11-2,2-14-1,10 0-1,-3 0 2,-1-31-2,-12-10 3,-10-2-15,-13 2-18,-6 10-4,0 11 9,-15 11 24,-7 3-19,-1 2 25,7 4 18,9 0 8,4-2-8,3 0-5,0-5-11,0 3-1,7-9 2,15-1 2,4-3 6,-7 2-3,-3 5-6,-10 3 0,-3 7-2,0 0 4,-3 0-4,0 0 3,0 0 12,3 0-9,2 0-5,7 27-1,-2 18 6,-4 13 2,-3 3-4,-3 5-2,0-6 5,0-2-5,-9-10 0,-7-15-2,2-13-2,8-20-1,3 0-29,3-37-164</inkml:trace>
  <inkml:trace contextRef="#ctx0" brushRef="#br1" timeOffset="61910.2283">5562 2443 1875,'0'0'45,"0"0"-42,0 0 0,0 0 16,0 0-11,0 0-3,-3-64-3,3 40 7,6-2 0,7-8-6,6-3 5,4 2-3,5-2-5,5 7 4,-8 15-4,-3 13 0,-2 2-6,-11 32 4,-9 34-4,0 24 3,-3 10 3,-26 2 0,0-5 0,-3-7 0,0-9 0,3-4 0,7-10 7,9-5-5,10-11-2,3-11 1,0-13-2,19-11 0,17-16-1,8 0 2,7 0 6,7-31-5,0-2 3,-3-6-1,-7 8-2,-9 5-1,-11 3-9,-6 0-17,-6-1-67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55:10.432"/>
    </inkml:context>
    <inkml:brush xml:id="br0">
      <inkml:brushProperty name="width" value="0.08333" units="cm"/>
      <inkml:brushProperty name="height" value="0.08333" units="cm"/>
      <inkml:brushProperty name="fitToCurve" value="1"/>
    </inkml:brush>
    <inkml:brush xml:id="br1">
      <inkml:brushProperty name="width" value="0.08333" units="cm"/>
      <inkml:brushProperty name="height" value="0.08333" units="cm"/>
      <inkml:brushProperty name="color" value="#3165BB"/>
      <inkml:brushProperty name="fitToCurve" value="1"/>
    </inkml:brush>
  </inkml:definitions>
  <inkml:trace contextRef="#ctx0" brushRef="#br0">301 0 1713,'0'0'161,"0"0"-104,0 0-40,0 0-3,0 0-7,0 0-6,0 0 3,-116 162-4,74-108 0,5-2 4,4-6-2,8-8-4,9-8 3,2-11-1,2-5 2,9-2-2,3-9 0,-4 0-2,4-1-1,0-2-3,0 0-2,0 0-6,0 0 1,0 0-25,0-8-82</inkml:trace>
  <inkml:trace contextRef="#ctx0" brushRef="#br0" timeOffset="366.809">-38 101 1746,'0'0'137,"0"0"-81,0 0-32,0 0-9,0 0-2,0 0-13,9-9 1,19 9-1,8 0 6,2 0 1,7 6-7,-3 2 0,-1 7 3,1-4-3,-6-1 0,5-2 0,-2 0 1,0 2-1,-8-1 0,-1-1 0,-5 6 0,-5-5 0,-7-1 0,-7 1-1,0 0-2,-3-1-6,0 0-11,-3 1-19,0-9-166</inkml:trace>
  <inkml:trace contextRef="#ctx0" brushRef="#br0" timeOffset="1064.8635">815-61 1825,'0'0'110,"0"0"-80,0 0-7,0 0-6,0 0-10,0 0-2,-3-14-5,3 10 1,22-1-1,9-3 0,12 1 4,2 5-3,0 2-1,-4 0 0,-2 0 0,3 0 0,-11 0 0,2 0 0,-8 0 0,-6 6-5,4-1-9,-7 3-20,0-8-43,4 3-627</inkml:trace>
  <inkml:trace contextRef="#ctx0" brushRef="#br0" timeOffset="786.8353">1045-240 1494,'0'0'404,"0"0"-351,0 0-29,0 0-2,0 0-10,0 0-5,3 0-1,-3 21-4,-15 13-2,-4 10 2,-3 2-2,5 2 1,1 2-1,0-10 1,7-3-1,1-8 1,2-8-1,0-9 0,3-4 0,0-6 0,3 4-3,0-2-8,0-4-11,0 0-14,0 0-71,0-12-876</inkml:trace>
  <inkml:trace contextRef="#ctx0" brushRef="#br0" timeOffset="1461.8975">1678-506 1832,'0'0'88,"0"0"-59,0 0-6,0 0-1,0 0-13,0 0-3,0-14-3,0 14-1,0 17-2,0 21 1,0 11 1,0 8 2,-14 4-4,3-3 3,0-3-3,-1-7 0,-1-6 1,7-16-1,-2-15 0,8-8-4,0-3-8,0 0-9,0-35-21,0-12-93</inkml:trace>
  <inkml:trace contextRef="#ctx0" brushRef="#br0" timeOffset="1678.6459">1533-448 1897,'0'0'60,"0"0"-47,0 0 3,0 0-11,0 0-5,0 0 0,32-2 4,3 7 4,7 1-4,3-2-3,-7-4 2,1 1-3,-11 6 0,-1 2 0,-1-1-4,-4 14-11,-6 11-23,-10 4-240</inkml:trace>
  <inkml:trace contextRef="#ctx0" brushRef="#br1" timeOffset="42484.7598">2044-526 1146,'0'0'266,"0"0"-180,0 0-36,0 0 9,0 0-8,0 0-27,0 0-10,0 0-3,0 0-7,0 0 10,0 0-12,0 0 3,0 0 14,0 0-16,0 0 2,0 0-5,0 0-3,0 0-26,0 0-62,6 0-91</inkml:trace>
  <inkml:trace contextRef="#ctx0" brushRef="#br0" timeOffset="3556.0353">593 862 1875,'0'0'72,"0"0"-47,0 0-7,0 0-2,0 0-5,0 0-7,-9 24-3,-10 29 2,-4 13-2,-2 9 0,-5-3-1,5-8 1,3-12 0,5-10-1,4-12-3,7-16 2,3-8-1,3-6-2,-3 0-2,3-23-19,-3-20-9,-11-3-1920</inkml:trace>
  <inkml:trace contextRef="#ctx0" brushRef="#br0" timeOffset="3801.0546">359 955 1921,'0'0'33,"0"0"-20,0 0-11,0 0 4,0 0-3,0 0-3,58 25 1,-35-13-1,5 2 1,-3 2 2,2-5-2,4-2-1,2-2 0,-2-4 1,8-2-2,0-1 1,5 0-2,5 0-10,-1 0-49,-3 0-1848</inkml:trace>
  <inkml:trace contextRef="#ctx0" brushRef="#br0" timeOffset="4095.0779">1306 776 1932,'0'0'41,"0"0"-29,0 0 0,0 0-1,0 0-7,0 0-4,0-2-1,0 39 0,0 13 1,0 9 8,-23 9-7,-6-4 0,0-5-1,4-10 0,6-16-3,16-20-9,3-13-14,0-5-46,12-41-246</inkml:trace>
  <inkml:trace contextRef="#ctx0" brushRef="#br0" timeOffset="4327.2">1231 742 1897,'0'0'51,"0"0"-40,0 0-6,0 0-5,0 0 2,0 0-1,45 26 2,-18-9 1,-5-2-1,3-1 4,1 0-4,3 2-1,3-6-2,0-3 0,7-7-1,3 0-7,2 0-15,-2-17-65</inkml:trace>
  <inkml:trace contextRef="#ctx0" brushRef="#br0" timeOffset="4627.228">2069 393 1935,'0'0'38,"0"0"-32,0 0-1,0 0-4,0 0 1,0 0 0,-38 137-1,32-78-1,-5-3 3,2-3-1,-4-1 2,1-2-4,-7-6 1,2-13-1,7-14 0,1-8-10,6-9-14,0 0-38,-5-15-1242</inkml:trace>
  <inkml:trace contextRef="#ctx0" brushRef="#br0" timeOffset="4828.2445">1886 566 1898,'0'0'54,"0"0"-43,0 0-5,0 0-2,0 0-2,0 0-1,45 3 7,-9 9-3,-1 1 3,7-5-6,0-4-2,2-4 3,-2 0-3,-6 0-2,-2 0-14,-12 0-12,-5 0-65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56:08.350"/>
    </inkml:context>
    <inkml:brush xml:id="br0">
      <inkml:brushProperty name="width" value="0.08333" units="cm"/>
      <inkml:brushProperty name="height" value="0.08333" units="cm"/>
      <inkml:brushProperty name="fitToCurve" value="1"/>
    </inkml:brush>
  </inkml:definitions>
  <inkml:trace contextRef="#ctx0" brushRef="#br0">6 537 1521,'0'0'232,"0"0"-175,0 0-17,0 0 1,0 0-17,0 0-5,0 0-3,-6 0-5,3 0 0,3 0-4,0 0-5,0 0 4,0 0-6,0 0 0,0 0 0,0 0 5,0 0 1,0 0-4,0 0-1,0 0 5,0 0-6,0 0 0,0 0 1,0 0-1,0 0 0,0 0 0,0 0 0,0 0 0,0 0 0,0 0-1,0 0 1,0 0 1,0 0-1,0 0-2,0 0 2,3 0 1,3 0-1,2 0 0,1 0 0,-2 0 0,-4 0 0,0 0 0,3 0 0,-3 0 1,0 0-1,1 0 0,-4 0-1,3 0 1,-3 0 1,3 0-1,3 0 0,-3 0-1,5 0 1,-2 0 0,-3 0 0,0 0 0,4 0 1,-1 0-1,0 0 0,4 0 0,2 0 1,-1 0-2,1 0 1,1 0 0,-3 0 0,2 0 0,-1 0 0,1 0 0,4 0 0,-3 0 0,-1 0 0,-1 0 1,-5 0-1,0 0-1,-2 0 1,2 0 0,-3 0 0,3 0 0,1 0-1,-1 0 1,3 0 1,2 0-1,2 0 0,-1 0 0,-2 0 0,-1 0 0,-3 0 0,5 0 0,1 0 0,-2 0 0,-1 0 0,1 0 0,-1 0 0,8 0 0,-4 0-1,6 0 2,1 0-1,-1 0 0,4 0 0,-1 0 0,3 0 0,0 0 0,-2 0 0,4 0 0,-5 0 0,-3 0 0,-4 0 0,1 0 0,-2 0 0,2-3 0,2 1 0,1-8 0,8 4 0,-7 4 0,2-4 0,0 6 0,1-7 0,-1 6 0,0-6-1,1 3 2,-1 0-2,0 2 1,-2-1 0,-1 3 1,0 0-1,1 0-1,-1 0 1,-3 0 1,4 0-1,-5 0 0,1 0 0,0 0-1,4 0 1,2 0 0,-3 0 0,4-10 0,2 5 1,-3 2-1,1 0 0,0 0-1,0 3 1,-1-3 0,3 0 0,1 1 0,0 2 0,3-4 0,-1 4 0,-1-2 0,-5-2 0,0 4 0,-2-2 0,2 2 1,3 0-2,4-7 0,-3 6 1,-3-2 1,-4-1-1,3 4 0,-2 0 0,2 0-1,-3 0 0,-2 0-1,1 0 2,-2 0 0,6 0 0,1 0 0,4 0 0,4 0 0,2 0 0,5 0 0,4 0 0,0 0-2,2 0 2,4 0 0,-4-2 1,3 0-1,-6-4 0,-3-4 0,0 4 0,-5 1-1,3-1 1,-5 3 0,-1-3 1,4-3-1,-1 7 0,2-5 0,-3 3 0,-4 0 1,5-4-1,-8 6 0,5-8 0,-2 7 0,-3-2 0,-2 1 0,0 2 0,-5 2 0,-1-4 0,-4 4 0,3-2-1,-4-1 1,2 3 1,-1 0-1,-1 0 0,4-3 0,-7 3 0,5 0-1,-1 0 1,2-3 1,4-1-1,1 0-1,2-3 1,-6-1-1,4 2 1,-1-2-1,-3 2 1,1-2 1,-2-2-1,1 4 0,-2 2 0,-3-1-1,6 3 1,-4 2 0,4-2 0,-3-2 1,0 0-1,2-3 0,-1 1 0,-2 4-1,1-4 1,-2 0 0,-2 0 1,-4 3-1,5 0 0,-5-1 0,2 2 0,0 0-1,1-2 1,1 2 0,2-5 0,2-1 1,-1 4 0,-1-3-1,-6 1 0,7 0-1,-2 0 2,-2-2-1,4 2 0,-1 0 0,7 0 0,4 2 0,-1-1 0,0 3-2,-2 0 2,-1-2 0,-9 4 0,-1 0 0,-1 0 1,-2 0-1,-6 0 1,3 0-4,0 0 3,3 0 0,1-3 1,-1 3-1,4-3 3,-1 1-3,5-4 2,-2 6 1,-2-4-2,-7 4-1,-3 0 0,0 0-1,0 0 1,3-2 0,-3 2 1,0 0-1,10-3 1,-1 0 0,8-3 0,-1 4 1,-7-3 0,-3 4-2,-2 1 0,-4 0 4,0 0-2,0 0 1,0 0-1,0 0 0,0 0 1,0 0-2,0 0-1,0 0 1,0 0-1,0 0 0,0 0 0,0 0-1,0 0-1,0 0-4,-4-9-16,-11-14-73</inkml:trace>
  <inkml:trace contextRef="#ctx0" brushRef="#br0" timeOffset="-6906.4846">908 191 1265,'0'0'261,"0"0"-261,0 0 18,0 0-7,0 0 37,0 0-15,0 0 17,-61 0 12,61 0 5,-3 0-23,3 0-16,0 0-6,0 0-10,0 0-8,0 0-1,0 0 1,0 0 7,0-4-9,0 4 4,0 0-1,0-2-1,0-1 1,0 3-3,0 0-2,0 0 4,0 0-4,0 0 0,0 0 0,0 0 0,0 0 0,0 0 0,0 0 0,0 0-1,0-3 1,14-7 0,-3 2 1,3-1 0,-1 1 1,-1 4-2,-1-3 0,-2 1 1,-4 3-1,3 3-1,-2 0 1,0 0 0,1 0 0,-1 0-1,0 0 1,5-3 1,-5 3-1,4-6 0,-1 3 0,-3 1 1,4-1-1,-4 0 0,5 0 0,-2-1 0,-3 2 2,4 0-3,-7 2 2,0 0 0,0 0-1,-3-4-2,0 2 2,0 2 1,0 0 1,0 0-2,3 0 4,-3 0-2,0 0 1,0 0-3,0 0 0,0 0 1,0 0-1,0 0 0,0 0 1,0 0 1,0 0-2,0 0 0,4 0 0,-4 0-3,6 0 3,3 0 0,-1-2 0,1-5 2,1 7-3,-1-2 1,1 2 0,5 0 1,2 0 0,2-4-1,0 4 0,4 0 0,2 0 0,2-3 1,1 3-1,0-3 1,-5 3-1,6 0-1,-3 0 1,-4 0 0,8 0 0,-2 0 0,5 0 0,1 0 0,2 0 0,2 0 0,1 0 0,-5 0 0,2 0 1,3 0-1,-4 0 0,0 0-2,-3 0 3,1 0-1,-5 6 0,-2-2 0,4 0 1,-8 1-1,3-3 0,0-2 1,1 2-1,4 2 0,-5-2 1,-3 4 0,3-3-1,-1 0 0,2-3 0,-4 0 1,3 0-1,5 0-1,-5 0 1,4 0 1,0 0-1,-3 0-1,2 0 1,5 0 2,-8-3-2,8 3 0,-5 0-1,-3 0 2,5 0-3,-5 0 2,1 0 0,-1 0-1,2 6 1,1-4 0,-3-2 1,5 0-1,1 0 0,2 0 0,-2-2 0,-1-4 2,-2 6-2,-2-3 0,3-1 0,-3 2 1,-4-4-1,0 4 0,-2-5 0,-4 5-1,3-4 1,-2 0 0,2 0 1,1 0-1,-6 4 0,3 2 0,-4 0 0,-1 0-1,-2 0 1,-1 0 0,5 0 0,-2 0 0,4 0 0,-3 0-1,-4 0 1,5 0 1,-5 0-1,4 0 0,-2 0 1,0-3 0,3 0-2,2 3 1,-1 0 0,1-3 1,1 0-1,5 1 0,1-4 1,-1 3-1,0-3-1,5 0 0,-2 2 1,4-7 1,0 1-1,0 4 0,-4-3 0,0 2 0,-5 5 0,-4-5 0,-3 6 0,-1-2 0,-1-1 1,1 4-1,1-2 0,0 2 0,4-2 0,-2-5-1,1 6 2,3-10 0,-2 6-1,-5-1 0,-2 0 3,-7 3-2,0 1 0,-3 2-1,0 0 0,0 0 1,0 0-1,0 0 0,0 0-1,0 0 2,0 0-1,3 0 0,4 0 0,-1 0 1,0 0 0,-3 0-1,-3 0 2,0 0 0,0 0 1,5 0 1,-5 0-2,3-3 1,-3 3-1,3 0-2,6-3 0,7-1 1,0 2 0,-7 2-1,-1 0 0,-5 0 0,-3 0 0,0 0 0,0 0 1,0 0-1,0 0 1,0 0-1,0 0 0,0 0 0,0 0 0,0 0 0,0 0 0,0 0 0,0 0-1,0 0 0,0 0 1,0 0 2,0 0-2,0 0 0,0 0 1,0 0 0,0 0 0,0 0 0,0 0-1,0 0 1,0 0-1,0 0 0,0 0-1,0 0 1,0 0 0,0 0 0,0 0 0,0 0 0,0 0 0,0 0 0,0 0 0,0 0 1,0 0-1,0 0 0,0 0 0,0 0 0,0 0 0,0 0 0,0 0 0,3 0 0,-3 0 0,0 0 0,0 0 0,0 0 0,0 0 0,0 0 0,0 0 0,0 0 0,0 0 0,0 0 0,0 0-4,0 0-5,-23 0-31,-15 0-36</inkml:trace>
  <inkml:trace contextRef="#ctx0" brushRef="#br0" timeOffset="-5002.9166">1300 1168 1698,'0'0'120,"0"0"-77,0 0-21,0 0 8,0 0-20,0 0 3,-9 0-5,9 0 0,0 0 3,0 0-4,0 0-4,0 0 7,0 0-7,0-2-1,0-1 2,0-1-2,0-7-1,16-4 0,12-6 0,14-5 4,6-5-4,4 0 0,1 2-1,-1 1 1,-7 7 0,-6 4-1,-4 2 1,-3 8-3,-7-1 2,11 4 0,-1-5 1,7 1-1,9-10 1,1-3-1,3 1 0,9-6 1,-3 0-1,0 0 0,-5 3 0,-6 5 0,-3 9 0,-5 5 0,-3 4-1,-4 0-1,-3 0 2,0 0 0,0-4 1,-6 1-1,0 2 1,-1-6-1,5 1 0,4 0 1,-1 0-1,5 3 0,1 3-1,-2-2 2,2-1-1,6 3 0,-4-3 0,-2-4 0,0-1 0,-7-5 0,0-5 0,3-7 0,1-2 1,-2-3 1,2-1 0,-3 5 0,-5 5-2,-6 11 0,-2-1 0,-4 5 0,-7-1 0,4 1 0,1-2 0,1-1 1,7-4-1,2 1 0,7-12 0,-1 1 0,1-1 1,-1 2-1,-5 4 0,-2 6 0,-1-1 0,-3 5-1,-7-5 1,8 1 0,-4-2 0,3-2 0,4-11 0,-1 4 1,0 1-1,-2-3 0,-4 11-1,-3 1 1,-7 5 0,0 8 0,-6-2 1,0 0-1,5 2 0,-5-4 0,6 0 1,3-7-1,7-3 2,3 3-1,-2-5 0,-1 6 1,-4 1-2,-2 1 1,-4 2 0,3 0-1,-4 0 0,-2 6 0,0 0 0,-3 0 0,0 0 0,0-3 0,3 3 1,0-5-1,7-5 1,2 1 1,1 1-1,-7 4 1,-3 4-1,-3 0-1,0 0 3,0 0-2,0 0 0,0 0 0,0 0-1,0 0 1,0 0-1,0 0 0,0 0 0,0 0 0,-6 0-1,-19 0-1,-23 0-11,-10 0-52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56:12.212"/>
    </inkml:context>
    <inkml:brush xml:id="br0">
      <inkml:brushProperty name="width" value="0.08333" units="cm"/>
      <inkml:brushProperty name="height" value="0.08333" units="cm"/>
      <inkml:brushProperty name="fitToCurve" value="1"/>
    </inkml:brush>
  </inkml:definitions>
  <inkml:trace contextRef="#ctx0" brushRef="#br0">175 17 1804,'0'0'89,"0"0"-73,0 0-4,0 0 0,0 0 0,0 0-5,3-17 1,-3 17-4,0 0 0,0 0-4,0 0 0,0 0 2,0 0 1,0 0-1,0 0-1,0 0 2,3 0 2,-3 0-4,0 0 0,0 0 1,0 0-1,0 0 0,0 0-1,0 0 1,0 0 0,0 0 0,0 0-1,0 0 0,0 0 0,0 0-1,3 8 0,-3 9 1,5 4 2,-5-2-2,0 5 0,0-4 0,6 4 1,-3 1-1,0 1 0,0 9 0,-3-1 0,0 4 0,0 3 0,0-2 0,4 2 0,-4-6 1,0-4-1,0-7 0,3 3 0,0 0 0,3 9 0,-3-2 0,4 7 0,-4-7 1,0 1-1,0-1 0,-3-2 0,3 0 0,0-2 0,2-3-1,-2 3 2,-3-3 0,0 3-1,0-4 0,0 3-1,0-3 0,0-1 1,0 2 0,0-3 1,0-6-2,0 3 1,0 5 0,0 9 1,0 1 0,0 3-1,0 2 0,0-1 0,-8 4 0,-1-3 0,-1-4-1,1-2-1,3-4 3,-4 1-1,4-1 2,-5-1-1,2 1-2,-1-2 0,1 3 1,-5 0 0,6-7 1,-6-2-1,5 1 0,3-8 1,-1-1-1,4 0-1,0 2 1,0 7 2,-5 2-2,3 2 0,-1 6 0,-5 4 0,2 11 0,-4 1-1,1-2 1,1-7 1,6-10-1,2-5 0,3-8 1,-3-6-1,3-1 0,0 1-2,0 2 2,0-2 1,0-3-1,0 1-1,0-1 0,0 3 1,0 0-1,0 2 1,0-1 0,0-1 0,0 7 1,0-3-2,0 0 1,0-7 0,0 2 1,3 0-1,-3 6 0,6 3 2,-6 5-2,5 0-1,3 1 1,-2 8 0,3-2 0,1-3 0,-7-6-2,3-12 1,2 4 0,1 2 1,-4-3 1,0 4 0,1-3-1,-3 2 0,0 0 0,4 0 0,-4-3 1,0-5-1,0 0 0,0 0 0,0-3 1,-3 2-1,3 1 0,-3 1 0,5-2 0,-5-1 0,3-1 1,0-2-1,-3-2 0,3 4 0,-3 0 0,0 0 2,0 6-2,3-2 0,-3 6 0,2 0 3,-2 2-3,0 3 1,5 1-1,-5-4 4,3-1-3,-3-11 0,0 0-1,0-2 2,3 3-2,-3-1 0,0-6 0,0 3 3,0-3-2,0 0-1,0 0 0,0 0 2,0 0-2,0 0 1,0 0-1,0 0 1,0 3-1,0 3 0,0-1 0,0 4 1,0-3-1,0 1 0,0-7 0,0 0 2,0 0-2,0 0 0,0 0 1,0 0-1,0 0 1,0 0-1,0 0 0,0 0-1,0 0-6,0-22-8,0-33-39</inkml:trace>
  <inkml:trace contextRef="#ctx0" brushRef="#br0" timeOffset="1942.5568">333 170 1734,'0'0'102,"0"0"-91,0 0 17,0 0-17,0 0 7,0 0 1,0 0-8,0 0 4,0 0-8,0 0-2,0 0 5,0 0-6,0 0 0,0 0 6,0-4-3,0 2-1,0-4-4,3 3-1,-3 3 4,3 0-5,-3 0 0,0 0 0,0 0 1,0 0-2,0 0 1,0 0 0,0 0-1,3 0 1,0 0-1,7 0 0,13 21 1,2 12 0,8 10 0,-2 4 1,2 9 1,-2 1-2,2 9 0,-2 4 1,-1 0 0,-5-4 0,-3-5-1,-2-2 0,2 5 1,-3 4-1,4-3 0,-4-3 0,-3-5 0,1-5 0,-2-7 0,1-1 0,0 5 1,1 0-1,-5 7 0,-2 1-1,-7-2 3,0-3-3,-3-3 1,0-5 0,0-8 1,0-4-1,0-7 0,0-4 1,0-3-1,0-1 0,3 4 0,4 2 0,-1 9 0,0 2 0,-3 0 0,2-2 0,-2-1 0,0 2 0,0-6 0,3 1 1,-3-1-1,1-2 0,-1 1-1,0-1 0,-3 2 1,0 6 1,0 0-1,0 6 0,0-6 0,0 3 0,0-5 0,0 4 1,0-6 0,0-1-2,3-7 1,-3-4 0,3-3 0,4 0 0,-1 7 0,0-1-1,-3 0 1,5-3 0,-5-2 0,0-6 1,0 2-1,-3-2 0,3 2-1,0-2 1,4 3 0,-4 3 1,3-5-1,-3 8 0,4-4 0,-1 3 0,0 7 0,5 3 0,-5 1 1,4-2-1,-1-1 0,-3-1 0,-3-1 0,2-2 0,-5 5 0,0-4 2,0 2-2,0-2 2,0-4-2,0-3 0,0-9 1,0-6-1,0 0 0,0 0 0,0 0 1,0 2-1,0-2 0,0 0 0,0 0 1,0 0 0,0 0 0,0 0 0,0 0-1,0 0 2,0 0-2,0 0 0,0 0 1,0 0-1,0 0 0,0 0 0,0 0 0,0 0 0,0 0 0,0 2 0,0 2 1,0 0-1,0 6 0,0-10 1,0 6-1,0-3 0,0 0 0,0 8 0,0 7 1,0 5-1,0 3 0,0-3 0,0-3 0,0-3 0,0-8 0,0-6 0,0-3 0,0 0 0,0 0-1,0 0-3,0-9-8,0-37-18,-14-20-80</inkml:trace>
  <inkml:trace contextRef="#ctx0" brushRef="#br0" timeOffset="21771.4618">370 2837 1586,'0'0'172,"0"0"-119,0 0-31,0 0-8,0 0 17,0 0-15,0 0 1,0-2-6,0 2 5,0 0-4,0 0-4,0 0-4,0 0-1,-12 0-3,-4 0 1,0 0-1,-4 0 1,-5 0 1,-3 0-2,-8 0 0,-3 0 2,1 9-2,-4 5-2,8-2 2,7 2 0,4-3 3,7-5-3,10 0-1,0 0 0,-1 0 1,-2 2 0,0 7 0,-4-1 0,-4 1 0,5 2 1,-1-2-1,2 0 0,2-1 1,-1-1 0,1-3-2,3 1 2,-1 0-1,1-1 0,3 1-2,-3 3 1,-2 3 1,2 1 0,1 3 0,2-2 0,-5 4 1,2-2 0,3-1-2,-4 3 2,4-6 0,-3 6-1,0 1-1,6-2 1,-5 4 2,5 0-2,0-3-1,0 1 1,0-7 0,0 3 2,0 1-2,0 1 0,0 3 2,0 0-2,0-3 0,5-2 0,1-3 1,3 2 0,-2-2-1,-1 1 0,5-4 1,-8 3-1,2-3 0,-2-2 2,0 3-2,5-1 1,-5-2 0,6 2 0,1 0 2,-4 1-3,3 0 0,1-1 1,-1 0-1,5-6 1,-4 5-1,2-5 0,-1 3 2,0-2-2,0 0 0,1-1 1,1-5-1,1 4 0,0-5-1,3 0 1,2 4-1,1-3 1,2 1 0,0-4 2,-2 2-2,2-2 0,-3 0 0,1 0-1,-7 0 1,2 0 0,1 0 0,-2 0 0,5-6 0,-3-3-1,2-2-1,2-3 4,-1-1-1,3 0-1,-2 4 0,-4-3 0,-3 6 0,-1-4 0,-1 0 0,2 1 1,-1-4-2,4-2 1,-2 2 0,1 1 0,-2 3 0,-7 3 0,4 1 0,-7-2 1,0 4-2,-3-4 1,6-5 0,-3-2 1,5 0-1,-2-2 0,0-3 0,1 3 0,-4-6 2,3 1-2,-3 4 0,1 0 0,-4 2 0,0 2 4,0 0-1,0-1-3,0-4 2,0-1-1,-4-2-1,-5 3 1,-1-3-1,1 0 1,-2 3 1,-1-6-2,2 2 1,4 4-1,3-2 1,-3 1-1,-1 1 1,1 1-1,-3 7 0,-2-1 0,-2 5 2,-2-4 0,-1 4-1,2-4 1,-2 4-2,4-3 2,2 2-2,1-1 1,-2 4 0,5 4-1,-6-4 1,-1 4-1,-3-4 1,-1 0-1,-5 2 0,0 2 0,-1-2 1,4 4-1,7 0 0,-1 0 2,7 0-1,-2 0 0,2 0 0,3 0 0,0 0-1,-4 0 1,1 0-1,0 0 0,3 0 0,-4 0 0,7 0 0,-3 0 0,0 0 0,0 0-3,-14-4-18,-11-17-94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56:17.815"/>
    </inkml:context>
    <inkml:brush xml:id="br0">
      <inkml:brushProperty name="width" value="0.08333" units="cm"/>
      <inkml:brushProperty name="height" value="0.08333" units="cm"/>
      <inkml:brushProperty name="fitToCurve" value="1"/>
    </inkml:brush>
  </inkml:definitions>
  <inkml:trace contextRef="#ctx0" brushRef="#br0">22 68 1702,'0'0'152,"0"0"-119,0 0-17,0 0-13,0 0 19,0 0-12,0 0 0,0 0 1,0-4-3,0 1 1,0 3-4,0 0-2,0 0 9,0 0-5,0 0-3,0-1 0,0 1-2,0-3 1,0-5-3,0 1 0,0-2 0,-3 1 0,-7 2 0,4 0 0,3-1 1,3 7 0,0-1-1,0 1 0,0-5 2,0 5-2,0 0 0,0 0 1,0 0 0,0 0 2,0 0-2,0 0-1,0 0 3,0 0-3,0 0 0,0 0 0,0 0 0,0 0 0,0 0-1,0 0 0,0 0 0,9 0 0,20 0 1,13 0 0,-8 0 0,5 0 0,0 5 0,-1 9 0,1-3 0,-5 4 0,-4 0 0,1-7 0,-1 4 0,-2-4 1,5 6-1,-2 1-1,8 6 1,0-1 0,2 0 0,-2 3-1,3 0 2,-1 3-1,7 3 0,-2 4 0,-1-6 0,-3 5 0,-4-2-1,-1-2 1,-4 0 0,-5-4 1,-1 2-1,-1 3 0,-1 0 0,5 7 0,1 9 0,2 3 0,1 13 0,5 6 0,-4-1 0,-2 1 1,-5-10-1,-5-5 0,-1-6 0,-6 0-1,-2-1 2,1-2-1,1 8 0,6 3 0,1 5 0,-1-2 0,5-1 0,-5-10 1,6-1-1,1-1 0,-3-9 0,0-4 0,-4-10 0,-6-4 1,1 1-1,-5-4 0,1 1 0,-1-2 0,-2 2 0,4 2 0,-2 2 0,7 3 0,0 7 0,7 6 0,3 2 0,-3-2 0,2-3 0,-6-5 0,2 0 1,1 6-1,1-5 0,-4 1-1,-3-6 2,-2-3-1,-1 0 0,-1 0 0,-2 0 0,1 4 0,-2 1 0,4 10-1,3 0 1,-5 3 1,-2-2-1,1-3 0,-10-2 0,3 1 1,-3-2-1,2-4 0,-5 0 1,3-1-1,-3-4 1,3 1-1,-3-1 0,2-1 1,-2 0-1,0-3 0,0 1 0,3-3 0,-3-1 1,3 1-1,2 2 0,-2-6 0,0 4 0,0-1 0,-3-3 0,6 4 0,-3-6 0,1 2 1,2-2-1,-6-1 0,3 8 0,3-2 0,-1 0 0,-2 9 1,0-2-1,-3-5 1,3-1 0,-3-4-1,0-1 0,0-6 1,2 1-1,-2-3 0,0-2 0,0 0 0,0 0 0,0 0 0,0 0 1,0 0-1,0 0 0,0 0 1,0 0-1,0 0 0,0 0 0,0 0 0,0 0-1,0 0-2,0-23-8,0-13-22,0-4-247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56:15.762"/>
    </inkml:context>
    <inkml:brush xml:id="br0">
      <inkml:brushProperty name="width" value="0.08333" units="cm"/>
      <inkml:brushProperty name="height" value="0.08333" units="cm"/>
      <inkml:brushProperty name="fitToCurve" value="1"/>
    </inkml:brush>
  </inkml:definitions>
  <inkml:trace contextRef="#ctx0" brushRef="#br0">-2 0 1476,'0'0'309,"0"0"-246,0 0-30,0 0-20,0 0 0,0 0 13,0 0-14,0 3 0,0-3-3,0 0-4,0 0 2,0 0-4,0 0 0,0 0 6,0 0-6,0 0 0,0 0 2,0 0-2,0 0 0,0 0-2,0 0-1,0 0 3,0 0-3,0 0-1,0 0 0,13 0-1,7 0 2,5 15-1,8-1 1,4 6 1,9 3-1,2 0 0,-1 9 1,-2 0 0,-3 8-2,-1 4 1,2 5 0,-5 0 0,0-3 0,-2 3 0,0 6 0,-5 6 1,8 3-1,-6 4 0,-2 4 0,2 6 0,-8 0 1,-3-2-1,0-2 1,-5-1 0,2-7 0,-2 0-1,-3-8 1,0-7-1,2 0 0,-4-8 0,1-4 0,1 0 0,-2-7 1,-2-4-1,-1-1 0,2 1-1,-3 8 1,6 4 0,-2 8 0,1 5 0,4-4 0,-9-6 0,3-12 0,-2-2 0,1-3 1,-1-3-1,2-2 0,1-1 0,-2 1 0,2 2 0,1 3 0,4 5 0,2 10 0,-3 2 0,-1 1 1,-4-4-1,-5-3 1,0 0-1,1-6 0,-4-1 0,6 0 0,-2-5 0,-1-3 0,0-2 0,2-7 1,-2 1-1,0 4 0,4-7-1,-1 3 1,1-1 0,-4-5 0,0 0 0,5 4 0,-5 2 0,3 4 0,1 2 1,-4-3-1,1-1 0,-4 0 1,6-1-1,-3 2 1,8 7-1,-1-2 0,-1 8 2,4 4-2,-2 4 0,-5-7-1,-2-5 2,-4-8-1,3-4 0,-3 0 0,3 1 2,-6-1-2,4-6 1,-4-4 0,0-4-1,0 0 2,0 0-1,0 0 0,3 0 1,0 0-1,-3 0-1,0 0 1,0 0-1,0 0 1,0 0-1,0 0 0,0 0 0,0 0 0,0-16-6,-22-36-6,-17-21-42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56:30.302"/>
    </inkml:context>
    <inkml:brush xml:id="br0">
      <inkml:brushProperty name="width" value="0.08333" units="cm"/>
      <inkml:brushProperty name="height" value="0.08333" units="cm"/>
      <inkml:brushProperty name="fitToCurve" value="1"/>
    </inkml:brush>
  </inkml:definitions>
  <inkml:trace contextRef="#ctx0" brushRef="#br0">657 73 933,'0'0'743,"0"0"-650,0 0-43,0 0-3,0 0-21,0 0-7,0 0-2,0 0-10,0 0 2,0 0 4,0 0-3,0 0-2,0 0-4,0 0-2,0 0 3,0 0-5,-6 0 1,3 0 1,-4 0-1,4 0 0,-3 0-1,3 0 0,-3 0 3,-2 0-3,3 0 0,-6 0-3,2 0 5,0 0-4,-1 0 1,1 5 1,-4-2 1,4 0-1,-5 0 0,1 3 1,-4-3-1,0 4 1,0-3-1,-2 4 0,-1 1-2,4-1 2,0 2-2,1 2 2,-2-4 1,4 5-1,-3-3-1,4-2 1,1 1-1,5-3 1,0 0-1,6-3 1,-7 0 1,4-1-1,-3 4 0,-4 0 0,1 4 0,3-3 0,-8 1 0,5 5 0,-4-5 1,0 1-1,4 0 0,3-3 0,-2-4-2,5 2 2,-3 2-1,3 1 1,3-3 1,0-2-1,-4 0 0,4-2 0,-3 6 1,-3 4-1,3-4 0,0 0-1,3-4 1,0 4 0,0 0-1,0 9 1,0 2-1,0 6 2,0-3-2,0 1 2,0-5-1,0-1 1,0-4-1,0 2 0,0-9-1,0 3 1,0-6 0,0-1 1,0 7-1,0-1 0,0 2 0,0 4 0,0-2 0,0-1 0,0-1 0,0 3 0,0-3 2,0 1-2,0 0 0,0-3 0,0 2 0,0-2 1,0 3-1,-3-7 0,-1 4 2,1 0-3,0 6 1,0 0 0,-3 4-1,-5 2 3,5 0-2,-1 2 0,4-5 1,0-3-1,3 7 0,-6-2 0,-4 15 0,-2 2 0,-5 0 0,4 8 4,1-10-3,5 2-1,1-2-2,3 0 2,0-1 1,3 1-1,-3-3-1,3-6 0,-3-3 2,3-3-3,0-5 0,0 5 2,0 3 0,0 3 0,3 4 0,6 1 1,1 4 0,-1 4-1,1-5 0,-1-5 0,-3-1 2,5 2-2,-2-5-1,4 8 1,-4-4 0,4 0 1,4 2-1,-5 0 0,4-3 0,-3-5 0,-1 0-1,2-2 1,-5-4 0,4 3 0,-3 4 0,2-4 0,-1 2 2,1 2-2,-2-1 0,2 0 0,1 1 0,-4-1 1,8-4-1,-4 3 0,-4-2-1,4 1 1,1-5 0,-2 2 0,1 0 0,-4-4 0,2 4 0,0-4 0,0-1-1,-2 0-1,4 1 2,1 1 0,-3 2 1,6 1-1,-1 2 0,-4-2 0,2-1 2,-1-3-2,-4-2 0,1-1 0,-4-1 0,0-1 0,0 3 0,2-4 0,0 4 0,3 2 0,-2 1 0,4 5 0,-1-3 1,2 2-1,2 4 0,0-6 0,-4 0 0,2 0 1,-6-2-2,6-5 1,-5-3 0,-2 3 0,-1-7-1,-3 1 0,5 3-1,-2-1 0,3-3 2,1 0 1,2 0-1,1 0 0,1 0-1,1 0 2,-2 0-1,6 0 0,1 0 0,-1-15 3,3 2-1,-5-5-2,2 0 0,0 2 0,-4 1 2,2-2-2,-1 3 0,0 2 0,-1-2 0,2 3 0,-1-2-1,-3 1 1,-1 1 0,5 0 2,-4-3-2,-1-1 0,-2 3 0,-1-2 1,2 1-1,-5-4 0,-3 3 0,0-6 1,0 2-1,1-3-1,-4-6 1,3-8 1,3-2-1,-3-10 0,7 2 0,-1-5 0,2 3 0,-5 8 0,0 1 0,-3 12 0,1 3 0,-4 2 0,0-2 0,0 0 0,0-3 0,0-2 1,0-4 0,0-3-1,0-6 0,0 1 0,-4-4-1,4 5 1,-6 2 0,0 2 1,-2 2-1,-1 4 1,0 1-1,-4 2 0,3-3 1,1 1-1,0-2 0,1-1 0,-4-2 1,2 2-1,-3-7 1,-2-2 0,1-5 1,-2 9-2,-3-4 0,7 2 0,-5 8 1,4 3 0,4 6-1,-1-3 0,-2 2 0,1-4 0,2-2 0,-1-5 0,1 3 0,3-1 0,-1 9 0,1 3 0,0 3 2,-2 1-1,5 3-1,-3-1 0,3-2 0,-4-5 1,1-2-1,-3 1 0,2-3 1,-5-3-1,-2 2 0,5-3 1,-4 1-1,7 8 1,-1-2-1,-2 6 0,3-2 2,-5 3-2,2-1 0,2 4 0,1 2 0,-3-1-1,-1 3 2,-2 1-1,-2-2 2,1 2-2,-4 0 0,3 0 1,-3 4-1,4-2 0,1 2 0,1 2 0,3 0 1,-9 0-1,4 0 0,-7 0 0,1 0 1,4 8-1,-1 1 0,2-4 1,6 1 0,-3-3-1,8 0 0,3-3 0,-3 4 0,3-4 0,-3 0 0,3 2 0,-6 9-1,-4 4-5,-4 8-7,3 7-13,-3-5-26,2-2-239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55:01.454"/>
    </inkml:context>
    <inkml:brush xml:id="br0">
      <inkml:brushProperty name="width" value="0.08333" units="cm"/>
      <inkml:brushProperty name="height" value="0.08333" units="cm"/>
      <inkml:brushProperty name="fitToCurve" value="1"/>
    </inkml:brush>
  </inkml:definitions>
  <inkml:trace contextRef="#ctx0" brushRef="#br0">-2533 2905 900,'0'0'728,"0"0"-577,0 0-67,0 0-47,0 0-13,0 0 0,0 0-18,-48 68 5,29-42-5,-1-1 3,4-3-4,0-2-5,1-1 3,-2 0-1,4-2 0,-3 0 1,1 2 0,1 6 1,-2-3 0,0-1-1,4-4-1,-5 3 2,1-6-3,7 1 0,2-6 0,-2 5-1,-2 4 0,2 3 0,-4-2 0,7-7 1,3-7-1,3-5 0,0 0-1,0 0 2,0 0-2,0 0 1,0 0 0,0 0 1,0 0 0,0 0-2,0 0 2,0 0 0,0 0 0,0-2-1,0-10 1,0-2 0,6-1-1,4-2 0,-1 0-1,2-4 1,4-5-1,4 1-1,3-5 2,2 2-2,-2 2 2,-2 0 0,-5 5 0,-2 4 0,-7 6 1,-3 5-1,1 6 0,-4 0-1,0 0 1,0 0 0,0 0 0,0 0 0,0 0 1,0 0 0,0 0 0,0-2 3,3 2-2,-3-4-1,0 4 2,0 0-2,0 0 1,0 0-2,0 0 0,0 0 1,0 0-1,0 0-1,0 0 1,3 0-1,3 0 1,8 0-2,8 0 2,6 0 0,11 4 0,6 13 0,7 2-1,3 4 1,1 2 1,-4 0-1,-10-5 0,-3-3 0,-14-2 0,-3-7 0,-8 1 0,-8-6 0,0-1 1,-3-2-1,1 0 0,-4 0-1,0 0 2,0 0-1,0 0 1,0 0-1,0 0 1,0 0-1,0 0 0,0 0 0,0 0 0,0 0-1,-13-20-6,-23-18-32,-6-11-299</inkml:trace>
  <inkml:trace contextRef="#ctx0" brushRef="#br0" timeOffset="846.0669">-4173 3240 1834,'0'0'41,"0"0"-1,0 0 1,0 0-19,0 0-4,0 0-5,-131-56-6,128 54 0,3-4-4,0 6-1,0-3 0,0 3-1,0 0 0,0 0-1,0 0 0,0 0-1,13 0-1,21 5 1,18 15 1,9 10 0,6-2 0,0 7 0,-3-6 0,-6-5 1,-9-5-1,-14-7 0,-10 0 0,-12-6 0,-10-1 0,-3-5-5,0 3-1,0-3 3,0 0-3,-9 0-5,-10 0-9,3-14-20,2-25-118,8-3-618</inkml:trace>
  <inkml:trace contextRef="#ctx0" brushRef="#br0" timeOffset="1222.1118">-3746 3037 1436,'0'0'273,"0"0"-167,0 0-34,0 0-19,0 0-26,0 0-14,49-66 6,-49 66-8,0 0-6,0 0-1,0 0-4,0 6 1,0 35 0,-8 22-1,-20 22 3,-14 14-1,-7-1-1,2-5-1,5-10 2,0-5-1,11-10-1,7-15 0,9-11 1,8-14-1,7-14 0,0-5 0,0-9-1,0 0 0,0 0 1,0 0 0,0 0 1,0 0 1,0 0-1,0 0 0,0 0-1,0 0 1,0 0-1,0 0 0,0 0 0,0 0-1,0 0-8,0-29-14,7-12-20,22-2-157</inkml:trace>
  <inkml:trace contextRef="#ctx0" brushRef="#br0" timeOffset="98238.4708">-262 2716 1891,'0'0'35,"0"0"-14,0 0-4,0 0-7,0 0-2,0 0-3,0 0 2,-76-8-3,49 8-2,-11 0 0,-7 14-2,-16 32 0,-6 11 0,-3 23 0,-2 0 0,11 1 0,8 0 0,11-11 3,12-6-3,11-5 0,16-10-1,3-3 1,0-4-1,25-8-1,14-2 2,10-6 0,2-6 0,7-3-1,-5-8 0,8-9-1,0 0-2,-2 0 1,-1-29 2,-8-4-2,-4-7 2,-11 0 0,-16 2 1,-16 4-22,-3 2 1,0 9-36,-28 6-32,-8 8-54,2 1 132,1-1 11,11 3 72,5 0 2,11 0-5,3 3-29,3 2-18,0-4-2,0 5-12,0-2-4,0 2 3,0 0-5,0 0 0,0 0-2,0-2 1,6-2 0,11-2-1,-1 4 0,-4-4 2,4 0-2,-7 3 0,-1 0 0,-2 1 1,-3 2 2,0 0-3,-3 0 4,0 0 4,0 0-5,0 0-1,0 0-1,0 0 0,0 0 1,0 0-2,0 0 0,0 0-1,13 0-2,6 20 3,10 11 3,0 7-3,-3 5 6,-4 3-4,-6-3-2,-7 1 5,2-6-4,-8-7 0,0-5-1,-3-9 0,0-4 1,0-9 0,0-4-1,0 0 0,0 0 0,0-10-8,0-44-16,0-19-96</inkml:trace>
  <inkml:trace contextRef="#ctx0" brushRef="#br0" timeOffset="98500.4914">171 2662 1842,'0'0'47,"0"0"-15,0 0 0,0 0-16,0 0-4,0 0-10,-98 121 2,98-81 0,0 6 1,0 16-4,0 10 2,18 15-1,5 5-1,-5-2-1,-1-5 0,2-9-4,-6-17-17,-1-12-50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3-10-20T15:56:43.434"/>
    </inkml:context>
    <inkml:brush xml:id="br0">
      <inkml:brushProperty name="width" value="0.08333" units="cm"/>
      <inkml:brushProperty name="height" value="0.08333" units="cm"/>
      <inkml:brushProperty name="fitToCurve" value="1"/>
    </inkml:brush>
    <inkml:brush xml:id="br1">
      <inkml:brushProperty name="width" value="0.08333" units="cm"/>
      <inkml:brushProperty name="height" value="0.08333" units="cm"/>
      <inkml:brushProperty name="color" value="#3165BB"/>
      <inkml:brushProperty name="fitToCurve" value="1"/>
    </inkml:brush>
  </inkml:definitions>
  <inkml:trace contextRef="#ctx0" brushRef="#br0">274 0 1824,'0'0'17,"0"0"-13,0 0 7,0 0 7,0 0 4,0 0-11,-163 176-2,145-130 5,-1 22-9,-4 18 0,4 18 3,-1 5-5,10-2 5,10-6-6,0-23-1,0-15 4,36-17-4,2-14 0,13-15-1,4-13-1,0-4 0,-1-8-1,-2-33-2,-10-11-9,-14-9-32,-9 3-126</inkml:trace>
  <inkml:trace contextRef="#ctx0" brushRef="#br0" timeOffset="335">377 589 1878,'0'0'58,"0"0"-47,0 0-10,0 0 6,0 0-5,0 0-2,39-3-1,-17 3 1,-5 0 1,2 0-1,-6 3-1,-7 3-1,-3-3 2,0 2 0,-3-2 0,0 13 0,0 11 5,0 22 0,0 19 0,-12 8-4,2 6 1,4-4 1,6-9-3,0-8 1,0-9 3,3-16-2,3-15-2,1-9 1,-7-12 0,0 0-2,3 0-20,0-32-73</inkml:trace>
  <inkml:trace contextRef="#ctx0" brushRef="#br0" timeOffset="663">709 187 1890,'0'0'48,"0"0"-37,0 0-6,0 0 6,0 0-2,-3 194 1,3-121-8,0 10 1,0 13 3,0 2-1,0-4-5,0-9 0,3-11 0,-3-7 0,0-9-18,0-5-38</inkml:trace>
  <inkml:trace contextRef="#ctx0" brushRef="#br0" timeOffset="60492">1667 1187 1830,'0'0'23,"0"0"-18,0 0 5,0 0-9,0 0 12,0 0 0,173-127-5,-146 96 1,-5-2 0,-6 2 4,-4-10-6,-1-8-3,-5-15 0,-3-16-2,-3-10-1,0-17 0,0-2-1,0-1 4,-3 0-4,-14 12-1,8 13 1,-4 22 2,10 26 1,0 19-3,3 18-4,0 0-9,0 20 12,0 33 0,0 19 2,0 12 4,6 3-2,-6 5-3,0 6 0,0 9 3,0 2-2,0-10-1,-3-10 2,0-18-2,0-20 2,3-11-2,0-14 0,0-12-1,0-5 1,0-5-1,0-4-2,0 0 2,0 0-2,0 0 3,0 0 0,0-25 0,0-12 0,0-9 0,0-6 0,0 6 3,3 0-2,13 11-1,7 6 0,8 10-1,5 13 1,5 6-7,4 0 6,-6 8 1,-4 21 3,-3 6-3,-3 8-3,-3 6 3,-4 0 0,3-3 1,1-5 0,-3-9 0,0-13-1,-1-7 0,-3-12-4,7 0 4,5-6-4,5-25 4,2-7 3,4-2-2,0-7-1,-7 10 0,-3-4 1,-13 7-2,-3 8 2,-13 0-1,-3 6 4,0 3-2,-3 2-2,-22 3 0,-8 4 0,-1 4 3,-2 4-1,4 0-2,3 0 4,7 6-4,6 20 0,-1 12 0,5 13 0,8 13-3,4-3 5,0-3-4,4-7 2,22-14 0,2-10-1,2-9-1,-5-12 0,0-6 2,-2 0 1,-7-18 0,-2-19 2,-9-6-3,-2-4 1,-3 4-1,0 11 0,0 6-1,0 14 2,0 1-2,0 11 1,0 0-6,0 0 1,0 0 1,0 6 4,11 7 5,8 3-5,4-2 0,-1-1 0,0-5 2,3-4-1,1 5-1,1-3 2,-5-2 0,-3-4-2,-1 0-1,1 0 1,1 0 0,2-23 7,5-10 2,-2-6-3,3-4 2,2 7-7,-7 13 2,2 5-3,-3 13-2,8 5 0,4 0-2,-1 20 4,-11 30 1,-8 18 1,-14 8 2,-5 2 1,-29 0 0,-11-12-1,2-14-1,6-15-2,10-13 3,5-16-3,10-8 2,-1 0-3,-7-19-6,11-26-5,-1-6-28,7-3-432</inkml:trace>
  <inkml:trace contextRef="#ctx0" brushRef="#br0" timeOffset="63857.8894">4269 978 1864,'0'0'6,"0"0"0,0 0 14,0 0 2,0 0-2,0 0-16,0 0 0,-15-68 1,15 47-4,3 4 0,12 5 8,4 4-9,8 8-4,1 0 0,11 8 3,0 25 1,-1 10 0,-9 3 3,-7 1 0,-9-8-3,-4-5 0,-9-4 0,0-13-2,0-4 2,0-9-2,0-4 2,-12 0 3,-7 0-3,-3-25-5,2-11-1,4-7 5,13-3 0,3-1 2,0 5-1,15 4 1,12 1 0,4 2-1,2 9 0,2 1 1,3 10 3,-3 11-4,1 4-6,-5 0 6,2 23 1,-5 12-1,-5 9-2,-7 4 2,-3 2 6,-10-9-6,0-13-4,0-15 3,0-12-1,-3-1 1,8 0-9,-2-36 10,7-14-1,-1-8 1,1 6 0,1 9 6,-8 14-3,3 14 1,-5 7-4,2 8-1,3 0 0,4 0-3,7 0 4,2 0 6,3 12-4,1-1 0,3-3 1,3 5 0,6-2 2,7-2-3,1 2 0,-1-2 0,-1-7-2,-2 2-1,6-4 1,-2 0 3,-1-20 1,-7-11-2,-7 0-2,-8-10 5,-7-4-3,-13-7 0,-3-5 0,0 4 2,-9 8 0,-13 9-4,-8 16 0,5 14 3,0 6-2,-8 0 0,7 37-1,1 27 1,3 18-2,5 10 3,1 3-2,7-5 0,2-15 0,7-14 0,0-24 0,0-14-1,10-17-2,12-6-4,4 0 7,7-9 3,-2-26-2,-1-8 4,-5-3-5,-9 3 0,-7 3-3,-9 7 3,0 13 0,0 3 0,0 11-1,0 6 1,0 0-2,0 0-5,0 0-3,0 0 1,0 4 9,17 13-2,8-3 3,11 0-1,11-4 0,14-10 0,14 0 2,1-10-1,-2-24 7,-7-10-2,-18-1-6,-12-9 0,-7 9-2,-14 2 2,-7 8 0,-9 13 0,0 7 0,0 11-2,0 4 2,0 4 0,0 44-1,0 22 3,-3 23 3,-10 0-5,-2 7 1,-1-11 4,-4-15-4,7-18 1,-3-24 0,7-20-1,-5-12-1,-5-9-14,-3-43-32,-7-18-220</inkml:trace>
  <inkml:trace contextRef="#ctx0" brushRef="#br0" timeOffset="64120.95">5948 558 1903,'0'0'39,"0"0"-38,0 0 4,0 0 6,0 0-7,0 0 0,189 97 1,-128-33-3,0 8 4,-8 0-2,-4-11 0,-10-9-2,-8-18-2,-1-7 0,-5-10 2,-5-11-1,-8-4-2,1-2-3,-3 0-2,-1-33-6,-3-14-2,-3-3-43,2-1-1842</inkml:trace>
  <inkml:trace contextRef="#ctx0" brushRef="#br0" timeOffset="64645.9945">6506 94 1936,'0'0'36,"0"0"-30,0 0-1,0 0 2,0 0-7,0 0 0,-11-1-1,16 1-2,23 0 2,-3 0-58</inkml:trace>
  <inkml:trace contextRef="#ctx0" brushRef="#br0" timeOffset="64482.983">6592 418 1794,'0'0'45,"0"0"-35,0 0-2,0 0 21,0 0 14,0 0-24,11 18-3,-9-4-3,1 0-4,6 4 0,2-3-7,-2 2 4,-2-3-1,-1 4-2,-3-3 0,0 4 2,0 7-2,5 9 1,-3 14-3,4 3-1,5 9 2,-1 5-2,2-5 0,4-7 0,1-13 0,-10-15 1,-4-15-1,-6-11-4,0 0-5,0-32-9,0-31-23,-13-26-130</inkml:trace>
  <inkml:trace contextRef="#ctx0" brushRef="#br0" timeOffset="67023.3907">7086 834 1941,'0'0'32,"0"0"-22,0 0 8,0 0-8,0 0-9,0 0 0,-3-179-1,48 146 1,-3 9-1,-1 9 0,-5 15-4,-5 6 0,-1 31 4,-8 16 2,-10 5-2,-4-4 0,-8-5 1,0-3 0,0-11-2,0-6 1,0-10-2,0 0 1,0-11-2,0-5-2,0 0 1,0-3-2,0 0 3,0 0-2,0-20 2,3-15 3,-3-6 1,0-5 2,0 7-2,0 6 2,6 13-2,-3 9 1,10 5-2,3 6 0,10 0-6,6 0 6,-3 23 1,-4 8-1,2 4 2,-9 0-1,-2-6 1,-3-3 0,-1-6 0,-1-9-2,5-11-1,3 0-1,13-4 0,3-32 1,1-13 1,-5 0-1,-11 3-2,-7 6 3,-10 4 2,0 14-2,-3 7 0,0 15-2,0 0 4,0 0 0,0 0 0,0 0 0,0 0-1,0 0 1,0 0-2,13 15 0,-1 19 0,5 13 1,2-4-1,-3-4 0,4 0 1,2-10-1,3-9-5,4-6 2,3-14-9,1 0 6,-2-8-1,-1-33 7,-4-8 3,-7-3-3,-10-5-4,-9 8 4,0 4 1,0 8 7,-3 8-5,-6 13-2,1 7 4,8 5-1,-3 4 2,0 14-6,1 30 0,2 17 1,0-1-1,0 1 0,11-9 1,22-6 0,3-11 1,3-9-2,2-12 1,4-14-2,8 0 1,8-23-9,-2-18 3,-4-7-19,-17-1-17,-9 0-32,-10-4-16,-10 4 59,-2 6 14,-7 12 17,0 8 36,0 15 31,0 4-4,0 1-25,0 3-16,0 0 6,0 0-16,0 0-8,0 0 4,0 0-6,0 21 3,0 13-2,0 7 1,6-1 2,8 12-6,-2 1 0,1 3 2,6-4-2,4-6 1,-1-9-1,-3-12 0,1-9-2,-11-12 0,-5-4-5,2 0 2,0 0 5,-3-36 0,1-10 1,-1-8 0,-3-1 2,3 6-3,0 12 0,3 6 1,2 15 0,-2 7-1,-6 7 0,3-2 2,0 2 2,-3 2-2,0 0-2,0 0 5,0 0-4,3 0 0,1 0-1,8 25 0,1 4 2,-1 10-1,5-2-1,-7-11 3,-4 0-2,-3-9 1,-3-14-2,0 0 0,0-3 3,0 0-2,0 0 1,0 0 1,0 0-2,0-12-1,0 4 1,0-8-1,-3 3 3,0-7-3,3-1 0,0 3-1,0 1 1,0 3 0,0 0 0,0 2 0,0 5 0,0 6 0,3-3 0,3 4 0,-6-5 0,3 3 0,1-2 0,2-1 0,3-1-1,2 0 1,-5 0 0,0 3 0,-2 3 0,-4 0 0,0 0 0,0 0-2,0 0 2,3 0-1,-3 0 1,0 0 0,0 0 0,0 0 0,0 3 0,6 20 1,0 0 1,4 6-2,-1 3 0,-1 3 2,-2 2-1,0-2-1,1-12 0,-4-6 1,0-8 0,-3-9-1,0 0 0,3 0 0,-3 0 0,0 0 0,0 0 1,0 0-1,0 0 1,0-24 1,0-13-2,0-9 1,0-11-1,3-3 0,16 15 0,1 2 0,2 14 0,0 5 0,1 7-1,3 13 1,0 0-1,-1 4 0,3 4 0,8 21 1,3 12 0,-6 4 1,-5-3-1,-6-2 0,-6-10 0,-7-7-2,-1-11-1,-8-8-10,3-4-19,0-45-295</inkml:trace>
  <inkml:trace contextRef="#ctx0" brushRef="#br0" timeOffset="69416.059">10484 673 1953,'0'0'26,"0"0"-21,0 0 1,0 0 4,0 0-6,0 0-4,0 0 1,42-84-1,-20 84-2,-3 17-2,4 30 4,-4 13 2,-10 1-2,-5-1-1,-4-13 1,0-12 1,0-15-1,0-14 0,0-6-2,0 0-1,0-10-3,0-29-6,0-20 0,0-7 7,6-4 3,3 6 4,5 13-2,2 8 0,6 8 0,-2 12 0,5 5 0,3 10-4,5 8 3,3 0 1,8 12 0,-2 21 0,0 6 4,0 1-4,-10 2 2,-3-11 3,-7-3-5,-6-4 0,4-4 1,-4-6-1,2-6-2,1-4 1,-2-4-8,5 0 2,-3-30 2,-5-12 5,-5-7 0,-2-6 2,-7 0-2,0 5 3,0 9 0,0 16 3,0 8-1,-13 11-2,7 3 3,3 3 6,-5 0-9,5 0-3,0 32-1,3 14 1,0 9 0,0-1 3,20-1-3,8-4 1,5-5 0,-2-8 2,2-5 1,-2-12-2,-1-5-2,-2-11 0,-1-3-2,-5 0 2,-3-5-5,-4-30-4,-1-6-3,-11-4 12,-3-2-1,0 7 1,0 4 0,0 11 2,0 5-2,0 11 6,0 6-3,0 3-3,0 0-1,3 0-3,10 18 4,6 10 3,4 4-2,5 0-1,2-1 2,1-5-1,-1-7 0,1-12-2,-1-3-3,4-4 0,-1 0 1,-2-20-4,-4-18-4,-8-6 9,-4 6 2,-5 7 0,-4 8 5,-3 11 7,2 10-1,-2 2-1,-3 0-3,3 8-6,3 27 0,7 17-1,-1 15 3,-2-5 0,-4-5-2,-3-10 0,-3-17-1,0-19 2,0-8-2,0-3 1,0 0-1,0-31-3,0-16 2,0-7 0,0-8 1,0 11 1,0 13-1,0 13-1,0 10 1,8 13 0,4-5-3,7 7 1,6 0 2,2 0-2,1 0 1,-2 0 1,4 9 0,-5 6 0,3-5 1,-6 5-1,2-6 1,-6-6-3,-7 0 3,-6-3-2,-2 0-3,5 0 4,-2-26 2,0-12 3,1-6-5,-1-1 1,3 7 0,2 12-1,-6 12 0,-2 10 0,2 4-1,1 0-5,3 0 3,7 12 3,7 12 0,2 1 1,5 2 2,1-1-3,5 2 0,-4-5-1,0-2 3,0-11-2,-6-3 2,-4-7-2,-6 0 0,-4-7 1,5-29 2,-4-16-2,0-12 1,-7-8-1,-6-6-1,0-9-1,0-2 0,0 11 1,-19 18 0,3 24 0,2 20 2,8 11 0,0 5 1,6 0 0,-3 27-3,3 31 0,0 20 0,0 9 1,9 0-1,11 5 3,-4-6-3,-3-1 1,-7-13 0,-3-24 0,-3-24-1,0-14 0,0-10 1,0 0-1,0-19 0,0-22 2,0-11-2,0 1 1,0 0-1,9 14 0,8 11 0,5 13-1,0 6 0,8 7 0,-2 0-1,5 0 2,-11 3-1,1 14 1,-4 1 0,-6 2-1,-7 3 1,-6 6 0,0 12 2,0 2-2,-29 9 3,-16-1-3,3-9 1,-2-8 1,11-14-2,18-12 0,8-8-1,7 0-1,0-31-11,29-30-18,19-11-67,7 3-1047</inkml:trace>
  <inkml:trace contextRef="#ctx0" brushRef="#br0" timeOffset="69879.7163">13221 341 1753,'0'0'106,"0"0"-54,0 0-23,0 0-3,0 0-19,0 0-4,12-12-1,1 3 5,4-5 6,-8 0-7,1-7-3,-7 4 1,-3 6-2,0 2 0,0 5-2,-3 4 0,-10 0 5,-4 8-4,2 35-1,2 14 0,10 7 0,3-4 0,0-5-2,0-11 2,22-16-1,4-5 1,-4-13-1,-3-10 0,7 0 0,-4-21-1,2-26 2,1-6 0,-3 0 1,-2 1-1,-4 13-1,-4 17 1,-1 13 1,-9 6-1,-2 3 0,0 0 0,12 0 0,12 0 2,7 15-2,8 11 3,0 2-1,0 7 0,-8 0-1,2-4 0,-8 2 0,0-7-1,2-9 0,1-15 0,11-2-9,12-45-20,20-22-352</inkml:trace>
  <inkml:trace contextRef="#ctx0" brushRef="#br0" timeOffset="70736.1734">14681 434 1985,'0'0'24,"0"0"-23,0 0-1,0 0 3,0 0 1,0 0-3,19 0 2,-19 0 3,0 25-4,-7 15 0,-18 15-2,-4 7 0,10-5 1,6-9-1,7-12 0,6-10 0,0-15-2,19-11 0,23 0 2,2-16 0,4-25 1,-9-23-1,-11 0 0,-15 1 0,-13 3-1,0 8 0,-6 8 1,-26 7-2,-13 4 1,-6 7 0,2 1 1,5 7 0,15 4 1,16 5 1,10 3-2,3 2-2,0-12 1,31-4 1,24-15 0,6-11 0,0 0 0,-16 5 2,-20 18-2,-11 12 0,-14 11 0,0 0 0,0 0-1,0 0 1,0 23 1,0 29 0,0 32-1,16 25 0,15 24 0,8 23 0,0 5 0,0-4-5,-4-16 3,-9-28 1,-4-29-6,3-24-5,-3-21 11,-2-23 1,-7-7-1,-4-9 1,-9 0 1,0-24 3,0-10-4,0-15 1,-15 1 1,-20-3 2,-13 0 0,-4-10 2,1 0-1,2 4-1,18 10-2,4-2 0,12 11 0,8 4-2,7-4 0,0-4 0,10-20 0,32-16-1,11-5-6,13-4-12,-2 9-31</inkml:trace>
  <inkml:trace contextRef="#ctx0" brushRef="#br0" timeOffset="72669.0637">15553 362 1920,'0'0'24,"0"0"-23,0 0 8,0 0 7,0 0-5,0 0-7,167-142 0,-134 142 4,-2 0-1,2 8-5,-11 27 2,-13 17-1,-9 14-2,0 15 1,-28 3-2,-8-18 0,11-19 0,11-31 0,8-16 1,3 0-1,3-11 0,0-31 2,0-18-2,0-1 0,3 8-2,17 12 2,-7 15 0,-1 11-2,-9 13 2,4-5-1,-1 5 1,3 2-1,8-2 0,-1-2 0,3 4 0,1 0-1,2 0 2,0 23 1,7 7 1,0 2 1,3-4-3,3 0 0,4-4 1,0-12-1,2-7 0,4-5 0,7-3 0,5-35 5,4-14-3,0-8-2,-6 0 1,-13-4-1,-7 7-3,-15 6 1,-14 8-2,-6 15 2,0 16-4,-17 12 3,-14 0 0,-5 15 3,-2 28-3,-1 9 2,8 12 1,11-1 5,20-1-5,0 3 0,9-3 1,33-7-1,16-13 1,9-12-1,7-16 3,4-14-3,-2 0 0,-2-14 0,-4-22 1,1-4-1,-4-10 0,-6-4 0,-6-4 1,-17 3-1,-12 6 0,-17 12 0,-9 7-1,0 8 1,-12 8-1,-14 5 1,-3 9 2,-6 0-2,-4 11 0,-3 29 0,4 7 0,9 11 1,7 2-1,9 0 3,4 1-1,6-12 1,3-5-3,0-14 1,0-15 0,6-11-1,13-4 0,3-4 5,11-30-4,4-11 1,2-5-2,-3 4 1,-8 11-1,-9 15 0,-5 5-1,-5 7 1,-5 5 1,-1 3-1,3 0-1,7 0-2,10 3 1,8 30 2,11 0 0,4 6 2,-2-6-2,-5-3 0,-8-11 1,-5-7-2,-7-12 1,0 0-2,4-6 2,4-25 2,-2-14-1,0-2-1,-8-5 0,-6 5 0,-3 10 0,-5 9 0,-3 9 0,0 5-1,0 5 1,0-1 0,0 9-1,0 1 1,0 0 1,0 0-1,0 0-5,0 0 5,6 6-1,7 14 1,4 0 0,-3-1 0,10 2 1,-1-6-1,2-4-1,0-11 1,-2 0 0,-1 0-1,-3-4-2,-2-18 2,-9-1 0,-3 0 0,-5 3 0,0 1 0,0 7 2,-13-1-2,-1 5 1,5 2 0,3 6 6,2 0-6,4 0 0,0 0 0,0 0 1,0 0-2,-6 0 1,-3 6 0,-1 19 1,-2 14-1,-2-6 0,4 0 0,4-2 1,3-1 0,3 1-1,0-2-1,0 1 0,0-8 1,0-2 0,3-8 0,0-6 1,0-4-1,1-2-1,-1 0 1,0 0 2,3 0-2,2 0 0,-2 0 1,0 0 1,-6 0-2,0 0-1,0 0 1,0 0 2,0 0-2,0 0 0,0 0 1,0 0 0,0 0-1,0 0-1,0 0-1,0-11 0,0-15-9,0-15-50</inkml:trace>
  <inkml:trace contextRef="#ctx0" brushRef="#br0" timeOffset="73944.8536">17850 476 1913,'0'0'39,"0"0"-39,0 0 1,0 0-1,0 0 11,0 0-3,74-78 7,-38 35-1,-5-6-12,-4 3 0,-8-1-2,-10 7-1,-9 13 0,0 0 0,0 9-1,-3 11 2,-10 6 0,-3 1 0,7 0-1,3 0 1,1 0-3,5 1 2,0 8-2,0 9 3,17 15 3,18 12 3,-2 16-2,-8 5-4,-13 4 2,-4 4-1,-5-4-1,-3-4 2,0-11 1,0-15-3,0-10 0,12-16-2,11-6 1,9-8 2,6 0 0,1 0 4,0-11-3,-8-10-2,-12-6-1,-5 0 0,-11-7 0,-3-1-4,0-5-2,0 2 4,0-6-5,-6 4 3,-8 11-2,5 12 6,5 14-3,1 3 4,3 0-9,0 5 9,0 24 1,0 12 0,16 5 0,7 0 1,2 3 6,5-5-5,-5-16-3,0-9 0,2-17 0,-2-2 6,1-11-3,6-40 2,13-12-1,3-11-4,13-5 0,-3 6-1,-3 9 2,-2 17 0,-3 20-1,-13 19-5,-7 8 5,-14 6 8,-10 37-7,-6 9 1,0 10-2,0-14 3,0-4-2,0-16-1,0-11 9,0-11-9,0-3 0,0-3 0,0 0 0,-6 0 0,-10-11-5,-4-22-8,-2-2 11,5-2 2,12-2 1,5-2-1,0-2 2,5-4-1,24 4 0,9-1-1,-2 2 2,0 4-1,-5 1 1,-6 7 0,-5 9-1,-10 13-2,-7 6 1,-3 2 0,0 0 0,3 34 1,0 24 2,2 17-1,1 6 1,0-1 0,4 1-2,-4-5 0,0-13 2,4-10-3,-7-25 0,3-13 1,-3-15-1,-3 0 0,3-9 1,2-29 1,1-17-1,2-6-1,12 4 0,-1 8 0,11 9 0,1 11 0,2 0 0,9 0-1,2 6-1,4-1-9,-2 12-10,-18 5 2,-14 7-56</inkml:trace>
  <inkml:trace contextRef="#ctx0" brushRef="#br0" timeOffset="75596.0245">2450 2024 1943,'0'0'10,"0"0"-1,0 0 0,0 0-2,0 0 3,0 0 1,-3-26-7,3 14 0,3-8 0,16-11 0,13-3 1,3-2-5,1 8 0,3 10 1,-3 12-1,1 6-2,-2 19-3,-2 32 5,-7 18-2,-13 9 2,-13 1-1,0-11 1,0-16-4,0-17 3,0-15 1,0-11-1,0-9 0,0 0-4,0-9-4,0-31 4,0-12-10,0-15 8,0 4 7,0 5 2,0 9 0,0 10-1,0 17-1,0 11 1,0 2 0,15 9-1,7 0 1,14 0 4,5 0 3,4 0-8,7 17 0,-7 6-2,0 3 2,-4 10 0,-5-2 1,-5 5-1,2-6 2,0-4-2,-2-6 0,2-17 0,-2-6-3,5 0 3,-1-38 3,7-23 0,0-14 0,-8-6-2,-7 7 0,-18 13 4,-9 15-4,0 20 4,0 14-2,-3 12-2,-20 0-1,-6 34 0,-3 19 0,10 5 1,3 5-1,16-2-1,3-4 1,0-12 0,19-12-1,9-7-1,5-11 2,-5-6-2,5-9 2,1 0 0,-4 0 1,4 0-1,5 0-4,0-9-26,2-12-36,1 1-367</inkml:trace>
  <inkml:trace contextRef="#ctx0" brushRef="#br0" timeOffset="76157.2819">4049 1791 1865,'0'0'58,"0"0"-35,0 0 3,0 0-11,0 0-8,0 0-2,-97 0-5,86-5 3,-1 5-3,2 0 1,-5 0 3,2 0-3,-1 15 0,5 3 1,6 0-2,3 3 0,0 6 0,0 0 0,3-4 1,6-3-1,5-9 0,-8-4 0,-3-4 1,1-3 0,-1 0-1,0 1 0,0-1-1,0 0 1,-3 0-1,3 0 1,0 0 0,1 0 4,-1-11 2,3-15-2,0 6-1,2 9-2,-8 6 0,0 5 0,0 0-1,0 0 1,0 0-1,0 0 0,0 0 2,3 0-2,-3 0 0,9 10-2,7 25 2,3 8 0,-2 6 0,-1-2 1,-4-1 0,1-14-1,-1-6 0,-4-15-1,-2-8-1,0-3-2,7 0-4,6-40 4,7-17 3,-1-14-9,-6 2-19,-8 9-36</inkml:trace>
  <inkml:trace contextRef="#ctx0" brushRef="#br0" timeOffset="76330.2937">4071 1602 1957,'0'0'19,"0"0"-9,0 0 7,0 0-17,0 0-2,0 0-22,0-8-22,28 8-49</inkml:trace>
  <inkml:trace contextRef="#ctx0" brushRef="#br0" timeOffset="77297.9117">4790 1692 1836,'0'0'93,"0"0"-70,0 0-4,0 0-4,0 0-8,0 0-1,-100-17 1,84 17-1,5 0 0,-1 11-5,2 24 0,-2 16 1,-4 14-1,2 7 1,2-5-1,5-13 0,7-20 1,0-16-2,0-12-2,0-4 2,10-2-3,16 0 3,6 0 0,3 0 0,0 6 0,-2 18 0,-2 13-6,-5 24 6,-13 11-1,-10 15 1,-3 2 0,0 3 1,-22-8 0,-7-12 0,-3-17-1,6-17 5,4-21-4,3-14 0,2-3 1,-2-6-2,3-27 0,4-18 0,4-6-2,8-21 2,0-15-4,5-19 2,26-18 0,18-26 1,15-15 1,12-22-1,18-12 1,-2 14-1,-9 35 1,-22 45 0,-25 52 0,-30 42 0,-6 17-1,0 14-5,-12 32 6,-7 21 0,-1 8 0,7 2 3,10 0-2,3-8 2,0-5-2,0-1 2,0 5-3,0 2 3,0 0-3,0-6 1,0-7-1,0-11 0,0-12 0,3-11-1,4-11-1,-4-9 1,-3-3-3,3 0-1,0 0 5,0-9 3,5-23-1,1-8-2,4-3 2,2 2-2,1 10 0,4 6 0,2 15 0,5 2-1,-2 1 0,3 6 1,2 1 0,-2 0 1,1 0-1,1 10 0,1 11 0,-1 1 0,1 2 3,-4-4-3,-5-6 0,0-2 0,-10-12 0,2 0 0,-6 0 0,0 0 0,-2 0 1,-6-9 0,3-21 0,-3-15-1,7-13-6,5-11-21,18 8-60</inkml:trace>
  <inkml:trace contextRef="#ctx0" brushRef="#br0" timeOffset="77815.5022">5940 1600 1940,'0'0'1,"0"0"-1,0 0 0,0 0 21,0 0-10,0 0-2,-12-110 1,12 110 3,0 0-4,6 11-9,14 38 0,5 21 4,11 19 0,-11 3-1,-6 1-1,-8-6 0,-8-12-1,-3-20-1,0-15 0,0-19 2,0-12-2,0-9 0,0 0 1,0 0-1,0-27 0,0-18 0,3-15 1,16-12-2,12 9 1,11 14 0,1 11 0,-1 22 0,-8 16-2,-1 0 0,-5 2-1,-6 27 3,-5 12 0,-7-2 0,-10 8 2,0 0 0,0-5 0,-13-4-1,-10 0-1,-2-15 1,-2 1-1,-1-5-1,0-4-1,-2-4-1,5-11-5,8-3-11,14-46-34,3-16-397</inkml:trace>
  <inkml:trace contextRef="#ctx0" brushRef="#br0" timeOffset="78423.5539">6887 1672 1895,'0'0'36,"0"0"-12,0 0 4,0 0-13,0 0-10,0 0-3,-93 106-1,77-73 5,-6-2-3,2 10 0,1-2 0,3 5-1,7 2 0,6-2-1,3-12-1,0-7 0,0-13 0,12-9-1,10-3 0,5 0 1,1-28 2,0-23-2,-1 0 0,-7-7 2,-6 19-2,0 6 0,-4 15 0,-4 5 0,3 3 0,2 8 0,5 2-1,6 0-2,9 0 2,5 19 2,0 5-1,-2-1 0,-1 0 1,-5 3-1,-8 0 0,-7-6 0,-10 1 0,-3-4 0,0-11 2,0-6-2,0 0 3,-3 0-3,-16-12 0,2-14 0,1 0 1,4-8-1,9 11 1,3-3 0,0 6-1,0 7 0,0 0 0,0 8-1,3 0 1,6 5-1,-2 0 1,-1 0-1,0-2 1,5-10-1,11-8-2,3-5-9,4-10-45</inkml:trace>
  <inkml:trace contextRef="#ctx0" brushRef="#br0" timeOffset="78843.5541">8197 1334 1929,'0'0'39,"0"0"-27,0 0 8,0 0-5,0 0-5,0 0-9,-97 72-1,97 38 0,0 26 1,0 11 2,16-6-1,17-11-1,9-8 0,8-19-1,5-31 0,3-16 0,6-30-1,0-21 0,-3-5-5,3-5-4,-6-41-8,-13-6-50</inkml:trace>
  <inkml:trace contextRef="#ctx0" brushRef="#br0" timeOffset="79217.5848">8829 1805 1925,'0'0'28,"0"0"-24,0 0 18,0 0 2,0 0-18,0 0-1,0-105-4,25 88-1,7 6 1,0 5 0,-3 6 0,-7 0 0,-6 0 0,-2 17-1,-14 21 0,0 11 0,0 6 5,-33 3-5,2-12 0,-2-6 1,11-11-1,8-15 1,11-2-1,3-9-2,0 0 0,30 0 2,15-3 0,10 0 2,4-3 0,7-20-2,-2-3 0,-6-3-5,-11 3-5,-11 4-14,-5-5-16,-8 0-89</inkml:trace>
  <inkml:trace contextRef="#ctx0" brushRef="#br0" timeOffset="79519.6064">9637 1273 1984,'0'0'24,"0"0"-23,0 0-1,0 0 0,0 0 1,0 0 0,125 113 0,-74-35 2,-10 23-2,-21 20-1,-20 18 1,-6-9 0,-49-1-1,-9-10-2,-6-14 2,3-20-2,-5-16-2,8-14-19,3-20-28</inkml:trace>
  <inkml:trace contextRef="#ctx0" brushRef="#br1" timeOffset="88371.8507">1064 3125 1914,'0'0'37,"0"0"-35,0 0 12,0 0-1,0 0-9,0 0-1,12 0 0,27 0 3,16 4 8,9 17-9,14 12-3,2-2-1,6 16 0,1 4-1,-7 12 1,-7 7-1,-8-10 2,-14-2-2,-9-9 0,-10-14 0,-9-10 0,-7-13 0,-13-6 0,-3-6 0,0 0-2,0 0 1,0 0-2,0 0-4,-30-18-19,-1-7-36</inkml:trace>
  <inkml:trace contextRef="#ctx0" brushRef="#br1" timeOffset="87997.3196">1439 3003 1813,'0'0'49,"0"0"-29,0 0-8,0 0 15,0 0-9,0 0 0,0 0-9,-25 72-3,-2-35 11,-1 7-11,-5 14 2,-4 8-5,-2 15-1,1 10-2,-1-7 0,3 1 0,8-16 0,3-18 0,5-12 0,10-18 0,4-10-2,6-11 1,0 0-5,0 0-4,0-16-9,3-15-10,19-11-38,-2-12-300</inkml:trace>
  <inkml:trace contextRef="#ctx0" brushRef="#br1" timeOffset="89678.3258">2839 3000 1734,'0'0'86,"0"0"-25,0 0-20,0 0-10,0 0-11,0 0-12,-11-12 1,11 12-2,0 0-1,0 0-1,0 15-5,0 35 1,16 29 2,10 29-1,1 1 0,-5 13-1,-3-13-1,-10-7 2,-3-19-1,-6-22-1,0-23 0,0-25 0,0-9 3,0-4-1,0 0-1,0-35 1,-15-16-2,-4-21-1,3-7 1,10-5 0,6 9 0,0 11-1,19 13 1,12 9 0,2 12 0,-2 5-1,2 8 0,-8 7 0,3 4 0,8 6-2,3 6 3,3 34-1,-1 29 1,-15 9 0,-16 13 0,-10 3 1,0-8 1,-10-4 0,-19-10-2,-3-23 4,0-9-3,3-14 0,3-12 0,7-1 0,2-13-1,6 0-2,-3-7-1,5-30-5,6-15-19,3-9-15,0 4-135</inkml:trace>
  <inkml:trace contextRef="#ctx0" brushRef="#br1" timeOffset="91349.0459">3480 3575 1878,'0'0'47,"0"0"-41,0 0-5,0 0 8,0 0 10,0 0-3,164-39-3,-139 18-5,-9 3-6,-2-7 0,-5 6 0,-6 5 2,-3-4-4,0 13 4,0 2-1,0-3-1,0 6-1,0 0-1,0 0 0,0 9-2,0 28 0,0 15 2,0 12 0,3-1-2,10-5 2,0-8-2,2-10 0,2-8 1,8-12 0,5-15 1,5-5-2,10 0 1,3-36 2,-1-17 1,-5-23 0,-3-9-2,-12-11 0,-10-5-3,-9 3-8,-8-1 7,0 4-5,-8 3 0,-6 18 8,0 29 1,5 18 1,2 25-1,7 2 0,0 9 3,0 37-2,3 12 2,16 6-1,8-1 6,1 1 0,8 0-3,-5 2-2,5 3 2,0-3-3,-2 10-1,-1-4 2,-8-3-3,-3-17 2,-2-19-2,-7-14 1,-4-13-2,1-6 1,-1 0-4,5-23 4,2-12 0,-4-9 3,1 7-3,-7 9 2,2 7-3,-5 15 1,0 6 0,-3 0 0,0 0-3,0 0 1,3 0 0,6 0 2,10 27 3,14-8-2,2 7 2,10-6-2,0-3 3,-1-8-2,1-9-1,1 0-1,-4 0 0,-11-31 1,-9-4-1,-8-8 2,-11 8-1,-3 4 0,0 11-1,-26 8-1,-15 5 1,-4 7 1,-1 0-1,1 0 0,11 0 0,10 8 0,15-3 0,9-5 0,0 0 0,0 0-4,17-25 4,11-14 0,11-10 2,5 1 1,8 4-3,-1 0 0,4 16 0,-4 11 0,-2 10-2,-8 7-1,-2 13 2,-5 24 0,-8 2 0,-3 2 1,-11-3 1,2-1-1,-8-2-1,-6 1 1,0-3 0,0-3 0,0-11-1,0-4 1,0-15-1,0 0 1,0 0 0,0-38-3,0-2 3,0-12-1,6 8 2,18 13 0,-2 5-1,-3 6 0,-4 8-1,4 9-1,4 3 1,-1 0-1,2 9 1,1 8 2,3 2-1,8 2 1,0 0-1,6-3 0,-1 1 1,4-7-1,3-4 0,4-2 0,1-6-1,2 0-2,3-26 3,-4-20 0,1-12 1,-3-11 1,-15-3-2,-10 2 0,-15 25-2,-12 7 5,0 23-5,-15 15 4,-24 0 0,-2 26-1,-1 20-1,3 13 0,4-1 0,6-1 0,10 1 0,9-1 0,10-5 1,0-7-1,3 6 0,29-11 0,0 4 1,3-4-1,1 2 0,0 5 2,1 11-1,-1 5 0,-4 9-1,-3 12 1,-10-1 1,-6-1-2,-7-4 1,-6-14 3,0-7-3,-25-6-1,-11-4 1,-5-9 0,-4-18 1,3-8-2,1-12 1,5 0-1,0-32 0,5-20-2,1-12 1,15-11 1,8 3 0,7 3 0,0 11 0,30 12 0,-2 0 0,8 8 1,-1-5-1,3 2-1,8-11 0,-2 1-19,-2 0-41</inkml:trace>
  <inkml:trace contextRef="#ctx0" brushRef="#br1" timeOffset="92039.682">7122 2992 1658,'0'0'337,"0"0"-327,0 0-9,0 0 0,0 0 1,9 228 3,16-120 2,2 9-1,-12-13-1,-2-9-3,-2-16-1,-11-22-1,0-11-1,0-8-5,0-18-3,-17-9-1,-8-11-3,1 0 1,9-18 8,2-1-5,7-2 9,3 4 11,3 10 5,-5 6-3,5-15-6,0 6-4,0-14 1,5-5-3,20 0-1,4 1 2,0 9-2,-3 9 0,-4 7-1,0 3 0,1 0 0,-1 0 2,8 19-1,-2 0 0,0 1 1,2 1 0,-2-4-1,5-1 0,3 2 0,1-18 0,5 0 0,4 0-2,-2-45 2,-9-15 1,-6-3 1,-20 6-2,-9 5 2,-6 19-2,-44 8 2,-19 19-1,-1 6 2,-4 19-3,10 32 1,3 15-1,7 9 0,8-11 1,15-12-1,15-17-1,16-25-4,9-10-23,43-17-58</inkml:trace>
  <inkml:trace contextRef="#ctx0" brushRef="#br1" timeOffset="93488.3643">9926 3020 1936,'0'0'33,"0"0"-33,0 0 4,0 0 9,0 0-5,0 0-1,0-5 0,-13 5-4,-7 0 4,1 0-7,-1 5 1,-2 10 0,-6 6 0,-8 7 1,-8 13-1,-7 2 1,-4 9-1,3 1-1,4 2 2,9 5 0,8-1-1,9-1-1,8 6 0,11-1 0,3-11 1,0-1-1,35-6 0,8-20 0,5-10-1,10-15 1,3 0-1,6-19-1,-9-28 1,-8-3-7,-11-2-1,-20 12-11,-19 3-2,0 11 18,-3 9 0,-22 9 4,1-1 3,6 2 1,8 2 1,7 5 9,3 0-6,0-6-5,0-6-2,3-1-1,19-3 6,11 5-3,-11-1-1,-2 12 0,-11 0-2,1 0 0,2 0 2,1 23-1,4 24 4,-2 16 0,-2 9-1,0 0-1,-7 4-1,0-16-2,2-5 1,-5-9-1,0-14 0,0-7 0,-3-17-1,3-1-2,-3-7-7,3 0-10,4-15-20,-1-30-85</inkml:trace>
  <inkml:trace contextRef="#ctx0" brushRef="#br1" timeOffset="93728.3824">10487 3214 1976,'0'0'37,"0"0"-35,0 0 1,0 0 4,0 0-6,0 0-1,-3 127 1,3-47 1,0 7 1,9-6-2,13-7-1,2-6 0,-9-13 0,-2-15-7,-4-14-5,-9-14-44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A81A4-9507-4433-B1D7-ED09BC053359}" type="datetimeFigureOut">
              <a:rPr lang="en-IN" smtClean="0"/>
              <a:t>20-10-2023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0A3-5AB9-4B92-ACC2-02C201DCD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8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A81A4-9507-4433-B1D7-ED09BC053359}" type="datetimeFigureOut">
              <a:rPr lang="en-IN" smtClean="0"/>
              <a:t>20-10-2023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0A3-5AB9-4B92-ACC2-02C201DCD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394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A81A4-9507-4433-B1D7-ED09BC053359}" type="datetimeFigureOut">
              <a:rPr lang="en-IN" smtClean="0"/>
              <a:t>20-10-2023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0A3-5AB9-4B92-ACC2-02C201DCD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242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A81A4-9507-4433-B1D7-ED09BC053359}" type="datetimeFigureOut">
              <a:rPr lang="en-IN" smtClean="0"/>
              <a:t>20-10-2023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0A3-5AB9-4B92-ACC2-02C201DCD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835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A81A4-9507-4433-B1D7-ED09BC053359}" type="datetimeFigureOut">
              <a:rPr lang="en-IN" smtClean="0"/>
              <a:t>20-10-2023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0A3-5AB9-4B92-ACC2-02C201DCD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177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A81A4-9507-4433-B1D7-ED09BC053359}" type="datetimeFigureOut">
              <a:rPr lang="en-IN" smtClean="0"/>
              <a:t>20-10-2023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0A3-5AB9-4B92-ACC2-02C201DCD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09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A81A4-9507-4433-B1D7-ED09BC053359}" type="datetimeFigureOut">
              <a:rPr lang="en-IN" smtClean="0"/>
              <a:t>20-10-2023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0A3-5AB9-4B92-ACC2-02C201DCD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86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A81A4-9507-4433-B1D7-ED09BC053359}" type="datetimeFigureOut">
              <a:rPr lang="en-IN" smtClean="0"/>
              <a:t>20-10-2023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0A3-5AB9-4B92-ACC2-02C201DCD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148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A81A4-9507-4433-B1D7-ED09BC053359}" type="datetimeFigureOut">
              <a:rPr lang="en-IN" smtClean="0"/>
              <a:t>20-10-2023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0A3-5AB9-4B92-ACC2-02C201DCD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14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A81A4-9507-4433-B1D7-ED09BC053359}" type="datetimeFigureOut">
              <a:rPr lang="en-IN" smtClean="0"/>
              <a:t>20-10-2023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0A3-5AB9-4B92-ACC2-02C201DCD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368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A81A4-9507-4433-B1D7-ED09BC053359}" type="datetimeFigureOut">
              <a:rPr lang="en-IN" smtClean="0"/>
              <a:t>20-10-2023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0A3-5AB9-4B92-ACC2-02C201DCD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587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A81A4-9507-4433-B1D7-ED09BC053359}" type="datetimeFigureOut">
              <a:rPr lang="en-IN" smtClean="0"/>
              <a:t>20-10-2023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970A3-5AB9-4B92-ACC2-02C201DCD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644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emf"/><Relationship Id="rId18" Type="http://schemas.openxmlformats.org/officeDocument/2006/relationships/customXml" Target="../ink/ink9.xml"/><Relationship Id="rId3" Type="http://schemas.openxmlformats.org/officeDocument/2006/relationships/image" Target="../media/image1.emf"/><Relationship Id="rId21" Type="http://schemas.openxmlformats.org/officeDocument/2006/relationships/image" Target="../media/image10.emf"/><Relationship Id="rId7" Type="http://schemas.openxmlformats.org/officeDocument/2006/relationships/image" Target="../media/image3.emf"/><Relationship Id="rId12" Type="http://schemas.openxmlformats.org/officeDocument/2006/relationships/customXml" Target="../ink/ink6.xml"/><Relationship Id="rId17" Type="http://schemas.openxmlformats.org/officeDocument/2006/relationships/image" Target="../media/image8.emf"/><Relationship Id="rId25" Type="http://schemas.openxmlformats.org/officeDocument/2006/relationships/image" Target="../media/image12.emf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emf"/><Relationship Id="rId24" Type="http://schemas.openxmlformats.org/officeDocument/2006/relationships/customXml" Target="../ink/ink12.xml"/><Relationship Id="rId5" Type="http://schemas.openxmlformats.org/officeDocument/2006/relationships/image" Target="../media/image2.emf"/><Relationship Id="rId15" Type="http://schemas.openxmlformats.org/officeDocument/2006/relationships/image" Target="../media/image7.emf"/><Relationship Id="rId23" Type="http://schemas.openxmlformats.org/officeDocument/2006/relationships/image" Target="../media/image11.emf"/><Relationship Id="rId10" Type="http://schemas.openxmlformats.org/officeDocument/2006/relationships/customXml" Target="../ink/ink5.xml"/><Relationship Id="rId19" Type="http://schemas.openxmlformats.org/officeDocument/2006/relationships/image" Target="../media/image9.emf"/><Relationship Id="rId4" Type="http://schemas.openxmlformats.org/officeDocument/2006/relationships/customXml" Target="../ink/ink2.xml"/><Relationship Id="rId9" Type="http://schemas.openxmlformats.org/officeDocument/2006/relationships/image" Target="../media/image4.emf"/><Relationship Id="rId14" Type="http://schemas.openxmlformats.org/officeDocument/2006/relationships/customXml" Target="../ink/ink7.xml"/><Relationship Id="rId22" Type="http://schemas.openxmlformats.org/officeDocument/2006/relationships/customXml" Target="../ink/ink1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13" Type="http://schemas.openxmlformats.org/officeDocument/2006/relationships/image" Target="../media/image6.emf"/><Relationship Id="rId18" Type="http://schemas.openxmlformats.org/officeDocument/2006/relationships/customXml" Target="../ink/ink21.xml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12" Type="http://schemas.openxmlformats.org/officeDocument/2006/relationships/customXml" Target="../ink/ink18.xml"/><Relationship Id="rId17" Type="http://schemas.openxmlformats.org/officeDocument/2006/relationships/image" Target="../media/image8.emf"/><Relationship Id="rId2" Type="http://schemas.openxmlformats.org/officeDocument/2006/relationships/customXml" Target="../ink/ink13.xml"/><Relationship Id="rId16" Type="http://schemas.openxmlformats.org/officeDocument/2006/relationships/customXml" Target="../ink/ink20.xml"/><Relationship Id="rId20" Type="http://schemas.openxmlformats.org/officeDocument/2006/relationships/customXml" Target="../ink/ink22.xml"/><Relationship Id="rId29" Type="http://schemas.openxmlformats.org/officeDocument/2006/relationships/image" Target="../media/image120.emf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5.xml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5" Type="http://schemas.openxmlformats.org/officeDocument/2006/relationships/image" Target="../media/image7.emf"/><Relationship Id="rId28" Type="http://schemas.openxmlformats.org/officeDocument/2006/relationships/customXml" Target="../ink/ink23.xml"/><Relationship Id="rId10" Type="http://schemas.openxmlformats.org/officeDocument/2006/relationships/customXml" Target="../ink/ink17.xml"/><Relationship Id="rId19" Type="http://schemas.openxmlformats.org/officeDocument/2006/relationships/image" Target="../media/image9.emf"/><Relationship Id="rId4" Type="http://schemas.openxmlformats.org/officeDocument/2006/relationships/customXml" Target="../ink/ink14.xml"/><Relationship Id="rId9" Type="http://schemas.openxmlformats.org/officeDocument/2006/relationships/image" Target="../media/image4.emf"/><Relationship Id="rId14" Type="http://schemas.openxmlformats.org/officeDocument/2006/relationships/customXml" Target="../ink/ink19.xml"/><Relationship Id="rId27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K – Nearest Neighbor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28575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KNN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KNN is a supervised learning algorithm</a:t>
            </a:r>
          </a:p>
          <a:p>
            <a:r>
              <a:rPr lang="en-US" dirty="0" smtClean="0"/>
              <a:t>It can be used for regression(numeric data) and classification(categorical data)</a:t>
            </a:r>
          </a:p>
          <a:p>
            <a:r>
              <a:rPr lang="en-US" dirty="0" smtClean="0"/>
              <a:t>KNN is based on Euclidean distance.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774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KNN steps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Select the number K of the neighbors.</a:t>
            </a:r>
          </a:p>
          <a:p>
            <a:r>
              <a:rPr lang="en-US" dirty="0" smtClean="0"/>
              <a:t>Calculate the Euclidean distance of K number of neighbors.</a:t>
            </a:r>
          </a:p>
          <a:p>
            <a:r>
              <a:rPr lang="en-US" dirty="0" smtClean="0"/>
              <a:t>Take the K-nearest neighbor as per the calculated Euclidean distance.</a:t>
            </a:r>
          </a:p>
          <a:p>
            <a:r>
              <a:rPr lang="en-US" dirty="0" smtClean="0"/>
              <a:t>Among the k neighbors count the number of data points in each category.</a:t>
            </a:r>
          </a:p>
          <a:p>
            <a:r>
              <a:rPr lang="en-US" dirty="0" smtClean="0"/>
              <a:t>Assign the data point to the category for which the number of neighbor is maximum.</a:t>
            </a:r>
          </a:p>
          <a:p>
            <a:r>
              <a:rPr lang="en-US" dirty="0" smtClean="0"/>
              <a:t>Model is ready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720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2267744" y="1268760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267744" y="1268760"/>
            <a:ext cx="0" cy="2880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267744" y="4149080"/>
            <a:ext cx="37444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/>
              <p14:cNvContentPartPr/>
              <p14:nvPr/>
            </p14:nvContentPartPr>
            <p14:xfrm>
              <a:off x="1605312" y="920736"/>
              <a:ext cx="241200" cy="37800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7312" y="902736"/>
                <a:ext cx="277200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3" name="Ink 32"/>
              <p14:cNvContentPartPr/>
              <p14:nvPr/>
            </p14:nvContentPartPr>
            <p14:xfrm>
              <a:off x="2106792" y="1275696"/>
              <a:ext cx="322560" cy="212040"/>
            </p14:xfrm>
          </p:contentPart>
        </mc:Choice>
        <mc:Fallback xmlns="">
          <p:pic>
            <p:nvPicPr>
              <p:cNvPr id="33" name="Ink 3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88432" y="1257336"/>
                <a:ext cx="35928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9" name="Ink 68"/>
              <p14:cNvContentPartPr/>
              <p14:nvPr/>
            </p14:nvContentPartPr>
            <p14:xfrm>
              <a:off x="1206792" y="4700016"/>
              <a:ext cx="6536160" cy="1339920"/>
            </p14:xfrm>
          </p:contentPart>
        </mc:Choice>
        <mc:Fallback xmlns="">
          <p:pic>
            <p:nvPicPr>
              <p:cNvPr id="69" name="Ink 6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81232" y="4677336"/>
                <a:ext cx="6576120" cy="13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1" name="Ink 90"/>
              <p14:cNvContentPartPr/>
              <p14:nvPr/>
            </p14:nvContentPartPr>
            <p14:xfrm>
              <a:off x="3723912" y="2661336"/>
              <a:ext cx="310680" cy="559080"/>
            </p14:xfrm>
          </p:contentPart>
        </mc:Choice>
        <mc:Fallback xmlns="">
          <p:pic>
            <p:nvPicPr>
              <p:cNvPr id="91" name="Ink 90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97992" y="2635416"/>
                <a:ext cx="362880" cy="61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6" name="Ink 105"/>
              <p14:cNvContentPartPr/>
              <p14:nvPr/>
            </p14:nvContentPartPr>
            <p14:xfrm>
              <a:off x="4218192" y="2915856"/>
              <a:ext cx="815760" cy="378000"/>
            </p14:xfrm>
          </p:contentPart>
        </mc:Choice>
        <mc:Fallback xmlns="">
          <p:pic>
            <p:nvPicPr>
              <p:cNvPr id="106" name="Ink 105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92272" y="2889576"/>
                <a:ext cx="867960" cy="43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1" name="Ink 110"/>
              <p14:cNvContentPartPr/>
              <p14:nvPr/>
            </p14:nvContentPartPr>
            <p14:xfrm>
              <a:off x="2915352" y="1439496"/>
              <a:ext cx="3018600" cy="1470960"/>
            </p14:xfrm>
          </p:contentPart>
        </mc:Choice>
        <mc:Fallback xmlns="">
          <p:pic>
            <p:nvPicPr>
              <p:cNvPr id="111" name="Ink 110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89432" y="1413576"/>
                <a:ext cx="3067560" cy="152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5" name="Ink 124"/>
              <p14:cNvContentPartPr/>
              <p14:nvPr/>
            </p14:nvContentPartPr>
            <p14:xfrm>
              <a:off x="3976272" y="2176056"/>
              <a:ext cx="4872240" cy="1280520"/>
            </p14:xfrm>
          </p:contentPart>
        </mc:Choice>
        <mc:Fallback xmlns="">
          <p:pic>
            <p:nvPicPr>
              <p:cNvPr id="125" name="Ink 124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50712" y="2149776"/>
                <a:ext cx="4923720" cy="13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0" name="Ink 129"/>
              <p14:cNvContentPartPr/>
              <p14:nvPr/>
            </p14:nvContentPartPr>
            <p14:xfrm>
              <a:off x="3373632" y="76896"/>
              <a:ext cx="1251000" cy="423360"/>
            </p14:xfrm>
          </p:contentPart>
        </mc:Choice>
        <mc:Fallback xmlns="">
          <p:pic>
            <p:nvPicPr>
              <p:cNvPr id="130" name="Ink 129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47712" y="50616"/>
                <a:ext cx="130320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6" name="Ink 135"/>
              <p14:cNvContentPartPr/>
              <p14:nvPr/>
            </p14:nvContentPartPr>
            <p14:xfrm>
              <a:off x="6769512" y="3419856"/>
              <a:ext cx="1512360" cy="1829160"/>
            </p14:xfrm>
          </p:contentPart>
        </mc:Choice>
        <mc:Fallback xmlns="">
          <p:pic>
            <p:nvPicPr>
              <p:cNvPr id="136" name="Ink 135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743592" y="3393936"/>
                <a:ext cx="1556280" cy="18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1" name="Ink 160"/>
              <p14:cNvContentPartPr/>
              <p14:nvPr/>
            </p14:nvContentPartPr>
            <p14:xfrm>
              <a:off x="5801112" y="4019616"/>
              <a:ext cx="491760" cy="971280"/>
            </p14:xfrm>
          </p:contentPart>
        </mc:Choice>
        <mc:Fallback xmlns="">
          <p:pic>
            <p:nvPicPr>
              <p:cNvPr id="161" name="Ink 160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782752" y="4001256"/>
                <a:ext cx="528480" cy="10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2" name="Ink 161"/>
              <p14:cNvContentPartPr/>
              <p14:nvPr/>
            </p14:nvContentPartPr>
            <p14:xfrm>
              <a:off x="6595272" y="5875416"/>
              <a:ext cx="1873440" cy="826200"/>
            </p14:xfrm>
          </p:contentPart>
        </mc:Choice>
        <mc:Fallback xmlns="">
          <p:pic>
            <p:nvPicPr>
              <p:cNvPr id="162" name="Ink 161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577272" y="5857416"/>
                <a:ext cx="1908000" cy="86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/>
              <p14:cNvContentPartPr/>
              <p14:nvPr/>
            </p14:nvContentPartPr>
            <p14:xfrm>
              <a:off x="4891392" y="84096"/>
              <a:ext cx="987840" cy="53424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65472" y="58536"/>
                <a:ext cx="1039680" cy="58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849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2483768" y="1340768"/>
            <a:ext cx="0" cy="3096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555776" y="4437112"/>
            <a:ext cx="374441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1" name="Ink 40"/>
              <p14:cNvContentPartPr/>
              <p14:nvPr/>
            </p14:nvContentPartPr>
            <p14:xfrm>
              <a:off x="6120432" y="4347216"/>
              <a:ext cx="289800" cy="550440"/>
            </p14:xfrm>
          </p:contentPart>
        </mc:Choice>
        <mc:Fallback xmlns="">
          <p:pic>
            <p:nvPicPr>
              <p:cNvPr id="41" name="Ink 4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5232" y="4321296"/>
                <a:ext cx="338040" cy="60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0" name="Ink 49"/>
              <p14:cNvContentPartPr/>
              <p14:nvPr/>
            </p14:nvContentPartPr>
            <p14:xfrm>
              <a:off x="5130792" y="2828376"/>
              <a:ext cx="1241640" cy="724680"/>
            </p14:xfrm>
          </p:contentPart>
        </mc:Choice>
        <mc:Fallback xmlns="">
          <p:pic>
            <p:nvPicPr>
              <p:cNvPr id="50" name="Ink 4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04872" y="2802456"/>
                <a:ext cx="1292040" cy="77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2" name="Ink 61"/>
              <p14:cNvContentPartPr/>
              <p14:nvPr/>
            </p14:nvContentPartPr>
            <p14:xfrm>
              <a:off x="3419352" y="207216"/>
              <a:ext cx="2375280" cy="1639440"/>
            </p14:xfrm>
          </p:contentPart>
        </mc:Choice>
        <mc:Fallback xmlns="">
          <p:pic>
            <p:nvPicPr>
              <p:cNvPr id="62" name="Ink 6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93432" y="181296"/>
                <a:ext cx="2427120" cy="169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9" name="Ink 68"/>
              <p14:cNvContentPartPr/>
              <p14:nvPr/>
            </p14:nvContentPartPr>
            <p14:xfrm>
              <a:off x="2963952" y="1850976"/>
              <a:ext cx="835200" cy="678600"/>
            </p14:xfrm>
          </p:contentPart>
        </mc:Choice>
        <mc:Fallback xmlns="">
          <p:pic>
            <p:nvPicPr>
              <p:cNvPr id="69" name="Ink 6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38392" y="1827216"/>
                <a:ext cx="884880" cy="72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2" name="Ink 71"/>
              <p14:cNvContentPartPr/>
              <p14:nvPr/>
            </p14:nvContentPartPr>
            <p14:xfrm>
              <a:off x="3375792" y="1762416"/>
              <a:ext cx="1473120" cy="465120"/>
            </p14:xfrm>
          </p:contentPart>
        </mc:Choice>
        <mc:Fallback xmlns="">
          <p:pic>
            <p:nvPicPr>
              <p:cNvPr id="72" name="Ink 7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49872" y="1736136"/>
                <a:ext cx="1525320" cy="5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6" name="Ink 75"/>
              <p14:cNvContentPartPr/>
              <p14:nvPr/>
            </p14:nvContentPartPr>
            <p14:xfrm>
              <a:off x="5045832" y="1766376"/>
              <a:ext cx="478080" cy="1433880"/>
            </p14:xfrm>
          </p:contentPart>
        </mc:Choice>
        <mc:Fallback xmlns="">
          <p:pic>
            <p:nvPicPr>
              <p:cNvPr id="76" name="Ink 75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20272" y="1740816"/>
                <a:ext cx="529920" cy="148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0" name="Ink 79"/>
              <p14:cNvContentPartPr/>
              <p14:nvPr/>
            </p14:nvContentPartPr>
            <p14:xfrm>
              <a:off x="5241672" y="1744776"/>
              <a:ext cx="857160" cy="1137600"/>
            </p14:xfrm>
          </p:contentPart>
        </mc:Choice>
        <mc:Fallback xmlns="">
          <p:pic>
            <p:nvPicPr>
              <p:cNvPr id="80" name="Ink 79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15752" y="1718856"/>
                <a:ext cx="909360" cy="11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1" name="Ink 80"/>
              <p14:cNvContentPartPr/>
              <p14:nvPr/>
            </p14:nvContentPartPr>
            <p14:xfrm>
              <a:off x="5275512" y="1831536"/>
              <a:ext cx="552960" cy="1124280"/>
            </p14:xfrm>
          </p:contentPart>
        </mc:Choice>
        <mc:Fallback xmlns="">
          <p:pic>
            <p:nvPicPr>
              <p:cNvPr id="81" name="Ink 80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49592" y="1806336"/>
                <a:ext cx="605160" cy="11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3" name="Ink 82"/>
              <p14:cNvContentPartPr/>
              <p14:nvPr/>
            </p14:nvContentPartPr>
            <p14:xfrm>
              <a:off x="3444192" y="1625616"/>
              <a:ext cx="469440" cy="900360"/>
            </p14:xfrm>
          </p:contentPart>
        </mc:Choice>
        <mc:Fallback xmlns="">
          <p:pic>
            <p:nvPicPr>
              <p:cNvPr id="83" name="Ink 82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18272" y="1599336"/>
                <a:ext cx="521280" cy="9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2" name="Ink 91"/>
              <p14:cNvContentPartPr/>
              <p14:nvPr/>
            </p14:nvContentPartPr>
            <p14:xfrm>
              <a:off x="1869192" y="1225656"/>
              <a:ext cx="1620000" cy="420840"/>
            </p14:xfrm>
          </p:contentPart>
        </mc:Choice>
        <mc:Fallback xmlns="">
          <p:pic>
            <p:nvPicPr>
              <p:cNvPr id="92" name="Ink 91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842912" y="1200096"/>
                <a:ext cx="1671120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" name="Ink 2"/>
              <p14:cNvContentPartPr/>
              <p14:nvPr/>
            </p14:nvContentPartPr>
            <p14:xfrm>
              <a:off x="1595232" y="4995216"/>
              <a:ext cx="7072416" cy="16689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570033" y="4969296"/>
                <a:ext cx="7122455" cy="172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9789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94</Words>
  <Application>Microsoft Office PowerPoint</Application>
  <PresentationFormat>On-screen Show (4:3)</PresentationFormat>
  <Paragraphs>12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K – Nearest Neighbor</vt:lpstr>
      <vt:lpstr>KNN</vt:lpstr>
      <vt:lpstr>KNN steps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 – Nearest Neighbor</dc:title>
  <dc:creator>win10</dc:creator>
  <cp:lastModifiedBy>win10</cp:lastModifiedBy>
  <cp:revision>5</cp:revision>
  <dcterms:created xsi:type="dcterms:W3CDTF">2023-10-20T15:39:15Z</dcterms:created>
  <dcterms:modified xsi:type="dcterms:W3CDTF">2023-10-20T16:10:25Z</dcterms:modified>
</cp:coreProperties>
</file>